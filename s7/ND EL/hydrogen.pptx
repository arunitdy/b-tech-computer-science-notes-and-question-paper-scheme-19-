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3" r:id="rId20"/>
    <p:sldId id="284" r:id="rId21"/>
    <p:sldId id="289" r:id="rId22"/>
    <p:sldId id="290" r:id="rId23"/>
    <p:sldId id="291" r:id="rId24"/>
    <p:sldId id="292" r:id="rId25"/>
    <p:sldId id="293" r:id="rId26"/>
    <p:sldId id="29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79"/>
  </p:normalViewPr>
  <p:slideViewPr>
    <p:cSldViewPr snapToGrid="0" snapToObjects="1">
      <p:cViewPr varScale="1">
        <p:scale>
          <a:sx n="86" d="100"/>
          <a:sy n="86" d="100"/>
        </p:scale>
        <p:origin x="1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46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0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69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9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6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3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0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8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7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3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8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ydrogen-Production-ppt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ydrogen-Production-ppt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ydrogen-Production-ppt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ydrogen-Production-ppt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ydrogen-Production-ppt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ydrogen-Production-ppt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ydrogen-Production-ppt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ydrogen-Production-ppt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ydrogen-Production-ppt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ydrogen-Production-ppt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ydrogen-Production-ppt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Hydrogen-Production-ppt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Hydrogen-Production-ppt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Hydrogen-Production-ppt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Hydrogen-Production-ppt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Hydrogen-Production-ppt-pptx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Hydrogen-Production-ppt-pptx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Hydrogen-Production-ppt-pptx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Hydrogen-Production-ppt-pptx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Hydrogen-Production-ppt-pptx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Hydrogen-Production-ppt-pptx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Hydrogen-Production-ppt-pptx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Hydrogen-Production-ppt-pptx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Hydrogen-Production-ppt-pptx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Hydrogen-Production-ppt-pptx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Hydrogen-Production-ppt-pptx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{75DC6639-3A4F-7747-A908-AE974CEDE501}tf10001120</Template>
  <TotalTime>7</TotalTime>
  <Words>0</Words>
  <Application>Microsoft Macintosh PowerPoint</Application>
  <PresentationFormat>On-screen Show (4:3)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2025-09-25T07:54:49Z</dcterms:modified>
  <cp:category/>
</cp:coreProperties>
</file>