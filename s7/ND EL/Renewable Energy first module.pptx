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3"/>
  </p:notesMasterIdLst>
  <p:sldIdLst>
    <p:sldId id="497" r:id="rId3"/>
    <p:sldId id="496" r:id="rId4"/>
    <p:sldId id="498" r:id="rId5"/>
    <p:sldId id="499" r:id="rId6"/>
    <p:sldId id="502" r:id="rId7"/>
    <p:sldId id="503" r:id="rId8"/>
    <p:sldId id="487" r:id="rId9"/>
    <p:sldId id="315" r:id="rId10"/>
    <p:sldId id="322" r:id="rId11"/>
    <p:sldId id="320" r:id="rId12"/>
    <p:sldId id="321" r:id="rId13"/>
    <p:sldId id="486" r:id="rId14"/>
    <p:sldId id="323" r:id="rId15"/>
    <p:sldId id="324" r:id="rId16"/>
    <p:sldId id="325" r:id="rId17"/>
    <p:sldId id="326" r:id="rId18"/>
    <p:sldId id="327" r:id="rId19"/>
    <p:sldId id="395" r:id="rId20"/>
    <p:sldId id="396" r:id="rId21"/>
    <p:sldId id="488" r:id="rId22"/>
    <p:sldId id="483" r:id="rId23"/>
    <p:sldId id="490" r:id="rId24"/>
    <p:sldId id="484" r:id="rId25"/>
    <p:sldId id="489" r:id="rId26"/>
    <p:sldId id="485" r:id="rId27"/>
    <p:sldId id="491" r:id="rId28"/>
    <p:sldId id="492" r:id="rId29"/>
    <p:sldId id="493" r:id="rId30"/>
    <p:sldId id="494" r:id="rId31"/>
    <p:sldId id="38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ssig" initials="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7/16/2025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399505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2935262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0BAAA3-EDB7-472A-A765-F0DBDAA42A88}"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F0BAAA3-EDB7-472A-A765-F0DBDAA42A88}" type="datetimeFigureOut">
              <a:rPr lang="en-IN" smtClean="0"/>
              <a:t>16-07-2025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F0BAAA3-EDB7-472A-A765-F0DBDAA42A88}" type="datetimeFigureOut">
              <a:rPr lang="en-IN" smtClean="0"/>
              <a:t>16-07-2025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F0BAAA3-EDB7-472A-A765-F0DBDAA42A88}" type="datetimeFigureOut">
              <a:rPr lang="en-IN" smtClean="0"/>
              <a:t>16-07-2025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0BAAA3-EDB7-472A-A765-F0DBDAA42A88}" type="datetimeFigureOut">
              <a:rPr lang="en-IN" smtClean="0"/>
              <a:t>16-07-2025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0BAAA3-EDB7-472A-A765-F0DBDAA42A88}" type="datetimeFigureOut">
              <a:rPr lang="en-IN" smtClean="0"/>
              <a:t>16-07-2025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0BAAA3-EDB7-472A-A765-F0DBDAA42A88}" type="datetimeFigureOut">
              <a:rPr lang="en-IN" smtClean="0"/>
              <a:t>16-07-2025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0BAAA3-EDB7-472A-A765-F0DBDAA42A88}"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a:lvl1pPr>
          </a:lstStyle>
          <a:p>
            <a:fld id="{ADB45B87-0FBF-42F0-BF8F-22618204D868}" type="datetime10">
              <a:rPr lang="en-US">
                <a:solidFill>
                  <a:srgbClr val="000000"/>
                </a:solidFill>
              </a:rPr>
              <a:pPr/>
              <a:t>10:42</a:t>
            </a:fld>
            <a:endParaRPr lang="en-US">
              <a:solidFill>
                <a:srgbClr val="000000"/>
              </a:solidFill>
            </a:endParaRP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6D10CD72-D003-4322-8A44-376757BB6CC6}"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734314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useBgFill="1">
        <p:nvSpPr>
          <p:cNvPr id="8" name="Rounded Rectangle 7"/>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4" name="Date Placeholder 3"/>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5" name="Footer Placeholder 4"/>
          <p:cNvSpPr>
            <a:spLocks noGrp="1"/>
          </p:cNvSpPr>
          <p:nvPr>
            <p:ph type="ftr" sz="quarter" idx="11"/>
          </p:nvPr>
        </p:nvSpPr>
        <p:spPr/>
        <p:txBody>
          <a:bodyPr/>
          <a:lstStyle/>
          <a:p>
            <a:endParaRPr lang="en-US">
              <a:solidFill>
                <a:srgbClr val="564B3C"/>
              </a:solidFill>
            </a:endParaRPr>
          </a:p>
        </p:txBody>
      </p:sp>
      <p:sp>
        <p:nvSpPr>
          <p:cNvPr id="9" name="Rectangle 8"/>
          <p:cNvSpPr/>
          <p:nvPr/>
        </p:nvSpPr>
        <p:spPr>
          <a:xfrm>
            <a:off x="460587" y="2942602"/>
            <a:ext cx="9530575"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2" name="Rectangle 11"/>
          <p:cNvSpPr/>
          <p:nvPr/>
        </p:nvSpPr>
        <p:spPr>
          <a:xfrm>
            <a:off x="10096869" y="2944634"/>
            <a:ext cx="1587131"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3" name="Rectangle 12"/>
          <p:cNvSpPr/>
          <p:nvPr/>
        </p:nvSpPr>
        <p:spPr>
          <a:xfrm>
            <a:off x="10283619" y="3136658"/>
            <a:ext cx="1213632"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4" name="Rectangle 13"/>
          <p:cNvSpPr/>
          <p:nvPr/>
        </p:nvSpPr>
        <p:spPr>
          <a:xfrm>
            <a:off x="593978" y="3055622"/>
            <a:ext cx="9263793"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6" name="Slide Number Placeholder 5"/>
          <p:cNvSpPr>
            <a:spLocks noGrp="1"/>
          </p:cNvSpPr>
          <p:nvPr>
            <p:ph type="sldNum" sz="quarter" idx="12"/>
          </p:nvPr>
        </p:nvSpPr>
        <p:spPr>
          <a:xfrm>
            <a:off x="10382435" y="4625268"/>
            <a:ext cx="1016000" cy="457200"/>
          </a:xfrm>
        </p:spPr>
        <p:txBody>
          <a:bodyPr/>
          <a:lstStyle>
            <a:lvl1pPr algn="ctr">
              <a:defRPr sz="2800">
                <a:solidFill>
                  <a:schemeClr val="accent1">
                    <a:lumMod val="50000"/>
                  </a:schemeClr>
                </a:solidFill>
              </a:defRPr>
            </a:lvl1pPr>
          </a:lstStyle>
          <a:p>
            <a:fld id="{8B0B06DD-34BD-4173-B15F-4D9372AA9BF2}" type="slidenum">
              <a:rPr lang="en-US" smtClean="0">
                <a:solidFill>
                  <a:srgbClr val="93A299">
                    <a:lumMod val="50000"/>
                  </a:srgbClr>
                </a:solidFill>
              </a:rPr>
              <a:pPr/>
              <a:t>‹#›</a:t>
            </a:fld>
            <a:endParaRPr lang="en-US">
              <a:solidFill>
                <a:srgbClr val="93A299">
                  <a:lumMod val="50000"/>
                </a:srgbClr>
              </a:solidFill>
            </a:endParaRPr>
          </a:p>
        </p:txBody>
      </p:sp>
      <p:sp>
        <p:nvSpPr>
          <p:cNvPr id="11" name="Rectangle 10"/>
          <p:cNvSpPr/>
          <p:nvPr/>
        </p:nvSpPr>
        <p:spPr>
          <a:xfrm>
            <a:off x="722429" y="4559277"/>
            <a:ext cx="9006888"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0" name="Rectangle 9"/>
          <p:cNvSpPr/>
          <p:nvPr/>
        </p:nvSpPr>
        <p:spPr>
          <a:xfrm>
            <a:off x="718628" y="3139440"/>
            <a:ext cx="9014491"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3" name="Subtitle 2"/>
          <p:cNvSpPr>
            <a:spLocks noGrp="1"/>
          </p:cNvSpPr>
          <p:nvPr>
            <p:ph type="subTitle" idx="1"/>
          </p:nvPr>
        </p:nvSpPr>
        <p:spPr>
          <a:xfrm>
            <a:off x="857073" y="4648200"/>
            <a:ext cx="87376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806273" y="3227034"/>
            <a:ext cx="8839200" cy="1219201"/>
          </a:xfrm>
        </p:spPr>
        <p:txBody>
          <a:bodyPr anchor="b" anchorCtr="0">
            <a:noAutofit/>
          </a:bodyPr>
          <a:lstStyle>
            <a:lvl1pPr>
              <a:defRPr sz="4000">
                <a:solidFill>
                  <a:schemeClr val="accent1">
                    <a:lumMod val="50000"/>
                  </a:schemeClr>
                </a:solidFill>
              </a:defRPr>
            </a:lvl1pPr>
          </a:lstStyle>
          <a:p>
            <a:r>
              <a:rPr lang="en-US"/>
              <a:t>Click to edit Master title style</a:t>
            </a:r>
            <a:endParaRPr lang="en-US" dirty="0"/>
          </a:p>
        </p:txBody>
      </p:sp>
    </p:spTree>
    <p:extLst>
      <p:ext uri="{BB962C8B-B14F-4D97-AF65-F5344CB8AC3E}">
        <p14:creationId xmlns:p14="http://schemas.microsoft.com/office/powerpoint/2010/main" val="14070272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5" name="Footer Placeholder 4"/>
          <p:cNvSpPr>
            <a:spLocks noGrp="1"/>
          </p:cNvSpPr>
          <p:nvPr>
            <p:ph type="ftr" sz="quarter" idx="11"/>
          </p:nvPr>
        </p:nvSpPr>
        <p:spPr/>
        <p:txBody>
          <a:bodyPr/>
          <a:lstStyle/>
          <a:p>
            <a:endParaRPr lang="en-US">
              <a:solidFill>
                <a:srgbClr val="564B3C"/>
              </a:solidFill>
            </a:endParaRPr>
          </a:p>
        </p:txBody>
      </p:sp>
      <p:sp>
        <p:nvSpPr>
          <p:cNvPr id="6" name="Slide Number Placeholder 5"/>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620633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useBgFill="1">
        <p:nvSpPr>
          <p:cNvPr id="8" name="Rounded Rectangle 7"/>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4" name="Date Placeholder 3"/>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13" name="Rectangle 12"/>
          <p:cNvSpPr/>
          <p:nvPr/>
        </p:nvSpPr>
        <p:spPr>
          <a:xfrm>
            <a:off x="602635" y="2946400"/>
            <a:ext cx="11020213"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6" name="Rectangle 15"/>
          <p:cNvSpPr/>
          <p:nvPr/>
        </p:nvSpPr>
        <p:spPr>
          <a:xfrm>
            <a:off x="756875" y="3048000"/>
            <a:ext cx="10711733"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5" name="Footer Placeholder 4"/>
          <p:cNvSpPr>
            <a:spLocks noGrp="1"/>
          </p:cNvSpPr>
          <p:nvPr>
            <p:ph type="ftr" sz="quarter" idx="11"/>
          </p:nvPr>
        </p:nvSpPr>
        <p:spPr/>
        <p:txBody>
          <a:bodyPr/>
          <a:lstStyle/>
          <a:p>
            <a:endParaRPr lang="en-US">
              <a:solidFill>
                <a:srgbClr val="564B3C"/>
              </a:solidFill>
            </a:endParaRPr>
          </a:p>
        </p:txBody>
      </p:sp>
      <p:sp>
        <p:nvSpPr>
          <p:cNvPr id="6" name="Slide Number Placeholder 5"/>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
        <p:nvSpPr>
          <p:cNvPr id="2" name="Title 1"/>
          <p:cNvSpPr>
            <a:spLocks noGrp="1"/>
          </p:cNvSpPr>
          <p:nvPr>
            <p:ph type="title"/>
          </p:nvPr>
        </p:nvSpPr>
        <p:spPr>
          <a:xfrm>
            <a:off x="981941" y="3200400"/>
            <a:ext cx="102616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a:t>Click to edit Master title style</a:t>
            </a:r>
            <a:endParaRPr lang="en-US" dirty="0"/>
          </a:p>
        </p:txBody>
      </p:sp>
      <p:sp>
        <p:nvSpPr>
          <p:cNvPr id="15" name="Rectangle 14"/>
          <p:cNvSpPr/>
          <p:nvPr/>
        </p:nvSpPr>
        <p:spPr>
          <a:xfrm>
            <a:off x="900661" y="4541521"/>
            <a:ext cx="1042416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3" name="Text Placeholder 2"/>
          <p:cNvSpPr>
            <a:spLocks noGrp="1"/>
          </p:cNvSpPr>
          <p:nvPr>
            <p:ph type="body" idx="1"/>
          </p:nvPr>
        </p:nvSpPr>
        <p:spPr>
          <a:xfrm>
            <a:off x="981941" y="4607511"/>
            <a:ext cx="102616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4" name="Rectangle 13"/>
          <p:cNvSpPr/>
          <p:nvPr/>
        </p:nvSpPr>
        <p:spPr>
          <a:xfrm>
            <a:off x="901010" y="3124200"/>
            <a:ext cx="10423465"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Tree>
    <p:extLst>
      <p:ext uri="{BB962C8B-B14F-4D97-AF65-F5344CB8AC3E}">
        <p14:creationId xmlns:p14="http://schemas.microsoft.com/office/powerpoint/2010/main" val="2102103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68171" y="408373"/>
            <a:ext cx="11014229" cy="1039427"/>
          </a:xfrm>
        </p:spPr>
        <p:txBody>
          <a:bodyPr/>
          <a:lstStyle/>
          <a:p>
            <a:r>
              <a:rPr lang="en-US"/>
              <a:t>Click to edit Master title style</a:t>
            </a:r>
          </a:p>
        </p:txBody>
      </p:sp>
      <p:sp>
        <p:nvSpPr>
          <p:cNvPr id="3" name="Content Placeholder 2"/>
          <p:cNvSpPr>
            <a:spLocks noGrp="1"/>
          </p:cNvSpPr>
          <p:nvPr>
            <p:ph sz="half" idx="1"/>
          </p:nvPr>
        </p:nvSpPr>
        <p:spPr>
          <a:xfrm>
            <a:off x="568171" y="1719071"/>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719071"/>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6" name="Footer Placeholder 5"/>
          <p:cNvSpPr>
            <a:spLocks noGrp="1"/>
          </p:cNvSpPr>
          <p:nvPr>
            <p:ph type="ftr" sz="quarter" idx="11"/>
          </p:nvPr>
        </p:nvSpPr>
        <p:spPr/>
        <p:txBody>
          <a:bodyPr/>
          <a:lstStyle/>
          <a:p>
            <a:endParaRPr lang="en-US">
              <a:solidFill>
                <a:srgbClr val="564B3C"/>
              </a:solidFill>
            </a:endParaRPr>
          </a:p>
        </p:txBody>
      </p:sp>
      <p:sp>
        <p:nvSpPr>
          <p:cNvPr id="7" name="Slide Number Placeholder 6"/>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36683959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8171" y="408373"/>
            <a:ext cx="11014229" cy="103942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68171" y="1722438"/>
            <a:ext cx="5386917"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68171" y="2438400"/>
            <a:ext cx="5386917"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722438"/>
            <a:ext cx="5389033"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438400"/>
            <a:ext cx="5389033"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8" name="Footer Placeholder 7"/>
          <p:cNvSpPr>
            <a:spLocks noGrp="1"/>
          </p:cNvSpPr>
          <p:nvPr>
            <p:ph type="ftr" sz="quarter" idx="11"/>
          </p:nvPr>
        </p:nvSpPr>
        <p:spPr/>
        <p:txBody>
          <a:bodyPr/>
          <a:lstStyle/>
          <a:p>
            <a:endParaRPr lang="en-US">
              <a:solidFill>
                <a:srgbClr val="564B3C"/>
              </a:solidFill>
            </a:endParaRPr>
          </a:p>
        </p:txBody>
      </p:sp>
      <p:sp>
        <p:nvSpPr>
          <p:cNvPr id="9" name="Slide Number Placeholder 8"/>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566244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4" name="Footer Placeholder 3"/>
          <p:cNvSpPr>
            <a:spLocks noGrp="1"/>
          </p:cNvSpPr>
          <p:nvPr>
            <p:ph type="ftr" sz="quarter" idx="11"/>
          </p:nvPr>
        </p:nvSpPr>
        <p:spPr/>
        <p:txBody>
          <a:bodyPr/>
          <a:lstStyle/>
          <a:p>
            <a:endParaRPr lang="en-US">
              <a:solidFill>
                <a:srgbClr val="564B3C"/>
              </a:solidFill>
            </a:endParaRPr>
          </a:p>
        </p:txBody>
      </p:sp>
      <p:sp>
        <p:nvSpPr>
          <p:cNvPr id="5" name="Slide Number Placeholder 4"/>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3572137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useBgFill="1">
        <p:nvSpPr>
          <p:cNvPr id="11" name="Rounded Rectangle 10"/>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2" name="Date Placeholder 1"/>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3" name="Footer Placeholder 2"/>
          <p:cNvSpPr>
            <a:spLocks noGrp="1"/>
          </p:cNvSpPr>
          <p:nvPr>
            <p:ph type="ftr" sz="quarter" idx="11"/>
          </p:nvPr>
        </p:nvSpPr>
        <p:spPr/>
        <p:txBody>
          <a:bodyPr/>
          <a:lstStyle/>
          <a:p>
            <a:endParaRPr lang="en-US">
              <a:solidFill>
                <a:srgbClr val="564B3C"/>
              </a:solidFill>
            </a:endParaRPr>
          </a:p>
        </p:txBody>
      </p:sp>
      <p:sp>
        <p:nvSpPr>
          <p:cNvPr id="4" name="Slide Number Placeholder 3"/>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1924199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useBgFill="1">
        <p:nvSpPr>
          <p:cNvPr id="12" name="Rounded Rectangle 11"/>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3" name="Content Placeholder 2"/>
          <p:cNvSpPr>
            <a:spLocks noGrp="1"/>
          </p:cNvSpPr>
          <p:nvPr>
            <p:ph idx="1"/>
          </p:nvPr>
        </p:nvSpPr>
        <p:spPr>
          <a:xfrm>
            <a:off x="5181600" y="685800"/>
            <a:ext cx="6096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6" name="Footer Placeholder 5"/>
          <p:cNvSpPr>
            <a:spLocks noGrp="1"/>
          </p:cNvSpPr>
          <p:nvPr>
            <p:ph type="ftr" sz="quarter" idx="11"/>
          </p:nvPr>
        </p:nvSpPr>
        <p:spPr/>
        <p:txBody>
          <a:bodyPr/>
          <a:lstStyle/>
          <a:p>
            <a:endParaRPr lang="en-US">
              <a:solidFill>
                <a:srgbClr val="564B3C"/>
              </a:solidFill>
            </a:endParaRPr>
          </a:p>
        </p:txBody>
      </p:sp>
      <p:sp>
        <p:nvSpPr>
          <p:cNvPr id="7" name="Slide Number Placeholder 6"/>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
        <p:nvSpPr>
          <p:cNvPr id="8" name="Rectangle 7"/>
          <p:cNvSpPr/>
          <p:nvPr/>
        </p:nvSpPr>
        <p:spPr>
          <a:xfrm>
            <a:off x="746712" y="1505712"/>
            <a:ext cx="3622088"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0" name="Rectangle 9"/>
          <p:cNvSpPr/>
          <p:nvPr/>
        </p:nvSpPr>
        <p:spPr>
          <a:xfrm>
            <a:off x="902254" y="1642472"/>
            <a:ext cx="3311005"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4" name="Text Placeholder 3"/>
          <p:cNvSpPr>
            <a:spLocks noGrp="1"/>
          </p:cNvSpPr>
          <p:nvPr>
            <p:ph type="body" sz="half" idx="2"/>
          </p:nvPr>
        </p:nvSpPr>
        <p:spPr>
          <a:xfrm>
            <a:off x="1025334" y="2971800"/>
            <a:ext cx="3064845"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1025334" y="1734312"/>
            <a:ext cx="3064845" cy="1191620"/>
          </a:xfrm>
        </p:spPr>
        <p:txBody>
          <a:bodyPr anchor="b">
            <a:normAutofit/>
          </a:bodyPr>
          <a:lstStyle>
            <a:lvl1pPr algn="l">
              <a:defRPr sz="2000" b="0">
                <a:solidFill>
                  <a:schemeClr val="accent1">
                    <a:lumMod val="75000"/>
                  </a:schemeClr>
                </a:solidFill>
              </a:defRPr>
            </a:lvl1pPr>
          </a:lstStyle>
          <a:p>
            <a:r>
              <a:rPr lang="en-US"/>
              <a:t>Click to edit Master title style</a:t>
            </a:r>
            <a:endParaRPr lang="en-US" dirty="0"/>
          </a:p>
        </p:txBody>
      </p:sp>
    </p:spTree>
    <p:extLst>
      <p:ext uri="{BB962C8B-B14F-4D97-AF65-F5344CB8AC3E}">
        <p14:creationId xmlns:p14="http://schemas.microsoft.com/office/powerpoint/2010/main" val="3379663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useBgFill="1">
        <p:nvSpPr>
          <p:cNvPr id="9" name="Rounded Rectangle 8"/>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3" name="Picture Placeholder 2"/>
          <p:cNvSpPr>
            <a:spLocks noGrp="1"/>
          </p:cNvSpPr>
          <p:nvPr>
            <p:ph type="pic" idx="1"/>
          </p:nvPr>
        </p:nvSpPr>
        <p:spPr>
          <a:xfrm>
            <a:off x="914400" y="621437"/>
            <a:ext cx="103632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7" name="Slide Number Placeholder 6"/>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
        <p:nvSpPr>
          <p:cNvPr id="10" name="Rectangle 9"/>
          <p:cNvSpPr/>
          <p:nvPr/>
        </p:nvSpPr>
        <p:spPr>
          <a:xfrm>
            <a:off x="914400" y="4953000"/>
            <a:ext cx="103632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2" name="Rectangle 11"/>
          <p:cNvSpPr/>
          <p:nvPr/>
        </p:nvSpPr>
        <p:spPr>
          <a:xfrm>
            <a:off x="1016000" y="5029200"/>
            <a:ext cx="10134353"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6" name="Footer Placeholder 5"/>
          <p:cNvSpPr>
            <a:spLocks noGrp="1"/>
          </p:cNvSpPr>
          <p:nvPr>
            <p:ph type="ftr" sz="quarter" idx="11"/>
          </p:nvPr>
        </p:nvSpPr>
        <p:spPr/>
        <p:txBody>
          <a:bodyPr/>
          <a:lstStyle/>
          <a:p>
            <a:endParaRPr lang="en-US">
              <a:solidFill>
                <a:srgbClr val="564B3C"/>
              </a:solidFill>
            </a:endParaRPr>
          </a:p>
        </p:txBody>
      </p:sp>
      <p:sp>
        <p:nvSpPr>
          <p:cNvPr id="13" name="Rectangle 12"/>
          <p:cNvSpPr/>
          <p:nvPr/>
        </p:nvSpPr>
        <p:spPr>
          <a:xfrm>
            <a:off x="1219200" y="5638800"/>
            <a:ext cx="9771352"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1" name="Rectangle 10"/>
          <p:cNvSpPr/>
          <p:nvPr/>
        </p:nvSpPr>
        <p:spPr>
          <a:xfrm>
            <a:off x="807452" y="5074920"/>
            <a:ext cx="10594848"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4" name="Text Placeholder 3"/>
          <p:cNvSpPr>
            <a:spLocks noGrp="1"/>
          </p:cNvSpPr>
          <p:nvPr>
            <p:ph type="body" sz="half" idx="2"/>
          </p:nvPr>
        </p:nvSpPr>
        <p:spPr>
          <a:xfrm>
            <a:off x="1275052" y="5656557"/>
            <a:ext cx="9659648"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1219200" y="5105401"/>
            <a:ext cx="9771352" cy="523043"/>
          </a:xfrm>
        </p:spPr>
        <p:txBody>
          <a:bodyPr anchor="ctr" anchorCtr="0"/>
          <a:lstStyle>
            <a:lvl1pPr algn="ctr">
              <a:defRPr sz="2000" b="0">
                <a:solidFill>
                  <a:schemeClr val="accent1">
                    <a:lumMod val="75000"/>
                  </a:schemeClr>
                </a:solidFill>
              </a:defRPr>
            </a:lvl1pPr>
          </a:lstStyle>
          <a:p>
            <a:r>
              <a:rPr lang="en-US"/>
              <a:t>Click to edit Master title style</a:t>
            </a:r>
            <a:endParaRPr lang="en-US" dirty="0"/>
          </a:p>
        </p:txBody>
      </p:sp>
    </p:spTree>
    <p:extLst>
      <p:ext uri="{BB962C8B-B14F-4D97-AF65-F5344CB8AC3E}">
        <p14:creationId xmlns:p14="http://schemas.microsoft.com/office/powerpoint/2010/main" val="6788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5" name="Footer Placeholder 4"/>
          <p:cNvSpPr>
            <a:spLocks noGrp="1"/>
          </p:cNvSpPr>
          <p:nvPr>
            <p:ph type="ftr" sz="quarter" idx="11"/>
          </p:nvPr>
        </p:nvSpPr>
        <p:spPr/>
        <p:txBody>
          <a:bodyPr/>
          <a:lstStyle/>
          <a:p>
            <a:endParaRPr lang="en-US">
              <a:solidFill>
                <a:srgbClr val="564B3C"/>
              </a:solidFill>
            </a:endParaRPr>
          </a:p>
        </p:txBody>
      </p:sp>
      <p:sp>
        <p:nvSpPr>
          <p:cNvPr id="6" name="Slide Number Placeholder 5"/>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19183766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148936" y="228600"/>
            <a:ext cx="247904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8" name="Rectangle 7"/>
          <p:cNvSpPr/>
          <p:nvPr/>
        </p:nvSpPr>
        <p:spPr>
          <a:xfrm>
            <a:off x="9273634" y="351410"/>
            <a:ext cx="2229647"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2" name="Vertical Title 1"/>
          <p:cNvSpPr>
            <a:spLocks noGrp="1"/>
          </p:cNvSpPr>
          <p:nvPr>
            <p:ph type="title" orient="vert"/>
          </p:nvPr>
        </p:nvSpPr>
        <p:spPr>
          <a:xfrm>
            <a:off x="9398103" y="395428"/>
            <a:ext cx="1980708" cy="57889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381000"/>
            <a:ext cx="8229600" cy="5791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5" name="Footer Placeholder 4"/>
          <p:cNvSpPr>
            <a:spLocks noGrp="1"/>
          </p:cNvSpPr>
          <p:nvPr>
            <p:ph type="ftr" sz="quarter" idx="11"/>
          </p:nvPr>
        </p:nvSpPr>
        <p:spPr/>
        <p:txBody>
          <a:bodyPr/>
          <a:lstStyle/>
          <a:p>
            <a:endParaRPr lang="en-US">
              <a:solidFill>
                <a:srgbClr val="564B3C"/>
              </a:solidFill>
            </a:endParaRPr>
          </a:p>
        </p:txBody>
      </p:sp>
      <p:sp>
        <p:nvSpPr>
          <p:cNvPr id="6" name="Slide Number Placeholder 5"/>
          <p:cNvSpPr>
            <a:spLocks noGrp="1"/>
          </p:cNvSpPr>
          <p:nvPr>
            <p:ph type="sldNum" sz="quarter" idx="12"/>
          </p:nvPr>
        </p:nvSpPr>
        <p:spPr/>
        <p:txBody>
          <a:bodyPr/>
          <a:lstStyle/>
          <a:p>
            <a:fld id="{8B0B06DD-34BD-4173-B15F-4D9372AA9BF2}" type="slidenum">
              <a:rPr lang="en-US" smtClean="0">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26418774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534585" y="214314"/>
            <a:ext cx="10390716" cy="1462087"/>
          </a:xfrm>
        </p:spPr>
        <p:txBody>
          <a:bodyPr/>
          <a:lstStyle/>
          <a:p>
            <a:r>
              <a:rPr lang="en-US"/>
              <a:t>Click to edit Master title style</a:t>
            </a:r>
          </a:p>
        </p:txBody>
      </p:sp>
      <p:sp>
        <p:nvSpPr>
          <p:cNvPr id="3" name="Content Placeholder 2"/>
          <p:cNvSpPr>
            <a:spLocks noGrp="1"/>
          </p:cNvSpPr>
          <p:nvPr>
            <p:ph sz="quarter" idx="1"/>
          </p:nvPr>
        </p:nvSpPr>
        <p:spPr>
          <a:xfrm>
            <a:off x="15769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5769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549400" y="6243638"/>
            <a:ext cx="2540000" cy="457200"/>
          </a:xfrm>
        </p:spPr>
        <p:txBody>
          <a:bodyPr/>
          <a:lstStyle>
            <a:lvl1pPr>
              <a:defRPr/>
            </a:lvl1pPr>
          </a:lstStyle>
          <a:p>
            <a:pPr>
              <a:defRPr/>
            </a:pPr>
            <a:endParaRPr lang="en-US">
              <a:solidFill>
                <a:srgbClr val="564B3C"/>
              </a:solidFill>
            </a:endParaRPr>
          </a:p>
        </p:txBody>
      </p:sp>
      <p:sp>
        <p:nvSpPr>
          <p:cNvPr id="8" name="Footer Placeholder 7"/>
          <p:cNvSpPr>
            <a:spLocks noGrp="1"/>
          </p:cNvSpPr>
          <p:nvPr>
            <p:ph type="ftr" sz="quarter" idx="11"/>
          </p:nvPr>
        </p:nvSpPr>
        <p:spPr>
          <a:xfrm>
            <a:off x="4876800" y="6243638"/>
            <a:ext cx="3860800" cy="457200"/>
          </a:xfrm>
        </p:spPr>
        <p:txBody>
          <a:bodyPr/>
          <a:lstStyle>
            <a:lvl1pPr>
              <a:defRPr/>
            </a:lvl1pPr>
          </a:lstStyle>
          <a:p>
            <a:pPr>
              <a:defRPr/>
            </a:pPr>
            <a:endParaRPr lang="en-US">
              <a:solidFill>
                <a:srgbClr val="564B3C"/>
              </a:solidFill>
            </a:endParaRPr>
          </a:p>
        </p:txBody>
      </p:sp>
      <p:sp>
        <p:nvSpPr>
          <p:cNvPr id="9" name="Slide Number Placeholder 8"/>
          <p:cNvSpPr>
            <a:spLocks noGrp="1"/>
          </p:cNvSpPr>
          <p:nvPr>
            <p:ph type="sldNum" sz="quarter" idx="12"/>
          </p:nvPr>
        </p:nvSpPr>
        <p:spPr>
          <a:xfrm>
            <a:off x="9389533" y="6243638"/>
            <a:ext cx="2540000" cy="457200"/>
          </a:xfrm>
        </p:spPr>
        <p:txBody>
          <a:bodyPr/>
          <a:lstStyle>
            <a:lvl1pPr>
              <a:defRPr/>
            </a:lvl1pPr>
          </a:lstStyle>
          <a:p>
            <a:pPr>
              <a:defRPr/>
            </a:pPr>
            <a:fld id="{6CCC56E5-B591-48E8-BF5B-3BBC9858FFDE}" type="slidenum">
              <a:rPr lang="en-US">
                <a:solidFill>
                  <a:srgbClr val="564B3C"/>
                </a:solidFill>
              </a:rPr>
              <a:pPr>
                <a:defRPr/>
              </a:pPr>
              <a:t>‹#›</a:t>
            </a:fld>
            <a:endParaRPr lang="en-US">
              <a:solidFill>
                <a:srgbClr val="564B3C"/>
              </a:solidFill>
            </a:endParaRPr>
          </a:p>
        </p:txBody>
      </p:sp>
    </p:spTree>
    <p:extLst>
      <p:ext uri="{BB962C8B-B14F-4D97-AF65-F5344CB8AC3E}">
        <p14:creationId xmlns:p14="http://schemas.microsoft.com/office/powerpoint/2010/main" val="23030367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p:spPr>
        <p:txBody>
          <a:bodyPr/>
          <a:lstStyle>
            <a:lvl1pPr>
              <a:defRPr/>
            </a:lvl1pPr>
          </a:lstStyle>
          <a:p>
            <a:pPr>
              <a:defRPr/>
            </a:pPr>
            <a:endParaRPr lang="en-US">
              <a:solidFill>
                <a:srgbClr val="564B3C"/>
              </a:solidFill>
            </a:endParaRPr>
          </a:p>
        </p:txBody>
      </p:sp>
      <p:sp>
        <p:nvSpPr>
          <p:cNvPr id="6" name="Footer Placeholder 5"/>
          <p:cNvSpPr>
            <a:spLocks noGrp="1"/>
          </p:cNvSpPr>
          <p:nvPr>
            <p:ph type="ftr" sz="quarter" idx="11"/>
          </p:nvPr>
        </p:nvSpPr>
        <p:spPr>
          <a:xfrm>
            <a:off x="4876800" y="6243638"/>
            <a:ext cx="3860800" cy="457200"/>
          </a:xfrm>
        </p:spPr>
        <p:txBody>
          <a:bodyPr/>
          <a:lstStyle>
            <a:lvl1pPr>
              <a:defRPr/>
            </a:lvl1pPr>
          </a:lstStyle>
          <a:p>
            <a:pPr>
              <a:defRPr/>
            </a:pPr>
            <a:endParaRPr lang="en-US">
              <a:solidFill>
                <a:srgbClr val="564B3C"/>
              </a:solidFill>
            </a:endParaRPr>
          </a:p>
        </p:txBody>
      </p:sp>
      <p:sp>
        <p:nvSpPr>
          <p:cNvPr id="7" name="Slide Number Placeholder 6"/>
          <p:cNvSpPr>
            <a:spLocks noGrp="1"/>
          </p:cNvSpPr>
          <p:nvPr>
            <p:ph type="sldNum" sz="quarter" idx="12"/>
          </p:nvPr>
        </p:nvSpPr>
        <p:spPr>
          <a:xfrm>
            <a:off x="9389533" y="6243638"/>
            <a:ext cx="2540000" cy="457200"/>
          </a:xfrm>
        </p:spPr>
        <p:txBody>
          <a:bodyPr/>
          <a:lstStyle>
            <a:lvl1pPr>
              <a:defRPr/>
            </a:lvl1pPr>
          </a:lstStyle>
          <a:p>
            <a:pPr>
              <a:defRPr/>
            </a:pPr>
            <a:fld id="{B7BBBD92-8ED1-4857-8450-B5BEDD278BBC}" type="slidenum">
              <a:rPr lang="en-US">
                <a:solidFill>
                  <a:srgbClr val="564B3C"/>
                </a:solidFill>
              </a:rPr>
              <a:pPr>
                <a:defRPr/>
              </a:pPr>
              <a:t>‹#›</a:t>
            </a:fld>
            <a:endParaRPr lang="en-US">
              <a:solidFill>
                <a:srgbClr val="564B3C"/>
              </a:solidFill>
            </a:endParaRPr>
          </a:p>
        </p:txBody>
      </p:sp>
    </p:spTree>
    <p:extLst>
      <p:ext uri="{BB962C8B-B14F-4D97-AF65-F5344CB8AC3E}">
        <p14:creationId xmlns:p14="http://schemas.microsoft.com/office/powerpoint/2010/main" val="4733188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10972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3941763"/>
            <a:ext cx="10972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8400"/>
            <a:ext cx="2844800" cy="457200"/>
          </a:xfrm>
        </p:spPr>
        <p:txBody>
          <a:bodyPr/>
          <a:lstStyle>
            <a:lvl1pPr>
              <a:defRPr/>
            </a:lvl1pPr>
          </a:lstStyle>
          <a:p>
            <a:endParaRPr lang="tr-TR">
              <a:solidFill>
                <a:srgbClr val="564B3C"/>
              </a:solidFill>
            </a:endParaRPr>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tr-TR">
              <a:solidFill>
                <a:srgbClr val="564B3C"/>
              </a:solidFill>
            </a:endParaRPr>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32888FBD-503A-4DBF-BD8F-511A5B13CD18}" type="slidenum">
              <a:rPr lang="tr-TR">
                <a:solidFill>
                  <a:srgbClr val="564B3C"/>
                </a:solidFill>
              </a:rPr>
              <a:pPr/>
              <a:t>‹#›</a:t>
            </a:fld>
            <a:endParaRPr lang="tr-TR">
              <a:solidFill>
                <a:srgbClr val="564B3C"/>
              </a:solidFill>
            </a:endParaRPr>
          </a:p>
        </p:txBody>
      </p:sp>
    </p:spTree>
    <p:extLst>
      <p:ext uri="{BB962C8B-B14F-4D97-AF65-F5344CB8AC3E}">
        <p14:creationId xmlns:p14="http://schemas.microsoft.com/office/powerpoint/2010/main" val="8528450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02167" y="228601"/>
            <a:ext cx="11347451" cy="1325563"/>
          </a:xfrm>
        </p:spPr>
        <p:txBody>
          <a:bodyPr/>
          <a:lstStyle/>
          <a:p>
            <a:r>
              <a:rPr lang="en-US"/>
              <a:t>Click to edit Master title style</a:t>
            </a:r>
          </a:p>
        </p:txBody>
      </p:sp>
      <p:sp>
        <p:nvSpPr>
          <p:cNvPr id="3" name="Text Placeholder 2"/>
          <p:cNvSpPr>
            <a:spLocks noGrp="1"/>
          </p:cNvSpPr>
          <p:nvPr>
            <p:ph type="body" sz="half" idx="1"/>
          </p:nvPr>
        </p:nvSpPr>
        <p:spPr>
          <a:xfrm>
            <a:off x="402168" y="1676401"/>
            <a:ext cx="5592233" cy="442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1" y="1676400"/>
            <a:ext cx="5592233" cy="213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1" y="3963989"/>
            <a:ext cx="5592233" cy="2135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06400" y="6245225"/>
            <a:ext cx="3048000" cy="476250"/>
          </a:xfrm>
        </p:spPr>
        <p:txBody>
          <a:bodyPr/>
          <a:lstStyle>
            <a:lvl1pPr>
              <a:defRPr/>
            </a:lvl1pPr>
          </a:lstStyle>
          <a:p>
            <a:endParaRPr lang="en-US">
              <a:solidFill>
                <a:srgbClr val="564B3C"/>
              </a:solidFill>
            </a:endParaRPr>
          </a:p>
        </p:txBody>
      </p:sp>
      <p:sp>
        <p:nvSpPr>
          <p:cNvPr id="7" name="Footer Placeholder 6"/>
          <p:cNvSpPr>
            <a:spLocks noGrp="1"/>
          </p:cNvSpPr>
          <p:nvPr>
            <p:ph type="ftr" sz="quarter" idx="11"/>
          </p:nvPr>
        </p:nvSpPr>
        <p:spPr>
          <a:xfrm>
            <a:off x="4165600" y="6245225"/>
            <a:ext cx="3860800" cy="476250"/>
          </a:xfrm>
        </p:spPr>
        <p:txBody>
          <a:bodyPr/>
          <a:lstStyle>
            <a:lvl1pPr>
              <a:defRPr/>
            </a:lvl1pPr>
          </a:lstStyle>
          <a:p>
            <a:endParaRPr lang="en-US">
              <a:solidFill>
                <a:srgbClr val="564B3C"/>
              </a:solidFill>
            </a:endParaRPr>
          </a:p>
        </p:txBody>
      </p:sp>
      <p:sp>
        <p:nvSpPr>
          <p:cNvPr id="8" name="Slide Number Placeholder 7"/>
          <p:cNvSpPr>
            <a:spLocks noGrp="1"/>
          </p:cNvSpPr>
          <p:nvPr>
            <p:ph type="sldNum" sz="quarter" idx="12"/>
          </p:nvPr>
        </p:nvSpPr>
        <p:spPr>
          <a:xfrm>
            <a:off x="8737600" y="6245225"/>
            <a:ext cx="3048000" cy="476250"/>
          </a:xfrm>
        </p:spPr>
        <p:txBody>
          <a:bodyPr/>
          <a:lstStyle>
            <a:lvl1pPr>
              <a:defRPr/>
            </a:lvl1pPr>
          </a:lstStyle>
          <a:p>
            <a:fld id="{DC4372DC-A5B0-4A1A-BF0D-002EDEC05026}" type="slidenum">
              <a:rPr lang="en-US">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2717760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92100"/>
            <a:ext cx="10972800" cy="5727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09600" y="6245225"/>
            <a:ext cx="2844800" cy="476250"/>
          </a:xfrm>
        </p:spPr>
        <p:txBody>
          <a:bodyPr/>
          <a:lstStyle>
            <a:lvl1pPr>
              <a:defRPr/>
            </a:lvl1pPr>
          </a:lstStyle>
          <a:p>
            <a:endParaRPr lang="en-US">
              <a:solidFill>
                <a:srgbClr val="564B3C"/>
              </a:solidFill>
            </a:endParaRPr>
          </a:p>
        </p:txBody>
      </p:sp>
      <p:sp>
        <p:nvSpPr>
          <p:cNvPr id="4" name="Footer Placeholder 3"/>
          <p:cNvSpPr>
            <a:spLocks noGrp="1"/>
          </p:cNvSpPr>
          <p:nvPr>
            <p:ph type="ftr" sz="quarter" idx="11"/>
          </p:nvPr>
        </p:nvSpPr>
        <p:spPr>
          <a:xfrm>
            <a:off x="4165600" y="6245225"/>
            <a:ext cx="3860800" cy="476250"/>
          </a:xfrm>
        </p:spPr>
        <p:txBody>
          <a:bodyPr/>
          <a:lstStyle>
            <a:lvl1pPr>
              <a:defRPr/>
            </a:lvl1pPr>
          </a:lstStyle>
          <a:p>
            <a:endParaRPr lang="en-US">
              <a:solidFill>
                <a:srgbClr val="564B3C"/>
              </a:solidFill>
            </a:endParaRPr>
          </a:p>
        </p:txBody>
      </p:sp>
      <p:sp>
        <p:nvSpPr>
          <p:cNvPr id="5" name="Slide Number Placeholder 4"/>
          <p:cNvSpPr>
            <a:spLocks noGrp="1"/>
          </p:cNvSpPr>
          <p:nvPr>
            <p:ph type="sldNum" sz="quarter" idx="12"/>
          </p:nvPr>
        </p:nvSpPr>
        <p:spPr>
          <a:xfrm>
            <a:off x="8737600" y="6245225"/>
            <a:ext cx="2844800" cy="476250"/>
          </a:xfrm>
        </p:spPr>
        <p:txBody>
          <a:bodyPr/>
          <a:lstStyle>
            <a:lvl1pPr>
              <a:defRPr/>
            </a:lvl1pPr>
          </a:lstStyle>
          <a:p>
            <a:fld id="{AFBC1DA2-6EC1-4730-B636-146FB317EEA3}" type="slidenum">
              <a:rPr lang="en-US">
                <a:solidFill>
                  <a:srgbClr val="564B3C"/>
                </a:solidFill>
              </a:rPr>
              <a:pPr/>
              <a:t>‹#›</a:t>
            </a:fld>
            <a:endParaRPr lang="en-US">
              <a:solidFill>
                <a:srgbClr val="564B3C"/>
              </a:solidFill>
            </a:endParaRPr>
          </a:p>
        </p:txBody>
      </p:sp>
    </p:spTree>
    <p:extLst>
      <p:ext uri="{BB962C8B-B14F-4D97-AF65-F5344CB8AC3E}">
        <p14:creationId xmlns:p14="http://schemas.microsoft.com/office/powerpoint/2010/main" val="1802777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0BAAA3-EDB7-472A-A765-F0DBDAA42A88}" type="datetimeFigureOut">
              <a:rPr lang="en-IN" smtClean="0"/>
              <a:t>16-07-2025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0AFA18-B5E9-44AB-BE35-EB1C0427FFA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8" r:id="rId1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useBgFill="1">
        <p:nvSpPr>
          <p:cNvPr id="7" name="Rounded Rectangle 6"/>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3" name="Text Placeholder 2"/>
          <p:cNvSpPr>
            <a:spLocks noGrp="1"/>
          </p:cNvSpPr>
          <p:nvPr>
            <p:ph type="body" idx="1"/>
          </p:nvPr>
        </p:nvSpPr>
        <p:spPr>
          <a:xfrm>
            <a:off x="609600" y="1752601"/>
            <a:ext cx="10972800" cy="4373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2"/>
                </a:solidFill>
              </a:defRPr>
            </a:lvl1pPr>
          </a:lstStyle>
          <a:p>
            <a:fld id="{A32E7D50-7C8E-419E-9ED2-EDC9DB32C7EF}" type="datetimeFigureOut">
              <a:rPr lang="en-US" smtClean="0">
                <a:solidFill>
                  <a:srgbClr val="564B3C"/>
                </a:solidFill>
              </a:rPr>
              <a:pPr/>
              <a:t>7/16/2025</a:t>
            </a:fld>
            <a:endParaRPr lang="en-US">
              <a:solidFill>
                <a:srgbClr val="564B3C"/>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2"/>
                </a:solidFill>
              </a:defRPr>
            </a:lvl1pPr>
          </a:lstStyle>
          <a:p>
            <a:endParaRPr lang="en-US">
              <a:solidFill>
                <a:srgbClr val="564B3C"/>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2"/>
                </a:solidFill>
              </a:defRPr>
            </a:lvl1pPr>
          </a:lstStyle>
          <a:p>
            <a:fld id="{8B0B06DD-34BD-4173-B15F-4D9372AA9BF2}" type="slidenum">
              <a:rPr lang="en-US" smtClean="0">
                <a:solidFill>
                  <a:srgbClr val="564B3C"/>
                </a:solidFill>
              </a:rPr>
              <a:pPr/>
              <a:t>‹#›</a:t>
            </a:fld>
            <a:endParaRPr lang="en-US">
              <a:solidFill>
                <a:srgbClr val="564B3C"/>
              </a:solidFill>
            </a:endParaRPr>
          </a:p>
        </p:txBody>
      </p:sp>
      <p:sp>
        <p:nvSpPr>
          <p:cNvPr id="9" name="Rectangle 8"/>
          <p:cNvSpPr/>
          <p:nvPr/>
        </p:nvSpPr>
        <p:spPr>
          <a:xfrm>
            <a:off x="365760" y="278166"/>
            <a:ext cx="1146048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0" name="Rectangle 9"/>
          <p:cNvSpPr/>
          <p:nvPr/>
        </p:nvSpPr>
        <p:spPr>
          <a:xfrm>
            <a:off x="497151" y="372862"/>
            <a:ext cx="11174027"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2" name="Title Placeholder 1"/>
          <p:cNvSpPr>
            <a:spLocks noGrp="1"/>
          </p:cNvSpPr>
          <p:nvPr>
            <p:ph type="title"/>
          </p:nvPr>
        </p:nvSpPr>
        <p:spPr>
          <a:xfrm>
            <a:off x="568171" y="408373"/>
            <a:ext cx="11014229" cy="1039427"/>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412583327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file:///C:\Users\tssig\AppData\Local\Temp\wps\INetCache\0d462245193734501bebb068b2f3c065" TargetMode="External"/><Relationship Id="rId2" Type="http://schemas.openxmlformats.org/officeDocument/2006/relationships/image" Target="NULL"/><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7.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8.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9.w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20.wmf"/><Relationship Id="rId4"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1.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649505" y="1287137"/>
            <a:ext cx="8767483" cy="5296033"/>
          </a:xfrm>
          <a:prstGeom prst="rect">
            <a:avLst/>
          </a:prstGeom>
        </p:spPr>
      </p:pic>
      <p:pic>
        <p:nvPicPr>
          <p:cNvPr id="4" name="Picture 3"/>
          <p:cNvPicPr>
            <a:picLocks noChangeAspect="1"/>
          </p:cNvPicPr>
          <p:nvPr/>
        </p:nvPicPr>
        <p:blipFill>
          <a:blip r:embed="rId3"/>
          <a:stretch>
            <a:fillRect/>
          </a:stretch>
        </p:blipFill>
        <p:spPr>
          <a:xfrm>
            <a:off x="1759324" y="0"/>
            <a:ext cx="7677150" cy="1104900"/>
          </a:xfrm>
          <a:prstGeom prst="rect">
            <a:avLst/>
          </a:prstGeom>
        </p:spPr>
      </p:pic>
    </p:spTree>
    <p:extLst>
      <p:ext uri="{BB962C8B-B14F-4D97-AF65-F5344CB8AC3E}">
        <p14:creationId xmlns:p14="http://schemas.microsoft.com/office/powerpoint/2010/main" val="1065429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6129" t="6334" r="9260" b="2764"/>
          <a:stretch/>
        </p:blipFill>
        <p:spPr>
          <a:xfrm>
            <a:off x="1748116" y="502023"/>
            <a:ext cx="8390965" cy="6090216"/>
          </a:xfrm>
          <a:prstGeom prst="rect">
            <a:avLst/>
          </a:prstGeom>
        </p:spPr>
      </p:pic>
    </p:spTree>
    <p:extLst>
      <p:ext uri="{BB962C8B-B14F-4D97-AF65-F5344CB8AC3E}">
        <p14:creationId xmlns:p14="http://schemas.microsoft.com/office/powerpoint/2010/main" val="2021301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88677" y="1201269"/>
            <a:ext cx="9625170" cy="4383741"/>
          </a:xfrm>
          <a:prstGeom prst="rect">
            <a:avLst/>
          </a:prstGeom>
        </p:spPr>
      </p:pic>
    </p:spTree>
    <p:extLst>
      <p:ext uri="{BB962C8B-B14F-4D97-AF65-F5344CB8AC3E}">
        <p14:creationId xmlns:p14="http://schemas.microsoft.com/office/powerpoint/2010/main" val="193337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p:cNvSpPr txBox="1"/>
          <p:nvPr/>
        </p:nvSpPr>
        <p:spPr>
          <a:xfrm>
            <a:off x="5482690" y="140314"/>
            <a:ext cx="1226618" cy="784830"/>
          </a:xfrm>
          <a:prstGeom prst="rect">
            <a:avLst/>
          </a:prstGeom>
          <a:noFill/>
        </p:spPr>
        <p:txBody>
          <a:bodyPr wrap="none" rtlCol="0">
            <a:spAutoFit/>
          </a:bodyPr>
          <a:lstStyle/>
          <a:p>
            <a:r>
              <a:rPr lang="en-IN" sz="4500" dirty="0" smtClean="0">
                <a:solidFill>
                  <a:srgbClr val="FFFF00"/>
                </a:solidFill>
                <a:latin typeface="Times New Roman" panose="02020603050405020304" pitchFamily="18" charset="0"/>
                <a:cs typeface="Times New Roman" panose="02020603050405020304" pitchFamily="18" charset="0"/>
              </a:rPr>
              <a:t>Sun </a:t>
            </a:r>
            <a:endParaRPr lang="en-IN" sz="4500" dirty="0">
              <a:solidFill>
                <a:srgbClr val="FFFF00"/>
              </a:solidFill>
              <a:latin typeface="Times New Roman" panose="02020603050405020304" pitchFamily="18" charset="0"/>
              <a:cs typeface="Times New Roman" panose="02020603050405020304" pitchFamily="18" charset="0"/>
            </a:endParaRPr>
          </a:p>
        </p:txBody>
      </p:sp>
      <p:pic>
        <p:nvPicPr>
          <p:cNvPr id="6146" name="Picture 2" descr="sol GIF - Find &amp; Share on GIPHY"/>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358869" y="925144"/>
            <a:ext cx="5474261" cy="547426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84863" y="5915816"/>
            <a:ext cx="3439403" cy="369332"/>
          </a:xfrm>
          <a:prstGeom prst="rect">
            <a:avLst/>
          </a:prstGeom>
        </p:spPr>
        <p:txBody>
          <a:bodyPr wrap="none">
            <a:spAutoFit/>
          </a:bodyPr>
          <a:lstStyle/>
          <a:p>
            <a:r>
              <a:rPr lang="en-IN" dirty="0">
                <a:solidFill>
                  <a:schemeClr val="bg1"/>
                </a:solidFill>
              </a:rPr>
              <a:t>E ≈ </a:t>
            </a:r>
            <a:r>
              <a:rPr lang="en-IN" b="1" dirty="0">
                <a:solidFill>
                  <a:schemeClr val="bg1"/>
                </a:solidFill>
              </a:rPr>
              <a:t>1.06 × 10⁻¹² joules per reaction</a:t>
            </a:r>
            <a:endParaRPr lang="en-US" sz="2600" b="1" dirty="0">
              <a:solidFill>
                <a:schemeClr val="bg1"/>
              </a:solidFill>
            </a:endParaRPr>
          </a:p>
        </p:txBody>
      </p:sp>
    </p:spTree>
    <p:extLst>
      <p:ext uri="{BB962C8B-B14F-4D97-AF65-F5344CB8AC3E}">
        <p14:creationId xmlns:p14="http://schemas.microsoft.com/office/powerpoint/2010/main" val="35865500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Energy from the Sun</a:t>
            </a:r>
          </a:p>
        </p:txBody>
      </p:sp>
      <p:sp>
        <p:nvSpPr>
          <p:cNvPr id="3" name="Content Placeholder 2"/>
          <p:cNvSpPr>
            <a:spLocks noGrp="1"/>
          </p:cNvSpPr>
          <p:nvPr>
            <p:ph idx="1"/>
          </p:nvPr>
        </p:nvSpPr>
        <p:spPr>
          <a:xfrm>
            <a:off x="1828800" y="1752601"/>
            <a:ext cx="8534400" cy="4373563"/>
          </a:xfrm>
        </p:spPr>
        <p:txBody>
          <a:bodyPr>
            <a:normAutofit fontScale="70000" lnSpcReduction="20000"/>
          </a:bodyPr>
          <a:lstStyle/>
          <a:p>
            <a:r>
              <a:rPr lang="en-US" sz="2600" b="1" dirty="0"/>
              <a:t>Age Almost 			5 billion years</a:t>
            </a:r>
          </a:p>
          <a:p>
            <a:endParaRPr lang="en-US" sz="2600" b="1" dirty="0"/>
          </a:p>
          <a:p>
            <a:r>
              <a:rPr lang="en-US" sz="2600" b="1" dirty="0"/>
              <a:t>Mean distance from earth 	149 600 000 km</a:t>
            </a:r>
          </a:p>
          <a:p>
            <a:endParaRPr lang="en-US" sz="2600" b="1" dirty="0"/>
          </a:p>
          <a:p>
            <a:r>
              <a:rPr lang="en-US" sz="2600" b="1" dirty="0"/>
              <a:t>Period of rotation 		25 day at the equator</a:t>
            </a:r>
          </a:p>
          <a:p>
            <a:endParaRPr lang="en-US" sz="2600" b="1" dirty="0"/>
          </a:p>
          <a:p>
            <a:r>
              <a:rPr lang="en-US" sz="2600" b="1" dirty="0"/>
              <a:t>Diameter 		              1392 000 km (10</a:t>
            </a:r>
            <a:r>
              <a:rPr lang="en-US" sz="2600" b="1" baseline="30000" dirty="0"/>
              <a:t>9</a:t>
            </a:r>
            <a:r>
              <a:rPr lang="en-US" sz="2600" b="1" dirty="0"/>
              <a:t> x the earth’s diameter)</a:t>
            </a:r>
          </a:p>
          <a:p>
            <a:endParaRPr lang="en-US" sz="2600" b="1" dirty="0"/>
          </a:p>
          <a:p>
            <a:r>
              <a:rPr lang="en-US" sz="2600" b="1" dirty="0"/>
              <a:t>Mass 		              1993 x 1027 tons (333 000 x earth’s mass)</a:t>
            </a:r>
          </a:p>
          <a:p>
            <a:endParaRPr lang="en-US" sz="2600" b="1" dirty="0"/>
          </a:p>
          <a:p>
            <a:r>
              <a:rPr lang="en-US" sz="2600" b="1" dirty="0"/>
              <a:t>Temperature 	                             15 x10</a:t>
            </a:r>
            <a:r>
              <a:rPr lang="en-US" sz="2600" b="1" baseline="30000" dirty="0"/>
              <a:t>6</a:t>
            </a:r>
            <a:r>
              <a:rPr lang="en-US" sz="2600" b="1" dirty="0"/>
              <a:t> </a:t>
            </a:r>
            <a:r>
              <a:rPr lang="en-US" sz="2600" b="1" baseline="30000" dirty="0"/>
              <a:t>0</a:t>
            </a:r>
            <a:r>
              <a:rPr lang="en-US" sz="2600" b="1" dirty="0"/>
              <a:t>C at center 6000 </a:t>
            </a:r>
            <a:r>
              <a:rPr lang="en-US" sz="2600" b="1" baseline="30000" dirty="0"/>
              <a:t>0</a:t>
            </a:r>
            <a:r>
              <a:rPr lang="en-US" sz="2600" b="1" dirty="0"/>
              <a:t>C on surface</a:t>
            </a:r>
          </a:p>
          <a:p>
            <a:endParaRPr lang="en-US" sz="2600" b="1" dirty="0"/>
          </a:p>
          <a:p>
            <a:r>
              <a:rPr lang="en-US" sz="2600" b="1" dirty="0"/>
              <a:t>Energy radiation 		380 x 10</a:t>
            </a:r>
            <a:r>
              <a:rPr lang="en-US" sz="2600" b="1" baseline="30000" dirty="0"/>
              <a:t>21</a:t>
            </a:r>
            <a:r>
              <a:rPr lang="en-US" sz="2600" b="1" dirty="0"/>
              <a:t> kW</a:t>
            </a:r>
          </a:p>
          <a:p>
            <a:endParaRPr lang="en-US" sz="2600" b="1" dirty="0"/>
          </a:p>
          <a:p>
            <a:r>
              <a:rPr lang="en-US" sz="2600" b="1" dirty="0"/>
              <a:t>The earth receives 		170 x 10</a:t>
            </a:r>
            <a:r>
              <a:rPr lang="en-US" sz="2600" b="1" baseline="30000" dirty="0"/>
              <a:t>12</a:t>
            </a:r>
            <a:r>
              <a:rPr lang="en-US" sz="2600" b="1" dirty="0"/>
              <a:t> </a:t>
            </a:r>
            <a:r>
              <a:rPr lang="en-US" sz="2600" b="1" dirty="0" smtClean="0"/>
              <a:t>kW</a:t>
            </a:r>
          </a:p>
          <a:p>
            <a:endParaRPr lang="en-US" dirty="0"/>
          </a:p>
        </p:txBody>
      </p:sp>
    </p:spTree>
    <p:extLst>
      <p:ext uri="{BB962C8B-B14F-4D97-AF65-F5344CB8AC3E}">
        <p14:creationId xmlns:p14="http://schemas.microsoft.com/office/powerpoint/2010/main" val="3184595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r>
              <a:rPr lang="en-US" sz="4000" b="1" dirty="0" smtClean="0"/>
              <a:t>Solar </a:t>
            </a:r>
            <a:r>
              <a:rPr lang="en-US" sz="4000" b="1" dirty="0"/>
              <a:t>Radiation</a:t>
            </a:r>
          </a:p>
        </p:txBody>
      </p:sp>
      <p:sp>
        <p:nvSpPr>
          <p:cNvPr id="5" name="Slide Number Placeholder 4"/>
          <p:cNvSpPr>
            <a:spLocks noGrp="1"/>
          </p:cNvSpPr>
          <p:nvPr>
            <p:ph type="sldNum" sz="quarter" idx="12"/>
          </p:nvPr>
        </p:nvSpPr>
        <p:spPr/>
        <p:txBody>
          <a:bodyPr/>
          <a:lstStyle/>
          <a:p>
            <a:fld id="{320D53A7-B459-4211-B990-3D254C172320}" type="slidenum">
              <a:rPr lang="en-US">
                <a:solidFill>
                  <a:srgbClr val="000000"/>
                </a:solidFill>
              </a:rPr>
              <a:pPr/>
              <a:t>6</a:t>
            </a:fld>
            <a:endParaRPr lang="en-US">
              <a:solidFill>
                <a:srgbClr val="000000"/>
              </a:solidFill>
            </a:endParaRPr>
          </a:p>
        </p:txBody>
      </p:sp>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6532" y="1226529"/>
            <a:ext cx="5938935" cy="5018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5543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503831" y="372145"/>
            <a:ext cx="8339418" cy="6349330"/>
          </a:xfrm>
          <a:prstGeom prst="rect">
            <a:avLst/>
          </a:prstGeom>
        </p:spPr>
      </p:pic>
    </p:spTree>
    <p:extLst>
      <p:ext uri="{BB962C8B-B14F-4D97-AF65-F5344CB8AC3E}">
        <p14:creationId xmlns:p14="http://schemas.microsoft.com/office/powerpoint/2010/main" val="7231517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1958" t="15100" r="11835" b="23311"/>
          <a:stretch/>
        </p:blipFill>
        <p:spPr>
          <a:xfrm>
            <a:off x="-576096" y="1214644"/>
            <a:ext cx="11498580" cy="4505325"/>
          </a:xfrm>
          <a:prstGeom prst="rect">
            <a:avLst/>
          </a:prstGeom>
        </p:spPr>
      </p:pic>
      <p:pic>
        <p:nvPicPr>
          <p:cNvPr id="3" name="Picture 2"/>
          <p:cNvPicPr>
            <a:picLocks noChangeAspect="1"/>
          </p:cNvPicPr>
          <p:nvPr/>
        </p:nvPicPr>
        <p:blipFill>
          <a:blip r:embed="rId3"/>
          <a:srcRect l="112" t="30295" r="70381" b="61450"/>
          <a:stretch>
            <a:fillRect/>
          </a:stretch>
        </p:blipFill>
        <p:spPr>
          <a:xfrm>
            <a:off x="203835" y="146685"/>
            <a:ext cx="3839210" cy="603885"/>
          </a:xfrm>
          <a:prstGeom prst="rect">
            <a:avLst/>
          </a:prstGeom>
        </p:spPr>
      </p:pic>
      <p:sp>
        <p:nvSpPr>
          <p:cNvPr id="4" name="Footer Placeholder 3"/>
          <p:cNvSpPr>
            <a:spLocks noGrp="1"/>
          </p:cNvSpPr>
          <p:nvPr>
            <p:ph type="ftr" sz="quarter" idx="11"/>
          </p:nvPr>
        </p:nvSpPr>
        <p:spPr/>
        <p:txBody>
          <a:bodyPr/>
          <a:lstStyle/>
          <a:p>
            <a:endParaRPr lang="en-I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3"/>
          <p:cNvPicPr/>
          <p:nvPr/>
        </p:nvPicPr>
        <p:blipFill>
          <a:blip r:embed="rId2"/>
          <a:stretch>
            <a:fillRect/>
          </a:stretch>
        </p:blipFill>
        <p:spPr>
          <a:xfrm>
            <a:off x="2648585" y="1104265"/>
            <a:ext cx="5904230" cy="5247640"/>
          </a:xfrm>
          <a:prstGeom prst="rect">
            <a:avLst/>
          </a:prstGeom>
          <a:noFill/>
          <a:ln w="9525">
            <a:noFill/>
          </a:ln>
        </p:spPr>
      </p:pic>
      <p:sp>
        <p:nvSpPr>
          <p:cNvPr id="2" name="Footer Placeholder 1"/>
          <p:cNvSpPr>
            <a:spLocks noGrp="1"/>
          </p:cNvSpPr>
          <p:nvPr>
            <p:ph type="ftr" sz="quarter" idx="11"/>
          </p:nvPr>
        </p:nvSpPr>
        <p:spPr/>
        <p:txBody>
          <a:bodyPr/>
          <a:lstStyle/>
          <a:p>
            <a:endParaRPr lang="en-IN"/>
          </a:p>
        </p:txBody>
      </p:sp>
      <p:sp>
        <p:nvSpPr>
          <p:cNvPr id="3" name="Text Box 2"/>
          <p:cNvSpPr txBox="1"/>
          <p:nvPr/>
        </p:nvSpPr>
        <p:spPr>
          <a:xfrm>
            <a:off x="8439150" y="1615440"/>
            <a:ext cx="3406775" cy="1076325"/>
          </a:xfrm>
          <a:prstGeom prst="rect">
            <a:avLst/>
          </a:prstGeom>
          <a:noFill/>
        </p:spPr>
        <p:txBody>
          <a:bodyPr wrap="none" rtlCol="0">
            <a:spAutoFit/>
          </a:bodyPr>
          <a:lstStyle/>
          <a:p>
            <a:r>
              <a:rPr lang="en-IN" altLang="en-US" sz="3200" b="1">
                <a:solidFill>
                  <a:schemeClr val="tx1"/>
                </a:solidFill>
                <a:effectLst>
                  <a:outerShdw blurRad="38100" dist="19050" dir="2700000" algn="tl" rotWithShape="0">
                    <a:schemeClr val="dk1">
                      <a:alpha val="40000"/>
                    </a:schemeClr>
                  </a:outerShdw>
                </a:effectLst>
              </a:rPr>
              <a:t>+ in the north pole </a:t>
            </a:r>
          </a:p>
          <a:p>
            <a:r>
              <a:rPr lang="en-IN" altLang="en-US" sz="3200" b="1">
                <a:solidFill>
                  <a:schemeClr val="tx1"/>
                </a:solidFill>
                <a:effectLst>
                  <a:outerShdw blurRad="38100" dist="19050" dir="2700000" algn="tl" rotWithShape="0">
                    <a:schemeClr val="dk1">
                      <a:alpha val="40000"/>
                    </a:schemeClr>
                  </a:outerShdw>
                </a:effectLst>
              </a:rPr>
              <a:t>- in the south pole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56870" y="534670"/>
            <a:ext cx="10821035" cy="1568450"/>
          </a:xfrm>
          <a:prstGeom prst="rect">
            <a:avLst/>
          </a:prstGeom>
          <a:noFill/>
        </p:spPr>
        <p:txBody>
          <a:bodyPr wrap="square" rtlCol="0" anchor="t">
            <a:spAutoFit/>
          </a:bodyPr>
          <a:lstStyle/>
          <a:p>
            <a:r>
              <a:rPr lang="en-US" sz="4000" b="1">
                <a:solidFill>
                  <a:srgbClr val="FF0000"/>
                </a:solidFill>
                <a:latin typeface="Times New Roman" panose="02020603050405020304" charset="0"/>
                <a:cs typeface="Times New Roman" panose="02020603050405020304" charset="0"/>
              </a:rPr>
              <a:t>Solar declination</a:t>
            </a:r>
            <a:r>
              <a:rPr lang="en-US" sz="2800" b="1">
                <a:latin typeface="Times New Roman" panose="02020603050405020304" charset="0"/>
                <a:cs typeface="Times New Roman" panose="02020603050405020304" charset="0"/>
              </a:rPr>
              <a:t> </a:t>
            </a:r>
            <a:r>
              <a:rPr lang="en-IN" altLang="en-US" sz="2800" b="1">
                <a:latin typeface="Times New Roman" panose="02020603050405020304" charset="0"/>
                <a:cs typeface="Times New Roman" panose="02020603050405020304" charset="0"/>
              </a:rPr>
              <a:t>is</a:t>
            </a:r>
            <a:r>
              <a:rPr lang="en-US" sz="2800" b="1">
                <a:latin typeface="Times New Roman" panose="02020603050405020304" charset="0"/>
                <a:cs typeface="Times New Roman" panose="02020603050405020304" charset="0"/>
              </a:rPr>
              <a:t> defined as the angle between the line joining the centers of the Sun and the Earth and its projection on the equatorial plane.</a:t>
            </a:r>
          </a:p>
        </p:txBody>
      </p:sp>
      <p:pic>
        <p:nvPicPr>
          <p:cNvPr id="100" name="Picture 99"/>
          <p:cNvPicPr/>
          <p:nvPr/>
        </p:nvPicPr>
        <p:blipFill>
          <a:blip r:embed="rId2" r:link="rId3"/>
          <a:stretch>
            <a:fillRect/>
          </a:stretch>
        </p:blipFill>
        <p:spPr>
          <a:xfrm>
            <a:off x="6096000" y="4070350"/>
            <a:ext cx="2644140" cy="1726565"/>
          </a:xfrm>
          <a:prstGeom prst="rect">
            <a:avLst/>
          </a:prstGeom>
          <a:noFill/>
          <a:ln w="9525">
            <a:noFill/>
          </a:ln>
        </p:spPr>
      </p:pic>
      <p:pic>
        <p:nvPicPr>
          <p:cNvPr id="101" name="Picture 100"/>
          <p:cNvPicPr/>
          <p:nvPr/>
        </p:nvPicPr>
        <p:blipFill>
          <a:blip r:embed="rId4"/>
          <a:srcRect b="36451"/>
          <a:stretch>
            <a:fillRect/>
          </a:stretch>
        </p:blipFill>
        <p:spPr>
          <a:xfrm>
            <a:off x="6522720" y="2711450"/>
            <a:ext cx="5482590" cy="3536315"/>
          </a:xfrm>
          <a:prstGeom prst="rect">
            <a:avLst/>
          </a:prstGeom>
          <a:noFill/>
          <a:ln w="9525">
            <a:noFill/>
          </a:ln>
        </p:spPr>
      </p:pic>
      <p:pic>
        <p:nvPicPr>
          <p:cNvPr id="102" name="Picture 101"/>
          <p:cNvPicPr/>
          <p:nvPr/>
        </p:nvPicPr>
        <p:blipFill>
          <a:blip r:embed="rId5"/>
          <a:srcRect t="31871" r="24713" b="7150"/>
          <a:stretch>
            <a:fillRect/>
          </a:stretch>
        </p:blipFill>
        <p:spPr>
          <a:xfrm>
            <a:off x="60960" y="2611120"/>
            <a:ext cx="6461760" cy="3926205"/>
          </a:xfrm>
          <a:prstGeom prst="rect">
            <a:avLst/>
          </a:prstGeom>
          <a:noFill/>
          <a:ln w="9525">
            <a:noFill/>
          </a:ln>
        </p:spPr>
      </p:pic>
      <p:sp>
        <p:nvSpPr>
          <p:cNvPr id="3" name="Footer Placeholder 2"/>
          <p:cNvSpPr>
            <a:spLocks noGrp="1"/>
          </p:cNvSpPr>
          <p:nvPr>
            <p:ph type="ftr" sz="quarter" idx="11"/>
          </p:nvPr>
        </p:nvSpPr>
        <p:spPr/>
        <p:txBody>
          <a:bodyPr/>
          <a:lstStyle/>
          <a:p>
            <a:endParaRPr lang="en-I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5674" t="26415" r="16544" b="15253"/>
          <a:stretch>
            <a:fillRect/>
          </a:stretch>
        </p:blipFill>
        <p:spPr>
          <a:xfrm>
            <a:off x="363967" y="1264024"/>
            <a:ext cx="8305101" cy="4018728"/>
          </a:xfrm>
          <a:prstGeom prst="rect">
            <a:avLst/>
          </a:prstGeom>
        </p:spPr>
      </p:pic>
      <p:pic>
        <p:nvPicPr>
          <p:cNvPr id="7170" name="Picture 2" descr="Sustainable By Design :: Declin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5268" y="4287763"/>
            <a:ext cx="4141743" cy="19899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266825" y="200025"/>
            <a:ext cx="9658350" cy="6457950"/>
          </a:xfrm>
          <a:prstGeom prst="rect">
            <a:avLst/>
          </a:prstGeom>
        </p:spPr>
      </p:pic>
    </p:spTree>
    <p:extLst>
      <p:ext uri="{BB962C8B-B14F-4D97-AF65-F5344CB8AC3E}">
        <p14:creationId xmlns:p14="http://schemas.microsoft.com/office/powerpoint/2010/main" val="26750613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4" name="Object 3"/>
          <p:cNvGraphicFramePr/>
          <p:nvPr/>
        </p:nvGraphicFramePr>
        <p:xfrm>
          <a:off x="200025" y="435610"/>
          <a:ext cx="11791950" cy="5986780"/>
        </p:xfrm>
        <a:graphic>
          <a:graphicData uri="http://schemas.openxmlformats.org/presentationml/2006/ole">
            <mc:AlternateContent xmlns:mc="http://schemas.openxmlformats.org/markup-compatibility/2006">
              <mc:Choice xmlns:v="urn:schemas-microsoft-com:vml" Requires="v">
                <p:oleObj spid="_x0000_s1042" r:id="rId3" imgW="11782425" imgH="5981700" progId="Paint.Picture">
                  <p:embed/>
                </p:oleObj>
              </mc:Choice>
              <mc:Fallback>
                <p:oleObj r:id="rId3" imgW="11782425" imgH="5981700" progId="Paint.Picture">
                  <p:embed/>
                  <p:pic>
                    <p:nvPicPr>
                      <p:cNvPr id="0" name="Picture 4"/>
                      <p:cNvPicPr/>
                      <p:nvPr/>
                    </p:nvPicPr>
                    <p:blipFill>
                      <a:blip r:embed="rId4"/>
                      <a:stretch>
                        <a:fillRect/>
                      </a:stretch>
                    </p:blipFill>
                    <p:spPr>
                      <a:xfrm>
                        <a:off x="200025" y="435610"/>
                        <a:ext cx="11791950" cy="598678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5" name="Object 4"/>
          <p:cNvGraphicFramePr/>
          <p:nvPr/>
        </p:nvGraphicFramePr>
        <p:xfrm>
          <a:off x="109855" y="180975"/>
          <a:ext cx="11861800" cy="6416675"/>
        </p:xfrm>
        <a:graphic>
          <a:graphicData uri="http://schemas.openxmlformats.org/presentationml/2006/ole">
            <mc:AlternateContent xmlns:mc="http://schemas.openxmlformats.org/markup-compatibility/2006">
              <mc:Choice xmlns:v="urn:schemas-microsoft-com:vml" Requires="v">
                <p:oleObj spid="_x0000_s2066" r:id="rId3" imgW="10581640" imgH="7315200" progId="Paint.Picture">
                  <p:embed/>
                </p:oleObj>
              </mc:Choice>
              <mc:Fallback>
                <p:oleObj r:id="rId3" imgW="10581640" imgH="7315200" progId="Paint.Picture">
                  <p:embed/>
                  <p:pic>
                    <p:nvPicPr>
                      <p:cNvPr id="0" name="Picture 5"/>
                      <p:cNvPicPr/>
                      <p:nvPr/>
                    </p:nvPicPr>
                    <p:blipFill>
                      <a:blip r:embed="rId4"/>
                      <a:stretch>
                        <a:fillRect/>
                      </a:stretch>
                    </p:blipFill>
                    <p:spPr>
                      <a:xfrm>
                        <a:off x="109855" y="180975"/>
                        <a:ext cx="11861800" cy="6416675"/>
                      </a:xfrm>
                      <a:prstGeom prst="rect">
                        <a:avLst/>
                      </a:prstGeom>
                    </p:spPr>
                  </p:pic>
                </p:oleObj>
              </mc:Fallback>
            </mc:AlternateContent>
          </a:graphicData>
        </a:graphic>
      </p:graphicFrame>
      <p:sp>
        <p:nvSpPr>
          <p:cNvPr id="7" name="Text Box 6"/>
          <p:cNvSpPr txBox="1"/>
          <p:nvPr/>
        </p:nvSpPr>
        <p:spPr>
          <a:xfrm>
            <a:off x="109855" y="4261485"/>
            <a:ext cx="5674995" cy="829945"/>
          </a:xfrm>
          <a:prstGeom prst="rect">
            <a:avLst/>
          </a:prstGeom>
          <a:noFill/>
        </p:spPr>
        <p:txBody>
          <a:bodyPr wrap="none" rtlCol="0">
            <a:spAutoFit/>
          </a:bodyPr>
          <a:lstStyle/>
          <a:p>
            <a:r>
              <a:rPr lang="en-IN" altLang="en-US" sz="2400" b="1"/>
              <a:t>Zenith angle is +90 degrees  during sun rise </a:t>
            </a:r>
          </a:p>
          <a:p>
            <a:r>
              <a:rPr lang="en-IN" altLang="en-US" sz="2400" b="1"/>
              <a:t>-90 degrees during sun set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4" name="Object 3"/>
          <p:cNvGraphicFramePr/>
          <p:nvPr/>
        </p:nvGraphicFramePr>
        <p:xfrm>
          <a:off x="395605" y="144780"/>
          <a:ext cx="11328400" cy="6621145"/>
        </p:xfrm>
        <a:graphic>
          <a:graphicData uri="http://schemas.openxmlformats.org/presentationml/2006/ole">
            <mc:AlternateContent xmlns:mc="http://schemas.openxmlformats.org/markup-compatibility/2006">
              <mc:Choice xmlns:v="urn:schemas-microsoft-com:vml" Requires="v">
                <p:oleObj spid="_x0000_s3090" r:id="rId3" imgW="10629265" imgH="7267575" progId="Paint.Picture">
                  <p:embed/>
                </p:oleObj>
              </mc:Choice>
              <mc:Fallback>
                <p:oleObj r:id="rId3" imgW="10629265" imgH="7267575" progId="Paint.Picture">
                  <p:embed/>
                  <p:pic>
                    <p:nvPicPr>
                      <p:cNvPr id="0" name="Picture 4"/>
                      <p:cNvPicPr/>
                      <p:nvPr/>
                    </p:nvPicPr>
                    <p:blipFill>
                      <a:blip r:embed="rId4"/>
                      <a:stretch>
                        <a:fillRect/>
                      </a:stretch>
                    </p:blipFill>
                    <p:spPr>
                      <a:xfrm>
                        <a:off x="395605" y="144780"/>
                        <a:ext cx="11328400" cy="662114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5" name="Object 4"/>
          <p:cNvGraphicFramePr/>
          <p:nvPr/>
        </p:nvGraphicFramePr>
        <p:xfrm>
          <a:off x="142875" y="106680"/>
          <a:ext cx="11906250" cy="6644005"/>
        </p:xfrm>
        <a:graphic>
          <a:graphicData uri="http://schemas.openxmlformats.org/presentationml/2006/ole">
            <mc:AlternateContent xmlns:mc="http://schemas.openxmlformats.org/markup-compatibility/2006">
              <mc:Choice xmlns:v="urn:schemas-microsoft-com:vml" Requires="v">
                <p:oleObj spid="_x0000_s4114" r:id="rId4" imgW="11696700" imgH="6638925" progId="Paint.Picture">
                  <p:embed/>
                </p:oleObj>
              </mc:Choice>
              <mc:Fallback>
                <p:oleObj r:id="rId4" imgW="11696700" imgH="6638925" progId="Paint.Picture">
                  <p:embed/>
                  <p:pic>
                    <p:nvPicPr>
                      <p:cNvPr id="0" name="Picture 5"/>
                      <p:cNvPicPr/>
                      <p:nvPr/>
                    </p:nvPicPr>
                    <p:blipFill>
                      <a:blip r:embed="rId5"/>
                      <a:stretch>
                        <a:fillRect/>
                      </a:stretch>
                    </p:blipFill>
                    <p:spPr>
                      <a:xfrm>
                        <a:off x="142875" y="106680"/>
                        <a:ext cx="11906250" cy="664400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3" name="Object 2"/>
          <p:cNvGraphicFramePr/>
          <p:nvPr/>
        </p:nvGraphicFramePr>
        <p:xfrm>
          <a:off x="53340" y="42545"/>
          <a:ext cx="12106910" cy="6642100"/>
        </p:xfrm>
        <a:graphic>
          <a:graphicData uri="http://schemas.openxmlformats.org/presentationml/2006/ole">
            <mc:AlternateContent xmlns:mc="http://schemas.openxmlformats.org/markup-compatibility/2006">
              <mc:Choice xmlns:v="urn:schemas-microsoft-com:vml" Requires="v">
                <p:oleObj spid="_x0000_s5138" r:id="rId3" imgW="10876915" imgH="6810375" progId="Paint.Picture">
                  <p:embed/>
                </p:oleObj>
              </mc:Choice>
              <mc:Fallback>
                <p:oleObj r:id="rId3" imgW="10876915" imgH="6810375" progId="Paint.Picture">
                  <p:embed/>
                  <p:pic>
                    <p:nvPicPr>
                      <p:cNvPr id="0" name="Picture 3"/>
                      <p:cNvPicPr/>
                      <p:nvPr/>
                    </p:nvPicPr>
                    <p:blipFill>
                      <a:blip r:embed="rId4"/>
                      <a:stretch>
                        <a:fillRect/>
                      </a:stretch>
                    </p:blipFill>
                    <p:spPr>
                      <a:xfrm>
                        <a:off x="53340" y="42545"/>
                        <a:ext cx="12106910" cy="664210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IN"/>
          </a:p>
        </p:txBody>
      </p:sp>
      <p:sp>
        <p:nvSpPr>
          <p:cNvPr id="5" name="Text Box 4"/>
          <p:cNvSpPr txBox="1"/>
          <p:nvPr/>
        </p:nvSpPr>
        <p:spPr>
          <a:xfrm>
            <a:off x="294005" y="0"/>
            <a:ext cx="11603990" cy="7539355"/>
          </a:xfrm>
          <a:prstGeom prst="rect">
            <a:avLst/>
          </a:prstGeom>
          <a:noFill/>
        </p:spPr>
        <p:txBody>
          <a:bodyPr wrap="square" rtlCol="0" anchor="t">
            <a:spAutoFit/>
          </a:bodyPr>
          <a:lstStyle/>
          <a:p>
            <a:r>
              <a:rPr lang="en-US" sz="2800" b="1"/>
              <a:t>Solar Elevation Angle (Altitude):</a:t>
            </a:r>
            <a:r>
              <a:rPr lang="en-US" sz="2800"/>
              <a:t> This angle measures the height of the Sun above the horizon as observed from a specific location on Earth. It ranges from 0° (on the horizon) to 90° (directly overhead). Higher values indicate the Sun is higher in the sky, leading to more direct sunlight and potentially higher temperatures.</a:t>
            </a:r>
          </a:p>
          <a:p>
            <a:endParaRPr lang="en-US" sz="2800"/>
          </a:p>
          <a:p>
            <a:r>
              <a:rPr lang="en-US" sz="2800" b="1"/>
              <a:t>Solar Azimuth Angle:</a:t>
            </a:r>
            <a:r>
              <a:rPr lang="en-US" sz="2800"/>
              <a:t> This angle defines the direction of the Sun relative to the observer's location. It is measured clockwise from true north. A solar azimuth angle of 0° indicates the Sun is due north, 90° means it's due east, 180° is due south, and 270° is due west.</a:t>
            </a:r>
          </a:p>
          <a:p>
            <a:endParaRPr lang="en-US" sz="2800"/>
          </a:p>
          <a:p>
            <a:r>
              <a:rPr lang="en-US" sz="2800" b="1"/>
              <a:t>S</a:t>
            </a:r>
            <a:r>
              <a:rPr lang="en-US" sz="2800" b="1">
                <a:sym typeface="+mn-ea"/>
              </a:rPr>
              <a:t>olar Declination Angle:</a:t>
            </a:r>
            <a:r>
              <a:rPr lang="en-US" sz="2800">
                <a:sym typeface="+mn-ea"/>
              </a:rPr>
              <a:t> This angle measures the latitude at which the Sun's rays are perpendicular to the Earth's surface. It changes throughout the year as the Earth orbits the Sun, causing the seasons. The solar declination angle is 0° during the equinoxes, positive during the northern hemisphere's summer, and negative during its winter.</a:t>
            </a:r>
            <a:endParaRPr lang="en-US" sz="2800"/>
          </a:p>
          <a:p>
            <a:endParaRPr lang="en-US"/>
          </a:p>
          <a:p>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sp>
        <p:nvSpPr>
          <p:cNvPr id="3" name="Text Box 2"/>
          <p:cNvSpPr txBox="1"/>
          <p:nvPr/>
        </p:nvSpPr>
        <p:spPr>
          <a:xfrm>
            <a:off x="384810" y="0"/>
            <a:ext cx="11423015" cy="7232015"/>
          </a:xfrm>
          <a:prstGeom prst="rect">
            <a:avLst/>
          </a:prstGeom>
          <a:noFill/>
        </p:spPr>
        <p:txBody>
          <a:bodyPr wrap="square" rtlCol="0" anchor="t">
            <a:spAutoFit/>
          </a:bodyPr>
          <a:lstStyle/>
          <a:p>
            <a:endParaRPr lang="en-US"/>
          </a:p>
          <a:p>
            <a:r>
              <a:rPr lang="en-US" sz="2800" b="1">
                <a:sym typeface="+mn-ea"/>
              </a:rPr>
              <a:t>Hour Angle: </a:t>
            </a:r>
            <a:r>
              <a:rPr lang="en-US" sz="2800">
                <a:sym typeface="+mn-ea"/>
              </a:rPr>
              <a:t>This angle measures the time since solar noon, which is the time when the Sun is at its highest point in the sky. It is often expressed in degrees, with 15° per hour of time.</a:t>
            </a:r>
          </a:p>
          <a:p>
            <a:endParaRPr lang="en-US" sz="2800"/>
          </a:p>
          <a:p>
            <a:endParaRPr lang="en-US" sz="2800"/>
          </a:p>
          <a:p>
            <a:r>
              <a:rPr lang="en-US" sz="2800" b="1">
                <a:sym typeface="+mn-ea"/>
              </a:rPr>
              <a:t>Inclination of Earth's Axis:</a:t>
            </a:r>
            <a:r>
              <a:rPr lang="en-US" sz="2800">
                <a:sym typeface="+mn-ea"/>
              </a:rPr>
              <a:t> Earth's axis is tilted relative to its orbital plane around the Sun. This tilt is responsible for the changing seasons as different parts of the Earth receive varying amounts of sunlight throughout the year. The axial tilt is approximately 23.5°.</a:t>
            </a:r>
          </a:p>
          <a:p>
            <a:endParaRPr lang="en-US" sz="2800"/>
          </a:p>
          <a:p>
            <a:endParaRPr lang="en-US" sz="2800" b="1"/>
          </a:p>
          <a:p>
            <a:r>
              <a:rPr lang="en-US" sz="2800" b="1">
                <a:sym typeface="+mn-ea"/>
              </a:rPr>
              <a:t>Angle of Incidence:</a:t>
            </a:r>
            <a:r>
              <a:rPr lang="en-US" sz="2800">
                <a:sym typeface="+mn-ea"/>
              </a:rPr>
              <a:t> This angle refers to the angle at which sunlight strikes a surface. The more direct the sunlight, the smaller the angle of incidence, resulting in more concentrated energy per unit area.</a:t>
            </a:r>
            <a:endParaRPr lang="en-US" sz="2800"/>
          </a:p>
          <a:p>
            <a:endParaRPr lang="en-US"/>
          </a:p>
          <a:p>
            <a:endParaRPr lang="en-US"/>
          </a:p>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352550" y="119062"/>
            <a:ext cx="9486900" cy="6619875"/>
          </a:xfrm>
          <a:prstGeom prst="rect">
            <a:avLst/>
          </a:prstGeom>
        </p:spPr>
      </p:pic>
    </p:spTree>
    <p:extLst>
      <p:ext uri="{BB962C8B-B14F-4D97-AF65-F5344CB8AC3E}">
        <p14:creationId xmlns:p14="http://schemas.microsoft.com/office/powerpoint/2010/main" val="38004407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100" name="Picture 99"/>
          <p:cNvPicPr/>
          <p:nvPr/>
        </p:nvPicPr>
        <p:blipFill>
          <a:blip r:embed="rId2"/>
          <a:stretch>
            <a:fillRect/>
          </a:stretch>
        </p:blipFill>
        <p:spPr>
          <a:xfrm>
            <a:off x="416560" y="624205"/>
            <a:ext cx="11066780" cy="5594985"/>
          </a:xfrm>
          <a:prstGeom prst="rect">
            <a:avLst/>
          </a:prstGeom>
          <a:noFill/>
          <a:ln w="9525">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390650" y="1064839"/>
            <a:ext cx="9410700" cy="5553075"/>
          </a:xfrm>
          <a:prstGeom prst="rect">
            <a:avLst/>
          </a:prstGeom>
        </p:spPr>
      </p:pic>
      <p:sp>
        <p:nvSpPr>
          <p:cNvPr id="4" name="TextBox 3"/>
          <p:cNvSpPr txBox="1"/>
          <p:nvPr/>
        </p:nvSpPr>
        <p:spPr>
          <a:xfrm>
            <a:off x="4271683" y="356953"/>
            <a:ext cx="3017493" cy="707886"/>
          </a:xfrm>
          <a:prstGeom prst="rect">
            <a:avLst/>
          </a:prstGeom>
          <a:noFill/>
        </p:spPr>
        <p:txBody>
          <a:bodyPr wrap="none" rtlCol="0">
            <a:spAutoFit/>
          </a:bodyPr>
          <a:lstStyle/>
          <a:p>
            <a:r>
              <a:rPr lang="en-IN" sz="4000" b="1" dirty="0" err="1" smtClean="0"/>
              <a:t>Pyranometer</a:t>
            </a:r>
            <a:r>
              <a:rPr lang="en-IN" dirty="0" smtClean="0"/>
              <a:t> </a:t>
            </a:r>
            <a:endParaRPr lang="en-IN" dirty="0"/>
          </a:p>
        </p:txBody>
      </p:sp>
    </p:spTree>
    <p:extLst>
      <p:ext uri="{BB962C8B-B14F-4D97-AF65-F5344CB8AC3E}">
        <p14:creationId xmlns:p14="http://schemas.microsoft.com/office/powerpoint/2010/main" val="4098927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732155" y="2186305"/>
            <a:ext cx="7221855" cy="3837305"/>
          </a:xfrm>
          <a:prstGeom prst="rect">
            <a:avLst/>
          </a:prstGeom>
        </p:spPr>
      </p:pic>
      <p:pic>
        <p:nvPicPr>
          <p:cNvPr id="4" name="Picture 3"/>
          <p:cNvPicPr>
            <a:picLocks noChangeAspect="1"/>
          </p:cNvPicPr>
          <p:nvPr/>
        </p:nvPicPr>
        <p:blipFill>
          <a:blip r:embed="rId3"/>
          <a:stretch>
            <a:fillRect/>
          </a:stretch>
        </p:blipFill>
        <p:spPr>
          <a:xfrm>
            <a:off x="8035925" y="288925"/>
            <a:ext cx="3937635" cy="26790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218639" y="150665"/>
            <a:ext cx="9028019" cy="6388247"/>
          </a:xfrm>
          <a:prstGeom prst="rect">
            <a:avLst/>
          </a:prstGeom>
        </p:spPr>
      </p:pic>
    </p:spTree>
    <p:extLst>
      <p:ext uri="{BB962C8B-B14F-4D97-AF65-F5344CB8AC3E}">
        <p14:creationId xmlns:p14="http://schemas.microsoft.com/office/powerpoint/2010/main" val="3174041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102" name="Picture 101"/>
          <p:cNvPicPr/>
          <p:nvPr/>
        </p:nvPicPr>
        <p:blipFill>
          <a:blip r:embed="rId2"/>
          <a:stretch>
            <a:fillRect/>
          </a:stretch>
        </p:blipFill>
        <p:spPr>
          <a:xfrm>
            <a:off x="7782560" y="0"/>
            <a:ext cx="4409440" cy="2290445"/>
          </a:xfrm>
          <a:prstGeom prst="rect">
            <a:avLst/>
          </a:prstGeom>
          <a:noFill/>
          <a:ln w="9525">
            <a:noFill/>
          </a:ln>
        </p:spPr>
      </p:pic>
      <p:pic>
        <p:nvPicPr>
          <p:cNvPr id="103" name="Picture 102"/>
          <p:cNvPicPr/>
          <p:nvPr/>
        </p:nvPicPr>
        <p:blipFill>
          <a:blip r:embed="rId3"/>
          <a:stretch>
            <a:fillRect/>
          </a:stretch>
        </p:blipFill>
        <p:spPr>
          <a:xfrm>
            <a:off x="144780" y="1931035"/>
            <a:ext cx="8008620" cy="452818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398088" y="85725"/>
            <a:ext cx="8258175" cy="6772275"/>
          </a:xfrm>
          <a:prstGeom prst="rect">
            <a:avLst/>
          </a:prstGeom>
        </p:spPr>
      </p:pic>
    </p:spTree>
    <p:extLst>
      <p:ext uri="{BB962C8B-B14F-4D97-AF65-F5344CB8AC3E}">
        <p14:creationId xmlns:p14="http://schemas.microsoft.com/office/powerpoint/2010/main" val="1567146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545572" y="129544"/>
            <a:ext cx="8548688" cy="6409368"/>
          </a:xfrm>
          <a:prstGeom prst="rect">
            <a:avLst/>
          </a:prstGeom>
        </p:spPr>
      </p:pic>
    </p:spTree>
    <p:extLst>
      <p:ext uri="{BB962C8B-B14F-4D97-AF65-F5344CB8AC3E}">
        <p14:creationId xmlns:p14="http://schemas.microsoft.com/office/powerpoint/2010/main" val="2750823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244973" y="222717"/>
            <a:ext cx="9288556" cy="6406212"/>
          </a:xfrm>
          <a:prstGeom prst="rect">
            <a:avLst/>
          </a:prstGeom>
        </p:spPr>
      </p:pic>
    </p:spTree>
    <p:extLst>
      <p:ext uri="{BB962C8B-B14F-4D97-AF65-F5344CB8AC3E}">
        <p14:creationId xmlns:p14="http://schemas.microsoft.com/office/powerpoint/2010/main" val="27759902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676400" y="446050"/>
            <a:ext cx="8193741" cy="6206882"/>
          </a:xfrm>
          <a:prstGeom prst="rect">
            <a:avLst/>
          </a:prstGeom>
        </p:spPr>
      </p:pic>
    </p:spTree>
    <p:extLst>
      <p:ext uri="{BB962C8B-B14F-4D97-AF65-F5344CB8AC3E}">
        <p14:creationId xmlns:p14="http://schemas.microsoft.com/office/powerpoint/2010/main" val="4274765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15" name="Picture 14"/>
          <p:cNvPicPr>
            <a:picLocks noChangeAspect="1"/>
          </p:cNvPicPr>
          <p:nvPr/>
        </p:nvPicPr>
        <p:blipFill>
          <a:blip r:embed="rId2"/>
          <a:stretch>
            <a:fillRect/>
          </a:stretch>
        </p:blipFill>
        <p:spPr>
          <a:xfrm>
            <a:off x="2047905" y="392929"/>
            <a:ext cx="8096190" cy="6072142"/>
          </a:xfrm>
          <a:prstGeom prst="rect">
            <a:avLst/>
          </a:prstGeom>
        </p:spPr>
      </p:pic>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9352</TotalTime>
  <Words>388</Words>
  <Application>Microsoft Office PowerPoint</Application>
  <PresentationFormat>Widescreen</PresentationFormat>
  <Paragraphs>40</Paragraphs>
  <Slides>30</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30</vt:i4>
      </vt:variant>
    </vt:vector>
  </HeadingPairs>
  <TitlesOfParts>
    <vt:vector size="39" baseType="lpstr">
      <vt:lpstr>Arial</vt:lpstr>
      <vt:lpstr>Book Antiqua</vt:lpstr>
      <vt:lpstr>Calibri</vt:lpstr>
      <vt:lpstr>Calibri Light</vt:lpstr>
      <vt:lpstr>Century Gothic</vt:lpstr>
      <vt:lpstr>Times New Roman</vt:lpstr>
      <vt:lpstr>Office Theme</vt:lpstr>
      <vt:lpstr>Apothecary</vt:lpstr>
      <vt:lpstr>Bitmap Image</vt:lpstr>
      <vt:lpstr>PowerPoint Presentation</vt:lpstr>
      <vt:lpstr>PowerPoint Presentation</vt:lpstr>
      <vt:lpstr>PowerPoint Presentation</vt:lpstr>
      <vt:lpstr>PowerPoint Presentation</vt:lpstr>
      <vt:lpstr>Energy from the Sun</vt:lpstr>
      <vt:lpstr>Solar Radiation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tssigikumar@gmail.com</dc:creator>
  <cp:lastModifiedBy>krishnaraj v</cp:lastModifiedBy>
  <cp:revision>80</cp:revision>
  <dcterms:created xsi:type="dcterms:W3CDTF">2022-09-13T04:33:00Z</dcterms:created>
  <dcterms:modified xsi:type="dcterms:W3CDTF">2025-07-16T05:39:38Z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430FBA0E86FC4FE9BF941FABF3F8DB9A</vt:lpwstr>
  </property>
  <property fmtid="{D5CDD505-2E9C-101B-9397-08002B2CF9AE}" pid="3" name="KSOProductBuildVer">
    <vt:lpwstr>1033-12.2.0.13266</vt:lpwstr>
  </property>
</Properties>
</file>