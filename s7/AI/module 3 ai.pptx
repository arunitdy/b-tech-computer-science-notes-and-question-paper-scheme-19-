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81" r:id="rId15"/>
    <p:sldId id="282" r:id="rId16"/>
    <p:sldId id="285" r:id="rId17"/>
    <p:sldId id="283" r:id="rId18"/>
    <p:sldId id="284" r:id="rId19"/>
    <p:sldId id="270" r:id="rId20"/>
    <p:sldId id="271" r:id="rId21"/>
    <p:sldId id="273" r:id="rId22"/>
    <p:sldId id="293" r:id="rId23"/>
    <p:sldId id="294" r:id="rId24"/>
    <p:sldId id="295" r:id="rId25"/>
    <p:sldId id="287" r:id="rId26"/>
    <p:sldId id="288" r:id="rId27"/>
    <p:sldId id="289" r:id="rId28"/>
    <p:sldId id="290" r:id="rId29"/>
    <p:sldId id="291" r:id="rId30"/>
    <p:sldId id="292" r:id="rId31"/>
    <p:sldId id="278" r:id="rId32"/>
    <p:sldId id="296" r:id="rId33"/>
    <p:sldId id="297" r:id="rId34"/>
    <p:sldId id="298" r:id="rId35"/>
    <p:sldId id="299" r:id="rId36"/>
    <p:sldId id="301" r:id="rId37"/>
    <p:sldId id="302" r:id="rId38"/>
    <p:sldId id="303" r:id="rId39"/>
    <p:sldId id="304" r:id="rId40"/>
    <p:sldId id="309" r:id="rId41"/>
    <p:sldId id="310" r:id="rId42"/>
    <p:sldId id="311" r:id="rId43"/>
    <p:sldId id="312" r:id="rId44"/>
    <p:sldId id="313" r:id="rId45"/>
    <p:sldId id="314" r:id="rId46"/>
    <p:sldId id="315" r:id="rId47"/>
    <p:sldId id="305" r:id="rId48"/>
    <p:sldId id="306" r:id="rId49"/>
    <p:sldId id="307" r:id="rId50"/>
    <p:sldId id="308" r:id="rId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7B9E5-3C6E-46FA-9E61-57969DC52692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5A9E-3A05-432B-93EE-90FB84569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90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7B9E5-3C6E-46FA-9E61-57969DC52692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5A9E-3A05-432B-93EE-90FB84569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56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7B9E5-3C6E-46FA-9E61-57969DC52692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5A9E-3A05-432B-93EE-90FB84569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7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7B9E5-3C6E-46FA-9E61-57969DC52692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5A9E-3A05-432B-93EE-90FB84569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454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7B9E5-3C6E-46FA-9E61-57969DC52692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5A9E-3A05-432B-93EE-90FB84569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675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7B9E5-3C6E-46FA-9E61-57969DC52692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5A9E-3A05-432B-93EE-90FB84569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40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7B9E5-3C6E-46FA-9E61-57969DC52692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5A9E-3A05-432B-93EE-90FB84569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65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7B9E5-3C6E-46FA-9E61-57969DC52692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5A9E-3A05-432B-93EE-90FB84569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19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7B9E5-3C6E-46FA-9E61-57969DC52692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5A9E-3A05-432B-93EE-90FB84569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306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7B9E5-3C6E-46FA-9E61-57969DC52692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5A9E-3A05-432B-93EE-90FB84569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156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7B9E5-3C6E-46FA-9E61-57969DC52692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D5A9E-3A05-432B-93EE-90FB84569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79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7B9E5-3C6E-46FA-9E61-57969DC52692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DD5A9E-3A05-432B-93EE-90FB845697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35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5704" y="2493819"/>
            <a:ext cx="9440592" cy="226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661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0493" y="2100791"/>
            <a:ext cx="9231013" cy="3801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233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385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9964" y="1089891"/>
            <a:ext cx="8657195" cy="508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72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8125" y="2281791"/>
            <a:ext cx="9135750" cy="3439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378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5371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7102" y="895926"/>
            <a:ext cx="9486698" cy="565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014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0019" y="2215107"/>
            <a:ext cx="9211961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601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80520" y="2110317"/>
            <a:ext cx="9030960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101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0805" y="1825625"/>
            <a:ext cx="923039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517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7230" y="2005528"/>
            <a:ext cx="8697539" cy="399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29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7982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4291" y="1071419"/>
            <a:ext cx="9513454" cy="556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092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6148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2202" y="692727"/>
            <a:ext cx="9073798" cy="5484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998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8558" y="1825625"/>
            <a:ext cx="765488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3081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5531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822036"/>
            <a:ext cx="10411691" cy="5652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396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1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4252" y="1825625"/>
            <a:ext cx="788349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480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0089" y="1825625"/>
            <a:ext cx="795182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347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1768" y="1825625"/>
            <a:ext cx="908846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10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1075" y="2096028"/>
            <a:ext cx="4829849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040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1414" y="2062686"/>
            <a:ext cx="9469171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246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2861" y="2834318"/>
            <a:ext cx="9326277" cy="233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353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92257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964" y="1016000"/>
            <a:ext cx="10788071" cy="527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557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73784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6936" y="1025236"/>
            <a:ext cx="9251427" cy="5151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059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2809" y="1825625"/>
            <a:ext cx="81063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5229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7341" y="1825625"/>
            <a:ext cx="83973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800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5533" y="1825625"/>
            <a:ext cx="846093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855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1676" y="1825625"/>
            <a:ext cx="822864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730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8194" y="1825625"/>
            <a:ext cx="831561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0298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2252" y="1825625"/>
            <a:ext cx="928749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348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0149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7972" y="1080655"/>
            <a:ext cx="9788864" cy="544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7644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4924" y="1246909"/>
            <a:ext cx="9188875" cy="529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2053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09527" y="1825625"/>
            <a:ext cx="89729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686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6911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2000" y="1283854"/>
            <a:ext cx="7970982" cy="536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85965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440" y="842601"/>
            <a:ext cx="9631119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352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0963" y="1825625"/>
            <a:ext cx="831007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209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334" y="1825625"/>
            <a:ext cx="892333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7740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9546" y="1848343"/>
            <a:ext cx="9192908" cy="430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0814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63442" y="1825625"/>
            <a:ext cx="806511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9821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9098" y="1825625"/>
            <a:ext cx="795380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3948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0577" y="1825625"/>
            <a:ext cx="817084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5285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8586" y="1825625"/>
            <a:ext cx="96548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9752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2809" y="1825625"/>
            <a:ext cx="810638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273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3922" y="1825625"/>
            <a:ext cx="930415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5303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2414" y="2210344"/>
            <a:ext cx="9107171" cy="358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2534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5256" y="2410397"/>
            <a:ext cx="9221487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2583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0046" y="2534239"/>
            <a:ext cx="9011908" cy="293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63096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7098" y="2105554"/>
            <a:ext cx="9697803" cy="3791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225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2386" y="1825625"/>
            <a:ext cx="94672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5216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17074" y="1825625"/>
            <a:ext cx="835785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9439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1496" y="1825625"/>
            <a:ext cx="86090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50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0703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422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6</Words>
  <Application>Microsoft Office PowerPoint</Application>
  <PresentationFormat>Widescreen</PresentationFormat>
  <Paragraphs>3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1</vt:lpstr>
      <vt:lpstr>PowerPoint Presentation</vt:lpstr>
      <vt:lpstr>Example 2</vt:lpstr>
      <vt:lpstr>Example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HP</cp:lastModifiedBy>
  <cp:revision>25</cp:revision>
  <dcterms:created xsi:type="dcterms:W3CDTF">2025-08-11T16:25:43Z</dcterms:created>
  <dcterms:modified xsi:type="dcterms:W3CDTF">2025-09-07T16:32:42Z</dcterms:modified>
</cp:coreProperties>
</file>