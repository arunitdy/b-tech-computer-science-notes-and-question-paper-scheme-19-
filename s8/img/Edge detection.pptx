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9" r:id="rId4"/>
    <p:sldId id="260" r:id="rId5"/>
    <p:sldId id="258"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AF7D1A-7F92-4D33-99E9-6F0C3A10C5BE}" v="10" dt="2025-02-24T09:10:15.0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HIMA A" userId="07560874674b0125" providerId="LiveId" clId="{A4AF7D1A-7F92-4D33-99E9-6F0C3A10C5BE}"/>
    <pc:docChg chg="undo custSel addSld delSld modSld sldOrd">
      <pc:chgData name="FATHIMA A" userId="07560874674b0125" providerId="LiveId" clId="{A4AF7D1A-7F92-4D33-99E9-6F0C3A10C5BE}" dt="2025-02-24T09:26:02.975" v="909" actId="20577"/>
      <pc:docMkLst>
        <pc:docMk/>
      </pc:docMkLst>
      <pc:sldChg chg="addSp delSp modSp new mod modClrScheme chgLayout">
        <pc:chgData name="FATHIMA A" userId="07560874674b0125" providerId="LiveId" clId="{A4AF7D1A-7F92-4D33-99E9-6F0C3A10C5BE}" dt="2025-02-24T05:40:18.363" v="35" actId="5793"/>
        <pc:sldMkLst>
          <pc:docMk/>
          <pc:sldMk cId="2898299990" sldId="256"/>
        </pc:sldMkLst>
        <pc:spChg chg="del mod ord">
          <ac:chgData name="FATHIMA A" userId="07560874674b0125" providerId="LiveId" clId="{A4AF7D1A-7F92-4D33-99E9-6F0C3A10C5BE}" dt="2025-02-24T05:37:38.128" v="1" actId="700"/>
          <ac:spMkLst>
            <pc:docMk/>
            <pc:sldMk cId="2898299990" sldId="256"/>
            <ac:spMk id="2" creationId="{AB37A07D-824A-5D91-3C01-74DB6E55B724}"/>
          </ac:spMkLst>
        </pc:spChg>
        <pc:spChg chg="del mod ord">
          <ac:chgData name="FATHIMA A" userId="07560874674b0125" providerId="LiveId" clId="{A4AF7D1A-7F92-4D33-99E9-6F0C3A10C5BE}" dt="2025-02-24T05:37:38.128" v="1" actId="700"/>
          <ac:spMkLst>
            <pc:docMk/>
            <pc:sldMk cId="2898299990" sldId="256"/>
            <ac:spMk id="3" creationId="{7D0F85B1-2408-DFC0-6C5E-E8C87C692046}"/>
          </ac:spMkLst>
        </pc:spChg>
        <pc:spChg chg="add mod ord">
          <ac:chgData name="FATHIMA A" userId="07560874674b0125" providerId="LiveId" clId="{A4AF7D1A-7F92-4D33-99E9-6F0C3A10C5BE}" dt="2025-02-24T05:37:45.887" v="4" actId="20577"/>
          <ac:spMkLst>
            <pc:docMk/>
            <pc:sldMk cId="2898299990" sldId="256"/>
            <ac:spMk id="4" creationId="{B01A34B9-A84F-36A1-04E0-4128EA08C700}"/>
          </ac:spMkLst>
        </pc:spChg>
        <pc:spChg chg="add mod ord">
          <ac:chgData name="FATHIMA A" userId="07560874674b0125" providerId="LiveId" clId="{A4AF7D1A-7F92-4D33-99E9-6F0C3A10C5BE}" dt="2025-02-24T05:40:18.363" v="35" actId="5793"/>
          <ac:spMkLst>
            <pc:docMk/>
            <pc:sldMk cId="2898299990" sldId="256"/>
            <ac:spMk id="5" creationId="{D2239C59-EDA9-82A1-23E1-A5ED93EEBEAB}"/>
          </ac:spMkLst>
        </pc:spChg>
      </pc:sldChg>
      <pc:sldChg chg="addSp delSp modSp new mod modClrScheme chgLayout">
        <pc:chgData name="FATHIMA A" userId="07560874674b0125" providerId="LiveId" clId="{A4AF7D1A-7F92-4D33-99E9-6F0C3A10C5BE}" dt="2025-02-24T05:51:32.915" v="185"/>
        <pc:sldMkLst>
          <pc:docMk/>
          <pc:sldMk cId="1714680440" sldId="257"/>
        </pc:sldMkLst>
        <pc:spChg chg="del">
          <ac:chgData name="FATHIMA A" userId="07560874674b0125" providerId="LiveId" clId="{A4AF7D1A-7F92-4D33-99E9-6F0C3A10C5BE}" dt="2025-02-24T05:40:39.866" v="37" actId="700"/>
          <ac:spMkLst>
            <pc:docMk/>
            <pc:sldMk cId="1714680440" sldId="257"/>
            <ac:spMk id="2" creationId="{9B8FF898-8F3D-CEEF-248C-6FD6F1DD2388}"/>
          </ac:spMkLst>
        </pc:spChg>
        <pc:spChg chg="del">
          <ac:chgData name="FATHIMA A" userId="07560874674b0125" providerId="LiveId" clId="{A4AF7D1A-7F92-4D33-99E9-6F0C3A10C5BE}" dt="2025-02-24T05:40:39.866" v="37" actId="700"/>
          <ac:spMkLst>
            <pc:docMk/>
            <pc:sldMk cId="1714680440" sldId="257"/>
            <ac:spMk id="3" creationId="{2A6E92DE-E1E7-2C0E-881E-87B5BAD4EEDB}"/>
          </ac:spMkLst>
        </pc:spChg>
        <pc:spChg chg="add mod">
          <ac:chgData name="FATHIMA A" userId="07560874674b0125" providerId="LiveId" clId="{A4AF7D1A-7F92-4D33-99E9-6F0C3A10C5BE}" dt="2025-02-24T05:50:47.462" v="175" actId="5793"/>
          <ac:spMkLst>
            <pc:docMk/>
            <pc:sldMk cId="1714680440" sldId="257"/>
            <ac:spMk id="5" creationId="{43BF0826-2A74-B867-D3D4-317878F84EE5}"/>
          </ac:spMkLst>
        </pc:spChg>
        <pc:spChg chg="add del mod">
          <ac:chgData name="FATHIMA A" userId="07560874674b0125" providerId="LiveId" clId="{A4AF7D1A-7F92-4D33-99E9-6F0C3A10C5BE}" dt="2025-02-24T05:51:16.167" v="181"/>
          <ac:spMkLst>
            <pc:docMk/>
            <pc:sldMk cId="1714680440" sldId="257"/>
            <ac:spMk id="7" creationId="{98B369B1-264C-9F45-72EA-845608B687AC}"/>
          </ac:spMkLst>
        </pc:spChg>
        <pc:spChg chg="add del mod">
          <ac:chgData name="FATHIMA A" userId="07560874674b0125" providerId="LiveId" clId="{A4AF7D1A-7F92-4D33-99E9-6F0C3A10C5BE}" dt="2025-02-24T05:51:32.915" v="185"/>
          <ac:spMkLst>
            <pc:docMk/>
            <pc:sldMk cId="1714680440" sldId="257"/>
            <ac:spMk id="9" creationId="{9AA0C484-2D6D-9DDE-00AC-16DED97B5EFD}"/>
          </ac:spMkLst>
        </pc:spChg>
      </pc:sldChg>
      <pc:sldChg chg="addSp modSp new mod ord modClrScheme chgLayout">
        <pc:chgData name="FATHIMA A" userId="07560874674b0125" providerId="LiveId" clId="{A4AF7D1A-7F92-4D33-99E9-6F0C3A10C5BE}" dt="2025-02-24T06:08:54.427" v="390"/>
        <pc:sldMkLst>
          <pc:docMk/>
          <pc:sldMk cId="4121204148" sldId="258"/>
        </pc:sldMkLst>
        <pc:spChg chg="add mod">
          <ac:chgData name="FATHIMA A" userId="07560874674b0125" providerId="LiveId" clId="{A4AF7D1A-7F92-4D33-99E9-6F0C3A10C5BE}" dt="2025-02-24T05:51:49.944" v="189" actId="113"/>
          <ac:spMkLst>
            <pc:docMk/>
            <pc:sldMk cId="4121204148" sldId="258"/>
            <ac:spMk id="2" creationId="{D5C0C20B-1516-2BF3-D00E-FB7EE104B789}"/>
          </ac:spMkLst>
        </pc:spChg>
        <pc:spChg chg="add mod">
          <ac:chgData name="FATHIMA A" userId="07560874674b0125" providerId="LiveId" clId="{A4AF7D1A-7F92-4D33-99E9-6F0C3A10C5BE}" dt="2025-02-24T05:53:50.031" v="258" actId="20577"/>
          <ac:spMkLst>
            <pc:docMk/>
            <pc:sldMk cId="4121204148" sldId="258"/>
            <ac:spMk id="3" creationId="{8E6DCC59-D4A0-655A-79C9-723397D6B9BF}"/>
          </ac:spMkLst>
        </pc:spChg>
      </pc:sldChg>
      <pc:sldChg chg="modSp new mod">
        <pc:chgData name="FATHIMA A" userId="07560874674b0125" providerId="LiveId" clId="{A4AF7D1A-7F92-4D33-99E9-6F0C3A10C5BE}" dt="2025-02-24T06:00:48.514" v="296" actId="27636"/>
        <pc:sldMkLst>
          <pc:docMk/>
          <pc:sldMk cId="46871085" sldId="259"/>
        </pc:sldMkLst>
        <pc:spChg chg="mod">
          <ac:chgData name="FATHIMA A" userId="07560874674b0125" providerId="LiveId" clId="{A4AF7D1A-7F92-4D33-99E9-6F0C3A10C5BE}" dt="2025-02-24T05:57:33.231" v="261" actId="20577"/>
          <ac:spMkLst>
            <pc:docMk/>
            <pc:sldMk cId="46871085" sldId="259"/>
            <ac:spMk id="2" creationId="{48D3B16D-FDBC-63A9-B0C6-F3BDFE13B561}"/>
          </ac:spMkLst>
        </pc:spChg>
        <pc:spChg chg="mod">
          <ac:chgData name="FATHIMA A" userId="07560874674b0125" providerId="LiveId" clId="{A4AF7D1A-7F92-4D33-99E9-6F0C3A10C5BE}" dt="2025-02-24T06:00:48.514" v="296" actId="27636"/>
          <ac:spMkLst>
            <pc:docMk/>
            <pc:sldMk cId="46871085" sldId="259"/>
            <ac:spMk id="3" creationId="{3E47324C-6FB0-F343-6F11-2FC272FF2D25}"/>
          </ac:spMkLst>
        </pc:spChg>
      </pc:sldChg>
      <pc:sldChg chg="addSp delSp modSp new mod modClrScheme chgLayout">
        <pc:chgData name="FATHIMA A" userId="07560874674b0125" providerId="LiveId" clId="{A4AF7D1A-7F92-4D33-99E9-6F0C3A10C5BE}" dt="2025-02-24T06:08:01.992" v="382" actId="1076"/>
        <pc:sldMkLst>
          <pc:docMk/>
          <pc:sldMk cId="732257009" sldId="260"/>
        </pc:sldMkLst>
        <pc:spChg chg="del">
          <ac:chgData name="FATHIMA A" userId="07560874674b0125" providerId="LiveId" clId="{A4AF7D1A-7F92-4D33-99E9-6F0C3A10C5BE}" dt="2025-02-24T06:02:18.418" v="298" actId="700"/>
          <ac:spMkLst>
            <pc:docMk/>
            <pc:sldMk cId="732257009" sldId="260"/>
            <ac:spMk id="2" creationId="{4A86D983-EDCD-66BF-E41D-4CFBF365B085}"/>
          </ac:spMkLst>
        </pc:spChg>
        <pc:spChg chg="del">
          <ac:chgData name="FATHIMA A" userId="07560874674b0125" providerId="LiveId" clId="{A4AF7D1A-7F92-4D33-99E9-6F0C3A10C5BE}" dt="2025-02-24T06:02:18.418" v="298" actId="700"/>
          <ac:spMkLst>
            <pc:docMk/>
            <pc:sldMk cId="732257009" sldId="260"/>
            <ac:spMk id="3" creationId="{19220AFC-EEC3-FBD6-1CC9-99A06A505CAE}"/>
          </ac:spMkLst>
        </pc:spChg>
        <pc:spChg chg="add mod">
          <ac:chgData name="FATHIMA A" userId="07560874674b0125" providerId="LiveId" clId="{A4AF7D1A-7F92-4D33-99E9-6F0C3A10C5BE}" dt="2025-02-24T06:05:58.081" v="367" actId="14100"/>
          <ac:spMkLst>
            <pc:docMk/>
            <pc:sldMk cId="732257009" sldId="260"/>
            <ac:spMk id="6" creationId="{2E62BB15-F9D3-7D23-E8E3-E9A8DA9E6244}"/>
          </ac:spMkLst>
        </pc:spChg>
        <pc:spChg chg="add mod">
          <ac:chgData name="FATHIMA A" userId="07560874674b0125" providerId="LiveId" clId="{A4AF7D1A-7F92-4D33-99E9-6F0C3A10C5BE}" dt="2025-02-24T06:06:29.809" v="371" actId="12"/>
          <ac:spMkLst>
            <pc:docMk/>
            <pc:sldMk cId="732257009" sldId="260"/>
            <ac:spMk id="7" creationId="{A7EB30A9-AC6E-13A2-D050-E4C79EC22CF7}"/>
          </ac:spMkLst>
        </pc:spChg>
        <pc:spChg chg="add del">
          <ac:chgData name="FATHIMA A" userId="07560874674b0125" providerId="LiveId" clId="{A4AF7D1A-7F92-4D33-99E9-6F0C3A10C5BE}" dt="2025-02-24T06:06:35.124" v="373" actId="22"/>
          <ac:spMkLst>
            <pc:docMk/>
            <pc:sldMk cId="732257009" sldId="260"/>
            <ac:spMk id="9" creationId="{9FD34BF1-E782-A110-9D0D-BE4B5125CAC6}"/>
          </ac:spMkLst>
        </pc:spChg>
        <pc:spChg chg="add mod">
          <ac:chgData name="FATHIMA A" userId="07560874674b0125" providerId="LiveId" clId="{A4AF7D1A-7F92-4D33-99E9-6F0C3A10C5BE}" dt="2025-02-24T06:07:40.582" v="380" actId="14100"/>
          <ac:spMkLst>
            <pc:docMk/>
            <pc:sldMk cId="732257009" sldId="260"/>
            <ac:spMk id="12" creationId="{C755B387-C29B-2768-7886-E07998773076}"/>
          </ac:spMkLst>
        </pc:spChg>
        <pc:picChg chg="add mod">
          <ac:chgData name="FATHIMA A" userId="07560874674b0125" providerId="LiveId" clId="{A4AF7D1A-7F92-4D33-99E9-6F0C3A10C5BE}" dt="2025-02-24T06:02:51.468" v="300" actId="1076"/>
          <ac:picMkLst>
            <pc:docMk/>
            <pc:sldMk cId="732257009" sldId="260"/>
            <ac:picMk id="5" creationId="{2BFE40B0-A71E-5033-BA4F-2D7BB54B135C}"/>
          </ac:picMkLst>
        </pc:picChg>
        <pc:picChg chg="add mod">
          <ac:chgData name="FATHIMA A" userId="07560874674b0125" providerId="LiveId" clId="{A4AF7D1A-7F92-4D33-99E9-6F0C3A10C5BE}" dt="2025-02-24T06:06:56.665" v="375" actId="1076"/>
          <ac:picMkLst>
            <pc:docMk/>
            <pc:sldMk cId="732257009" sldId="260"/>
            <ac:picMk id="11" creationId="{7B827469-2036-6D4A-D0F9-86BE9129773E}"/>
          </ac:picMkLst>
        </pc:picChg>
        <pc:picChg chg="add mod">
          <ac:chgData name="FATHIMA A" userId="07560874674b0125" providerId="LiveId" clId="{A4AF7D1A-7F92-4D33-99E9-6F0C3A10C5BE}" dt="2025-02-24T06:08:01.992" v="382" actId="1076"/>
          <ac:picMkLst>
            <pc:docMk/>
            <pc:sldMk cId="732257009" sldId="260"/>
            <ac:picMk id="14" creationId="{4F0EA3DE-ADE6-8ADD-15AC-95E375C09151}"/>
          </ac:picMkLst>
        </pc:picChg>
      </pc:sldChg>
      <pc:sldChg chg="addSp modSp new mod ord modClrScheme chgLayout">
        <pc:chgData name="FATHIMA A" userId="07560874674b0125" providerId="LiveId" clId="{A4AF7D1A-7F92-4D33-99E9-6F0C3A10C5BE}" dt="2025-02-24T06:12:04.472" v="408" actId="1076"/>
        <pc:sldMkLst>
          <pc:docMk/>
          <pc:sldMk cId="3248398447" sldId="261"/>
        </pc:sldMkLst>
        <pc:spChg chg="add mod">
          <ac:chgData name="FATHIMA A" userId="07560874674b0125" providerId="LiveId" clId="{A4AF7D1A-7F92-4D33-99E9-6F0C3A10C5BE}" dt="2025-02-24T06:10:12.336" v="395"/>
          <ac:spMkLst>
            <pc:docMk/>
            <pc:sldMk cId="3248398447" sldId="261"/>
            <ac:spMk id="2" creationId="{0ABA89FF-F68F-747A-7982-7C0BB5C18759}"/>
          </ac:spMkLst>
        </pc:spChg>
        <pc:spChg chg="add mod">
          <ac:chgData name="FATHIMA A" userId="07560874674b0125" providerId="LiveId" clId="{A4AF7D1A-7F92-4D33-99E9-6F0C3A10C5BE}" dt="2025-02-24T06:11:57.278" v="407" actId="255"/>
          <ac:spMkLst>
            <pc:docMk/>
            <pc:sldMk cId="3248398447" sldId="261"/>
            <ac:spMk id="3" creationId="{D6B9C5AD-6543-7CF4-75A0-4057EA6A1C6A}"/>
          </ac:spMkLst>
        </pc:spChg>
        <pc:picChg chg="add mod">
          <ac:chgData name="FATHIMA A" userId="07560874674b0125" providerId="LiveId" clId="{A4AF7D1A-7F92-4D33-99E9-6F0C3A10C5BE}" dt="2025-02-24T06:12:04.472" v="408" actId="1076"/>
          <ac:picMkLst>
            <pc:docMk/>
            <pc:sldMk cId="3248398447" sldId="261"/>
            <ac:picMk id="5" creationId="{C6A5982D-FC61-5C8C-9C8F-8D6F3EFD79D1}"/>
          </ac:picMkLst>
        </pc:picChg>
      </pc:sldChg>
      <pc:sldChg chg="new del">
        <pc:chgData name="FATHIMA A" userId="07560874674b0125" providerId="LiveId" clId="{A4AF7D1A-7F92-4D33-99E9-6F0C3A10C5BE}" dt="2025-02-24T06:08:32.846" v="384" actId="680"/>
        <pc:sldMkLst>
          <pc:docMk/>
          <pc:sldMk cId="3482922481" sldId="261"/>
        </pc:sldMkLst>
      </pc:sldChg>
      <pc:sldChg chg="addSp delSp modSp new mod">
        <pc:chgData name="FATHIMA A" userId="07560874674b0125" providerId="LiveId" clId="{A4AF7D1A-7F92-4D33-99E9-6F0C3A10C5BE}" dt="2025-02-24T06:15:04.106" v="427" actId="1076"/>
        <pc:sldMkLst>
          <pc:docMk/>
          <pc:sldMk cId="2225152636" sldId="262"/>
        </pc:sldMkLst>
        <pc:spChg chg="mod">
          <ac:chgData name="FATHIMA A" userId="07560874674b0125" providerId="LiveId" clId="{A4AF7D1A-7F92-4D33-99E9-6F0C3A10C5BE}" dt="2025-02-24T06:13:20.825" v="410"/>
          <ac:spMkLst>
            <pc:docMk/>
            <pc:sldMk cId="2225152636" sldId="262"/>
            <ac:spMk id="2" creationId="{3F5C9109-7535-2F1E-B885-25505FA89619}"/>
          </ac:spMkLst>
        </pc:spChg>
        <pc:spChg chg="mod">
          <ac:chgData name="FATHIMA A" userId="07560874674b0125" providerId="LiveId" clId="{A4AF7D1A-7F92-4D33-99E9-6F0C3A10C5BE}" dt="2025-02-24T06:14:59.634" v="425" actId="20577"/>
          <ac:spMkLst>
            <pc:docMk/>
            <pc:sldMk cId="2225152636" sldId="262"/>
            <ac:spMk id="3" creationId="{9FF1DBC2-AE62-06B6-53C5-30420A0DE9F6}"/>
          </ac:spMkLst>
        </pc:spChg>
        <pc:picChg chg="add del">
          <ac:chgData name="FATHIMA A" userId="07560874674b0125" providerId="LiveId" clId="{A4AF7D1A-7F92-4D33-99E9-6F0C3A10C5BE}" dt="2025-02-24T06:14:51.189" v="422" actId="22"/>
          <ac:picMkLst>
            <pc:docMk/>
            <pc:sldMk cId="2225152636" sldId="262"/>
            <ac:picMk id="5" creationId="{5F7E0A38-F7AA-E608-3C83-8566BBE17068}"/>
          </ac:picMkLst>
        </pc:picChg>
        <pc:picChg chg="add mod">
          <ac:chgData name="FATHIMA A" userId="07560874674b0125" providerId="LiveId" clId="{A4AF7D1A-7F92-4D33-99E9-6F0C3A10C5BE}" dt="2025-02-24T06:14:40.541" v="421" actId="571"/>
          <ac:picMkLst>
            <pc:docMk/>
            <pc:sldMk cId="2225152636" sldId="262"/>
            <ac:picMk id="6" creationId="{0D0F72C8-752A-901F-D69C-E6E556660777}"/>
          </ac:picMkLst>
        </pc:picChg>
        <pc:picChg chg="add mod">
          <ac:chgData name="FATHIMA A" userId="07560874674b0125" providerId="LiveId" clId="{A4AF7D1A-7F92-4D33-99E9-6F0C3A10C5BE}" dt="2025-02-24T06:14:39.566" v="420" actId="571"/>
          <ac:picMkLst>
            <pc:docMk/>
            <pc:sldMk cId="2225152636" sldId="262"/>
            <ac:picMk id="7" creationId="{CBA8FF7A-8985-5A81-6110-224DFF5254AB}"/>
          </ac:picMkLst>
        </pc:picChg>
        <pc:picChg chg="add mod">
          <ac:chgData name="FATHIMA A" userId="07560874674b0125" providerId="LiveId" clId="{A4AF7D1A-7F92-4D33-99E9-6F0C3A10C5BE}" dt="2025-02-24T06:15:04.106" v="427" actId="1076"/>
          <ac:picMkLst>
            <pc:docMk/>
            <pc:sldMk cId="2225152636" sldId="262"/>
            <ac:picMk id="9" creationId="{77B479A4-A2B0-3493-54E0-207A1C643A93}"/>
          </ac:picMkLst>
        </pc:picChg>
      </pc:sldChg>
      <pc:sldChg chg="addSp modSp new mod modNotesTx">
        <pc:chgData name="FATHIMA A" userId="07560874674b0125" providerId="LiveId" clId="{A4AF7D1A-7F92-4D33-99E9-6F0C3A10C5BE}" dt="2025-02-24T08:48:17.189" v="439" actId="20577"/>
        <pc:sldMkLst>
          <pc:docMk/>
          <pc:sldMk cId="3987313575" sldId="263"/>
        </pc:sldMkLst>
        <pc:spChg chg="mod">
          <ac:chgData name="FATHIMA A" userId="07560874674b0125" providerId="LiveId" clId="{A4AF7D1A-7F92-4D33-99E9-6F0C3A10C5BE}" dt="2025-02-24T06:15:33.175" v="428"/>
          <ac:spMkLst>
            <pc:docMk/>
            <pc:sldMk cId="3987313575" sldId="263"/>
            <ac:spMk id="2" creationId="{0EABC44A-94D9-4C63-3526-D9E6C79E6B83}"/>
          </ac:spMkLst>
        </pc:spChg>
        <pc:spChg chg="mod">
          <ac:chgData name="FATHIMA A" userId="07560874674b0125" providerId="LiveId" clId="{A4AF7D1A-7F92-4D33-99E9-6F0C3A10C5BE}" dt="2025-02-24T06:17:14.155" v="438" actId="1035"/>
          <ac:spMkLst>
            <pc:docMk/>
            <pc:sldMk cId="3987313575" sldId="263"/>
            <ac:spMk id="3" creationId="{F0A389F1-8829-6F21-FDBB-5BC22EE998D2}"/>
          </ac:spMkLst>
        </pc:spChg>
        <pc:picChg chg="add mod">
          <ac:chgData name="FATHIMA A" userId="07560874674b0125" providerId="LiveId" clId="{A4AF7D1A-7F92-4D33-99E9-6F0C3A10C5BE}" dt="2025-02-24T06:17:05.627" v="436" actId="1076"/>
          <ac:picMkLst>
            <pc:docMk/>
            <pc:sldMk cId="3987313575" sldId="263"/>
            <ac:picMk id="5" creationId="{53CDF36D-D241-384E-23EB-788C870E2734}"/>
          </ac:picMkLst>
        </pc:picChg>
      </pc:sldChg>
      <pc:sldChg chg="addSp delSp modSp new mod modNotesTx">
        <pc:chgData name="FATHIMA A" userId="07560874674b0125" providerId="LiveId" clId="{A4AF7D1A-7F92-4D33-99E9-6F0C3A10C5BE}" dt="2025-02-24T08:51:42.285" v="460" actId="1076"/>
        <pc:sldMkLst>
          <pc:docMk/>
          <pc:sldMk cId="1296361385" sldId="264"/>
        </pc:sldMkLst>
        <pc:spChg chg="add mod">
          <ac:chgData name="FATHIMA A" userId="07560874674b0125" providerId="LiveId" clId="{A4AF7D1A-7F92-4D33-99E9-6F0C3A10C5BE}" dt="2025-02-24T08:48:53.731" v="444" actId="255"/>
          <ac:spMkLst>
            <pc:docMk/>
            <pc:sldMk cId="1296361385" sldId="264"/>
            <ac:spMk id="3" creationId="{9DFAB283-F0E2-B772-257C-287F145F1DB6}"/>
          </ac:spMkLst>
        </pc:spChg>
        <pc:spChg chg="add del">
          <ac:chgData name="FATHIMA A" userId="07560874674b0125" providerId="LiveId" clId="{A4AF7D1A-7F92-4D33-99E9-6F0C3A10C5BE}" dt="2025-02-24T08:49:22.750" v="446" actId="22"/>
          <ac:spMkLst>
            <pc:docMk/>
            <pc:sldMk cId="1296361385" sldId="264"/>
            <ac:spMk id="5" creationId="{5F43293F-87FF-538A-D845-A6DCBB37270F}"/>
          </ac:spMkLst>
        </pc:spChg>
        <pc:spChg chg="add mod">
          <ac:chgData name="FATHIMA A" userId="07560874674b0125" providerId="LiveId" clId="{A4AF7D1A-7F92-4D33-99E9-6F0C3A10C5BE}" dt="2025-02-24T08:51:14.867" v="457" actId="12"/>
          <ac:spMkLst>
            <pc:docMk/>
            <pc:sldMk cId="1296361385" sldId="264"/>
            <ac:spMk id="11" creationId="{8A9BFC8F-4324-6CFE-91A5-3DCAE036B739}"/>
          </ac:spMkLst>
        </pc:spChg>
        <pc:picChg chg="add mod">
          <ac:chgData name="FATHIMA A" userId="07560874674b0125" providerId="LiveId" clId="{A4AF7D1A-7F92-4D33-99E9-6F0C3A10C5BE}" dt="2025-02-24T08:51:42.285" v="460" actId="1076"/>
          <ac:picMkLst>
            <pc:docMk/>
            <pc:sldMk cId="1296361385" sldId="264"/>
            <ac:picMk id="7" creationId="{3AF3C507-91C3-E598-33BC-2AB8E3D1F641}"/>
          </ac:picMkLst>
        </pc:picChg>
        <pc:picChg chg="add mod">
          <ac:chgData name="FATHIMA A" userId="07560874674b0125" providerId="LiveId" clId="{A4AF7D1A-7F92-4D33-99E9-6F0C3A10C5BE}" dt="2025-02-24T08:51:25.179" v="458" actId="14100"/>
          <ac:picMkLst>
            <pc:docMk/>
            <pc:sldMk cId="1296361385" sldId="264"/>
            <ac:picMk id="9" creationId="{A7D416F3-B1E9-E3B9-40FF-C203C8BE5DE0}"/>
          </ac:picMkLst>
        </pc:picChg>
      </pc:sldChg>
      <pc:sldChg chg="addSp modSp new mod modClrScheme chgLayout">
        <pc:chgData name="FATHIMA A" userId="07560874674b0125" providerId="LiveId" clId="{A4AF7D1A-7F92-4D33-99E9-6F0C3A10C5BE}" dt="2025-02-24T09:04:06.214" v="511" actId="20577"/>
        <pc:sldMkLst>
          <pc:docMk/>
          <pc:sldMk cId="1375207202" sldId="265"/>
        </pc:sldMkLst>
        <pc:spChg chg="add mod">
          <ac:chgData name="FATHIMA A" userId="07560874674b0125" providerId="LiveId" clId="{A4AF7D1A-7F92-4D33-99E9-6F0C3A10C5BE}" dt="2025-02-24T08:57:07.358" v="468" actId="20577"/>
          <ac:spMkLst>
            <pc:docMk/>
            <pc:sldMk cId="1375207202" sldId="265"/>
            <ac:spMk id="2" creationId="{C34F8207-1C02-6CBA-CDE4-D1584A726A98}"/>
          </ac:spMkLst>
        </pc:spChg>
        <pc:spChg chg="add mod">
          <ac:chgData name="FATHIMA A" userId="07560874674b0125" providerId="LiveId" clId="{A4AF7D1A-7F92-4D33-99E9-6F0C3A10C5BE}" dt="2025-02-24T09:04:06.214" v="511" actId="20577"/>
          <ac:spMkLst>
            <pc:docMk/>
            <pc:sldMk cId="1375207202" sldId="265"/>
            <ac:spMk id="3" creationId="{C050BC90-99DA-D266-AA7C-328585AEBBF3}"/>
          </ac:spMkLst>
        </pc:spChg>
        <pc:picChg chg="add mod">
          <ac:chgData name="FATHIMA A" userId="07560874674b0125" providerId="LiveId" clId="{A4AF7D1A-7F92-4D33-99E9-6F0C3A10C5BE}" dt="2025-02-24T09:03:06.053" v="479" actId="1076"/>
          <ac:picMkLst>
            <pc:docMk/>
            <pc:sldMk cId="1375207202" sldId="265"/>
            <ac:picMk id="5" creationId="{BA8ACDF7-FE75-6E06-1B15-2234E5BD91E6}"/>
          </ac:picMkLst>
        </pc:picChg>
        <pc:picChg chg="add mod">
          <ac:chgData name="FATHIMA A" userId="07560874674b0125" providerId="LiveId" clId="{A4AF7D1A-7F92-4D33-99E9-6F0C3A10C5BE}" dt="2025-02-24T09:03:53.644" v="510" actId="1076"/>
          <ac:picMkLst>
            <pc:docMk/>
            <pc:sldMk cId="1375207202" sldId="265"/>
            <ac:picMk id="7" creationId="{9A2547E2-5F10-F330-5DC4-F03A4F583647}"/>
          </ac:picMkLst>
        </pc:picChg>
      </pc:sldChg>
      <pc:sldChg chg="addSp delSp modSp new mod modClrScheme chgLayout">
        <pc:chgData name="FATHIMA A" userId="07560874674b0125" providerId="LiveId" clId="{A4AF7D1A-7F92-4D33-99E9-6F0C3A10C5BE}" dt="2025-02-24T09:13:52.125" v="720" actId="12"/>
        <pc:sldMkLst>
          <pc:docMk/>
          <pc:sldMk cId="1629261416" sldId="266"/>
        </pc:sldMkLst>
        <pc:spChg chg="del">
          <ac:chgData name="FATHIMA A" userId="07560874674b0125" providerId="LiveId" clId="{A4AF7D1A-7F92-4D33-99E9-6F0C3A10C5BE}" dt="2025-02-24T09:05:05.710" v="513" actId="700"/>
          <ac:spMkLst>
            <pc:docMk/>
            <pc:sldMk cId="1629261416" sldId="266"/>
            <ac:spMk id="2" creationId="{E41C4796-32D0-1140-FDC8-480937D146A4}"/>
          </ac:spMkLst>
        </pc:spChg>
        <pc:spChg chg="del">
          <ac:chgData name="FATHIMA A" userId="07560874674b0125" providerId="LiveId" clId="{A4AF7D1A-7F92-4D33-99E9-6F0C3A10C5BE}" dt="2025-02-24T09:05:05.710" v="513" actId="700"/>
          <ac:spMkLst>
            <pc:docMk/>
            <pc:sldMk cId="1629261416" sldId="266"/>
            <ac:spMk id="3" creationId="{FDCEB64B-61A8-B7CA-FB41-13D8BFAFABC0}"/>
          </ac:spMkLst>
        </pc:spChg>
        <pc:spChg chg="add mod">
          <ac:chgData name="FATHIMA A" userId="07560874674b0125" providerId="LiveId" clId="{A4AF7D1A-7F92-4D33-99E9-6F0C3A10C5BE}" dt="2025-02-24T09:07:25.814" v="686" actId="20577"/>
          <ac:spMkLst>
            <pc:docMk/>
            <pc:sldMk cId="1629261416" sldId="266"/>
            <ac:spMk id="4" creationId="{AEB4D058-8198-9BB2-0D7D-830F228457F2}"/>
          </ac:spMkLst>
        </pc:spChg>
        <pc:spChg chg="add mod">
          <ac:chgData name="FATHIMA A" userId="07560874674b0125" providerId="LiveId" clId="{A4AF7D1A-7F92-4D33-99E9-6F0C3A10C5BE}" dt="2025-02-24T09:13:52.125" v="720" actId="12"/>
          <ac:spMkLst>
            <pc:docMk/>
            <pc:sldMk cId="1629261416" sldId="266"/>
            <ac:spMk id="5" creationId="{2E365509-A1B3-2774-0421-AF64BA445863}"/>
          </ac:spMkLst>
        </pc:spChg>
      </pc:sldChg>
      <pc:sldChg chg="addSp modSp new mod modClrScheme chgLayout">
        <pc:chgData name="FATHIMA A" userId="07560874674b0125" providerId="LiveId" clId="{A4AF7D1A-7F92-4D33-99E9-6F0C3A10C5BE}" dt="2025-02-24T09:19:55.393" v="870" actId="700"/>
        <pc:sldMkLst>
          <pc:docMk/>
          <pc:sldMk cId="297173248" sldId="267"/>
        </pc:sldMkLst>
        <pc:spChg chg="add mod ord">
          <ac:chgData name="FATHIMA A" userId="07560874674b0125" providerId="LiveId" clId="{A4AF7D1A-7F92-4D33-99E9-6F0C3A10C5BE}" dt="2025-02-24T09:19:55.393" v="870" actId="700"/>
          <ac:spMkLst>
            <pc:docMk/>
            <pc:sldMk cId="297173248" sldId="267"/>
            <ac:spMk id="2" creationId="{2E8641EE-85F6-660A-11CF-12338FD1E3EA}"/>
          </ac:spMkLst>
        </pc:spChg>
        <pc:spChg chg="add mod ord">
          <ac:chgData name="FATHIMA A" userId="07560874674b0125" providerId="LiveId" clId="{A4AF7D1A-7F92-4D33-99E9-6F0C3A10C5BE}" dt="2025-02-24T09:19:55.393" v="870" actId="700"/>
          <ac:spMkLst>
            <pc:docMk/>
            <pc:sldMk cId="297173248" sldId="267"/>
            <ac:spMk id="3" creationId="{BE575955-59FA-D378-513A-0CEC74CE38A8}"/>
          </ac:spMkLst>
        </pc:spChg>
      </pc:sldChg>
      <pc:sldChg chg="addSp delSp modSp new mod modClrScheme chgLayout">
        <pc:chgData name="FATHIMA A" userId="07560874674b0125" providerId="LiveId" clId="{A4AF7D1A-7F92-4D33-99E9-6F0C3A10C5BE}" dt="2025-02-24T09:26:02.975" v="909" actId="20577"/>
        <pc:sldMkLst>
          <pc:docMk/>
          <pc:sldMk cId="3673798444" sldId="268"/>
        </pc:sldMkLst>
        <pc:spChg chg="del">
          <ac:chgData name="FATHIMA A" userId="07560874674b0125" providerId="LiveId" clId="{A4AF7D1A-7F92-4D33-99E9-6F0C3A10C5BE}" dt="2025-02-24T09:20:12.465" v="872" actId="700"/>
          <ac:spMkLst>
            <pc:docMk/>
            <pc:sldMk cId="3673798444" sldId="268"/>
            <ac:spMk id="2" creationId="{8574F7C3-EF62-F70D-58CE-03D8DA17D324}"/>
          </ac:spMkLst>
        </pc:spChg>
        <pc:spChg chg="del">
          <ac:chgData name="FATHIMA A" userId="07560874674b0125" providerId="LiveId" clId="{A4AF7D1A-7F92-4D33-99E9-6F0C3A10C5BE}" dt="2025-02-24T09:20:12.465" v="872" actId="700"/>
          <ac:spMkLst>
            <pc:docMk/>
            <pc:sldMk cId="3673798444" sldId="268"/>
            <ac:spMk id="3" creationId="{1E29F04E-0A15-98CA-79B7-FED3529A18D1}"/>
          </ac:spMkLst>
        </pc:spChg>
        <pc:spChg chg="add mod">
          <ac:chgData name="FATHIMA A" userId="07560874674b0125" providerId="LiveId" clId="{A4AF7D1A-7F92-4D33-99E9-6F0C3A10C5BE}" dt="2025-02-24T09:26:02.975" v="909" actId="20577"/>
          <ac:spMkLst>
            <pc:docMk/>
            <pc:sldMk cId="3673798444" sldId="268"/>
            <ac:spMk id="5" creationId="{8943A488-AD22-9E29-D11D-C5D0FF84AD5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3811E3-8CCD-457A-AF65-CFCFC6630083}" type="datetimeFigureOut">
              <a:rPr lang="en-IN" smtClean="0"/>
              <a:t>04-03-2026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9034FA-976D-42FC-9029-9C0C65EE45A5}" type="slidenum">
              <a:rPr lang="en-IN" smtClean="0"/>
              <a:t>‹#›</a:t>
            </a:fld>
            <a:endParaRPr lang="en-IN"/>
          </a:p>
        </p:txBody>
      </p:sp>
    </p:spTree>
    <p:extLst>
      <p:ext uri="{BB962C8B-B14F-4D97-AF65-F5344CB8AC3E}">
        <p14:creationId xmlns:p14="http://schemas.microsoft.com/office/powerpoint/2010/main" val="1613359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endParaRPr lang="en-IN" dirty="0"/>
          </a:p>
        </p:txBody>
      </p:sp>
      <p:sp>
        <p:nvSpPr>
          <p:cNvPr id="4" name="Slide Number Placeholder 3"/>
          <p:cNvSpPr>
            <a:spLocks noGrp="1"/>
          </p:cNvSpPr>
          <p:nvPr>
            <p:ph type="sldNum" sz="quarter" idx="5"/>
          </p:nvPr>
        </p:nvSpPr>
        <p:spPr/>
        <p:txBody>
          <a:bodyPr/>
          <a:lstStyle/>
          <a:p>
            <a:fld id="{6C9034FA-976D-42FC-9029-9C0C65EE45A5}" type="slidenum">
              <a:rPr lang="en-IN" smtClean="0"/>
              <a:t>8</a:t>
            </a:fld>
            <a:endParaRPr lang="en-IN"/>
          </a:p>
        </p:txBody>
      </p:sp>
    </p:spTree>
    <p:extLst>
      <p:ext uri="{BB962C8B-B14F-4D97-AF65-F5344CB8AC3E}">
        <p14:creationId xmlns:p14="http://schemas.microsoft.com/office/powerpoint/2010/main" val="3682496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C9034FA-976D-42FC-9029-9C0C65EE45A5}" type="slidenum">
              <a:rPr lang="en-IN" smtClean="0"/>
              <a:t>9</a:t>
            </a:fld>
            <a:endParaRPr lang="en-IN"/>
          </a:p>
        </p:txBody>
      </p:sp>
    </p:spTree>
    <p:extLst>
      <p:ext uri="{BB962C8B-B14F-4D97-AF65-F5344CB8AC3E}">
        <p14:creationId xmlns:p14="http://schemas.microsoft.com/office/powerpoint/2010/main" val="398079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8CEA-3BCD-9FD8-4604-1E068A7ACF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0CCFF30-4EBC-A1CB-A4FA-A2EBD38061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0A8ADA-5733-7FAE-16E3-B7E272E510F9}"/>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5" name="Footer Placeholder 4">
            <a:extLst>
              <a:ext uri="{FF2B5EF4-FFF2-40B4-BE49-F238E27FC236}">
                <a16:creationId xmlns:a16="http://schemas.microsoft.com/office/drawing/2014/main" id="{532CCF32-3DF7-30A3-21A2-E364D7736F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037347-FEE3-DEE5-BCEA-A48DE770981E}"/>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2803742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A1F02-F0F2-BAA4-BD82-F941459C5B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16718D-32FA-FA70-78BF-1260AEE33C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4ECD39-FD2B-BE97-1AA5-84D9705F8B46}"/>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5" name="Footer Placeholder 4">
            <a:extLst>
              <a:ext uri="{FF2B5EF4-FFF2-40B4-BE49-F238E27FC236}">
                <a16:creationId xmlns:a16="http://schemas.microsoft.com/office/drawing/2014/main" id="{1BCC12BB-D67E-6B80-1B28-FF99D701A7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686F6-E7DE-06E5-2A3E-623D3D301F80}"/>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2504353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AAB4-FA72-566D-7D84-EBC98B207C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B6C7E0E-F6B7-5FAA-0FE0-C3FC7AE0EA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8B7256-19AB-687D-CF73-EA01A4D90E49}"/>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5" name="Footer Placeholder 4">
            <a:extLst>
              <a:ext uri="{FF2B5EF4-FFF2-40B4-BE49-F238E27FC236}">
                <a16:creationId xmlns:a16="http://schemas.microsoft.com/office/drawing/2014/main" id="{727B145A-DE8C-6423-517E-87717A2670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5EC8D3-7B0D-11EE-72C2-6FD8A0295815}"/>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2456293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EAAB-0667-DDFD-B910-EDD374DF2F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9778C9-C87C-3B09-7F97-5C26BE23DB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6BD14B-86EC-FF07-6563-07BAEA2F51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6763FED-BD85-E32C-4B9E-32754507CE78}"/>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6" name="Footer Placeholder 5">
            <a:extLst>
              <a:ext uri="{FF2B5EF4-FFF2-40B4-BE49-F238E27FC236}">
                <a16:creationId xmlns:a16="http://schemas.microsoft.com/office/drawing/2014/main" id="{5A651138-CDE3-3304-1880-5F715E08BC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F89B76-24A5-D17E-AF1B-325885EAADCA}"/>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296488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6DFEE-BC0A-98CA-A83B-C48D5A11AE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445141-ABCE-F25F-E92D-92CC59CCE5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E49F7D-EFDE-D640-F892-065A6BD8EB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493855-90DC-DF1D-BCD7-35FA7CBC60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134D6E-FF41-B359-D823-3EFD47C575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E3A4990-781A-C665-DC3E-248A58FC77CD}"/>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8" name="Footer Placeholder 7">
            <a:extLst>
              <a:ext uri="{FF2B5EF4-FFF2-40B4-BE49-F238E27FC236}">
                <a16:creationId xmlns:a16="http://schemas.microsoft.com/office/drawing/2014/main" id="{FC4B3BF5-6FBC-7253-B75F-91F8513D3F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66325F-CD2A-8F7B-B810-525B235D7AAC}"/>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927605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FA9C0-5002-286E-330A-9059157CD7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15A254-6902-2A43-2255-14F413AD069D}"/>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4" name="Footer Placeholder 3">
            <a:extLst>
              <a:ext uri="{FF2B5EF4-FFF2-40B4-BE49-F238E27FC236}">
                <a16:creationId xmlns:a16="http://schemas.microsoft.com/office/drawing/2014/main" id="{4F9476BB-F068-17F6-8C37-F82A14673D9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9D21400-2909-8535-CE20-E86594B19C56}"/>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251272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A3BC71-2600-6704-7D5C-C0A4A196AE67}"/>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3" name="Footer Placeholder 2">
            <a:extLst>
              <a:ext uri="{FF2B5EF4-FFF2-40B4-BE49-F238E27FC236}">
                <a16:creationId xmlns:a16="http://schemas.microsoft.com/office/drawing/2014/main" id="{1D4CC8C4-1C67-D859-BD73-86A1DD91A2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A4F590-ECE5-83C8-D42A-6D0979794A4E}"/>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953353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DA661-D50F-E974-8A2F-912EDD5A2A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D4DFE0-A1CB-796B-10D5-2F95B8FF70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93C1340-4BB0-D47F-0734-5B003558B2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7B66C-76ED-FA0C-8ABF-D270F46C65DD}"/>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6" name="Footer Placeholder 5">
            <a:extLst>
              <a:ext uri="{FF2B5EF4-FFF2-40B4-BE49-F238E27FC236}">
                <a16:creationId xmlns:a16="http://schemas.microsoft.com/office/drawing/2014/main" id="{D5C46907-F669-C5B3-106A-EE413C4495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38B0CB-D2CB-668D-8A3F-5B0D330F1E7B}"/>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118416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0B461-56E5-0E8A-1B51-FC8EDAB7F8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AE13CE-FCD6-60EA-604A-C9372DADBE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875A368-9073-DC3C-1C68-B75E4B98E8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5624AF-9F36-010A-0660-7F65F90BFE51}"/>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6" name="Footer Placeholder 5">
            <a:extLst>
              <a:ext uri="{FF2B5EF4-FFF2-40B4-BE49-F238E27FC236}">
                <a16:creationId xmlns:a16="http://schemas.microsoft.com/office/drawing/2014/main" id="{3B28B521-89E1-C238-F99C-5F10A72453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E2294F-46B5-9228-2097-E5010678D250}"/>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3163437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A6B39-1B7B-8801-4AC8-7415E4B4DE0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C4D195-85EF-04A1-E762-416D5BE683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DE48EA-C126-90A5-0F5C-433C831839F6}"/>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5" name="Footer Placeholder 4">
            <a:extLst>
              <a:ext uri="{FF2B5EF4-FFF2-40B4-BE49-F238E27FC236}">
                <a16:creationId xmlns:a16="http://schemas.microsoft.com/office/drawing/2014/main" id="{23EBA638-E1B4-1751-6E11-2664400DC4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9EEEB4-FC11-F632-1F06-3C1C09152CA1}"/>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2849436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9027EF-314D-FF0E-20FC-BC233B17F8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0592F5-29ED-8504-65CB-EED3C719BB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8AB6E9-7FA1-45F4-EEC5-7B4AE3F4332F}"/>
              </a:ext>
            </a:extLst>
          </p:cNvPr>
          <p:cNvSpPr>
            <a:spLocks noGrp="1"/>
          </p:cNvSpPr>
          <p:nvPr>
            <p:ph type="dt" sz="half" idx="10"/>
          </p:nvPr>
        </p:nvSpPr>
        <p:spPr/>
        <p:txBody>
          <a:bodyPr/>
          <a:lstStyle/>
          <a:p>
            <a:fld id="{F46E85B7-61BE-41C2-BD30-413CE3081229}" type="datetimeFigureOut">
              <a:rPr lang="en-IN" smtClean="0"/>
              <a:t>04-03-2026</a:t>
            </a:fld>
            <a:endParaRPr lang="en-IN"/>
          </a:p>
        </p:txBody>
      </p:sp>
      <p:sp>
        <p:nvSpPr>
          <p:cNvPr id="5" name="Footer Placeholder 4">
            <a:extLst>
              <a:ext uri="{FF2B5EF4-FFF2-40B4-BE49-F238E27FC236}">
                <a16:creationId xmlns:a16="http://schemas.microsoft.com/office/drawing/2014/main" id="{7DD01F63-340E-7DE0-CF40-861AB4FB8D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6864CC-C356-C3B4-040A-921AE8B71446}"/>
              </a:ext>
            </a:extLst>
          </p:cNvPr>
          <p:cNvSpPr>
            <a:spLocks noGrp="1"/>
          </p:cNvSpPr>
          <p:nvPr>
            <p:ph type="sldNum" sz="quarter" idx="12"/>
          </p:nvPr>
        </p:nvSpPr>
        <p:spPr/>
        <p:txBody>
          <a:bodyPr/>
          <a:lstStyle/>
          <a:p>
            <a:fld id="{48841684-6CA6-4E01-8DC6-A3D1D7325693}" type="slidenum">
              <a:rPr lang="en-IN" smtClean="0"/>
              <a:t>‹#›</a:t>
            </a:fld>
            <a:endParaRPr lang="en-IN"/>
          </a:p>
        </p:txBody>
      </p:sp>
    </p:spTree>
    <p:extLst>
      <p:ext uri="{BB962C8B-B14F-4D97-AF65-F5344CB8AC3E}">
        <p14:creationId xmlns:p14="http://schemas.microsoft.com/office/powerpoint/2010/main" val="1608663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407DE0-9975-3946-8439-78AC6742FE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044BB7-4394-3904-2C0F-B26D68D14F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C9D299-1A92-5D7B-7CF8-9C719D970A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6E85B7-61BE-41C2-BD30-413CE3081229}" type="datetimeFigureOut">
              <a:rPr lang="en-IN" smtClean="0"/>
              <a:t>04-03-2026</a:t>
            </a:fld>
            <a:endParaRPr lang="en-IN"/>
          </a:p>
        </p:txBody>
      </p:sp>
      <p:sp>
        <p:nvSpPr>
          <p:cNvPr id="5" name="Footer Placeholder 4">
            <a:extLst>
              <a:ext uri="{FF2B5EF4-FFF2-40B4-BE49-F238E27FC236}">
                <a16:creationId xmlns:a16="http://schemas.microsoft.com/office/drawing/2014/main" id="{A621DD1D-669F-6569-C3F2-4B02805A47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535BF1-5CF5-BB53-2360-9B1C1C5E8E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841684-6CA6-4E01-8DC6-A3D1D7325693}" type="slidenum">
              <a:rPr lang="en-IN" smtClean="0"/>
              <a:t>‹#›</a:t>
            </a:fld>
            <a:endParaRPr lang="en-IN"/>
          </a:p>
        </p:txBody>
      </p:sp>
    </p:spTree>
    <p:extLst>
      <p:ext uri="{BB962C8B-B14F-4D97-AF65-F5344CB8AC3E}">
        <p14:creationId xmlns:p14="http://schemas.microsoft.com/office/powerpoint/2010/main" val="2058879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1A34B9-A84F-36A1-04E0-4128EA08C700}"/>
              </a:ext>
            </a:extLst>
          </p:cNvPr>
          <p:cNvSpPr>
            <a:spLocks noGrp="1"/>
          </p:cNvSpPr>
          <p:nvPr>
            <p:ph type="title"/>
          </p:nvPr>
        </p:nvSpPr>
        <p:spPr/>
        <p:txBody>
          <a:bodyPr/>
          <a:lstStyle/>
          <a:p>
            <a:r>
              <a:rPr lang="en-IN" b="1" i="0" dirty="0">
                <a:solidFill>
                  <a:srgbClr val="273239"/>
                </a:solidFill>
                <a:effectLst/>
                <a:latin typeface="Source Sans 3"/>
              </a:rPr>
              <a:t>Edge Detection</a:t>
            </a:r>
            <a:br>
              <a:rPr lang="en-IN" b="1" i="0" dirty="0">
                <a:solidFill>
                  <a:srgbClr val="273239"/>
                </a:solidFill>
                <a:effectLst/>
                <a:latin typeface="Source Sans 3"/>
              </a:rPr>
            </a:br>
            <a:endParaRPr lang="en-IN" dirty="0"/>
          </a:p>
        </p:txBody>
      </p:sp>
      <p:sp>
        <p:nvSpPr>
          <p:cNvPr id="5" name="Content Placeholder 4">
            <a:extLst>
              <a:ext uri="{FF2B5EF4-FFF2-40B4-BE49-F238E27FC236}">
                <a16:creationId xmlns:a16="http://schemas.microsoft.com/office/drawing/2014/main" id="{D2239C59-EDA9-82A1-23E1-A5ED93EEBEAB}"/>
              </a:ext>
            </a:extLst>
          </p:cNvPr>
          <p:cNvSpPr>
            <a:spLocks noGrp="1"/>
          </p:cNvSpPr>
          <p:nvPr>
            <p:ph idx="1"/>
          </p:nvPr>
        </p:nvSpPr>
        <p:spPr/>
        <p:txBody>
          <a:bodyPr>
            <a:normAutofit lnSpcReduction="10000"/>
          </a:bodyPr>
          <a:lstStyle/>
          <a:p>
            <a:pPr>
              <a:buFont typeface="Wingdings" panose="05000000000000000000" pitchFamily="2" charset="2"/>
              <a:buChar char="Ø"/>
            </a:pPr>
            <a:r>
              <a:rPr lang="en-US" b="0" i="0" dirty="0">
                <a:solidFill>
                  <a:srgbClr val="273239"/>
                </a:solidFill>
                <a:effectLst/>
                <a:latin typeface="Nunito" pitchFamily="2" charset="0"/>
              </a:rPr>
              <a:t>Edge Detection is a technique used to identify the boundaries of objects within images. </a:t>
            </a:r>
          </a:p>
          <a:p>
            <a:pPr marL="0" indent="0">
              <a:buNone/>
            </a:pPr>
            <a:endParaRPr lang="en-US" b="0" i="0" dirty="0">
              <a:solidFill>
                <a:srgbClr val="273239"/>
              </a:solidFill>
              <a:effectLst/>
              <a:latin typeface="Nunito" pitchFamily="2" charset="0"/>
            </a:endParaRPr>
          </a:p>
          <a:p>
            <a:pPr>
              <a:buFont typeface="Wingdings" panose="05000000000000000000" pitchFamily="2" charset="2"/>
              <a:buChar char="Ø"/>
            </a:pPr>
            <a:r>
              <a:rPr lang="en-US" b="0" i="0" dirty="0">
                <a:solidFill>
                  <a:srgbClr val="273239"/>
                </a:solidFill>
                <a:effectLst/>
                <a:latin typeface="Nunito" pitchFamily="2" charset="0"/>
              </a:rPr>
              <a:t>It helps in simplifying the image data by reducing the amount of information to be processed while preserving the structural properties of the image. </a:t>
            </a:r>
          </a:p>
          <a:p>
            <a:pPr marL="0" indent="0">
              <a:buNone/>
            </a:pPr>
            <a:endParaRPr lang="en-US" b="0" i="0" dirty="0">
              <a:solidFill>
                <a:srgbClr val="273239"/>
              </a:solidFill>
              <a:effectLst/>
              <a:latin typeface="Nunito" pitchFamily="2" charset="0"/>
            </a:endParaRPr>
          </a:p>
          <a:p>
            <a:pPr>
              <a:buFont typeface="Wingdings" panose="05000000000000000000" pitchFamily="2" charset="2"/>
              <a:buChar char="Ø"/>
            </a:pPr>
            <a:r>
              <a:rPr lang="en-US" b="0" i="0" dirty="0">
                <a:solidFill>
                  <a:srgbClr val="273239"/>
                </a:solidFill>
                <a:effectLst/>
                <a:latin typeface="Nunito" pitchFamily="2" charset="0"/>
              </a:rPr>
              <a:t>This simplification is essential for various image analysis tasks, including object recognition, segmentation, and image enhancement.</a:t>
            </a:r>
            <a:endParaRPr lang="en-IN" dirty="0"/>
          </a:p>
        </p:txBody>
      </p:sp>
    </p:spTree>
    <p:extLst>
      <p:ext uri="{BB962C8B-B14F-4D97-AF65-F5344CB8AC3E}">
        <p14:creationId xmlns:p14="http://schemas.microsoft.com/office/powerpoint/2010/main" val="2898299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3BF0826-2A74-B867-D3D4-317878F84EE5}"/>
              </a:ext>
            </a:extLst>
          </p:cNvPr>
          <p:cNvSpPr txBox="1"/>
          <p:nvPr/>
        </p:nvSpPr>
        <p:spPr>
          <a:xfrm>
            <a:off x="1216404" y="1090569"/>
            <a:ext cx="7925499" cy="4555093"/>
          </a:xfrm>
          <a:prstGeom prst="rect">
            <a:avLst/>
          </a:prstGeom>
          <a:noFill/>
        </p:spPr>
        <p:txBody>
          <a:bodyPr wrap="square">
            <a:spAutoFit/>
          </a:bodyPr>
          <a:lstStyle/>
          <a:p>
            <a:r>
              <a:rPr lang="en-US" sz="2800" b="1" dirty="0"/>
              <a:t>Basic Concepts of Edge Detection</a:t>
            </a:r>
          </a:p>
          <a:p>
            <a:endParaRPr lang="en-US" sz="2800" b="1" dirty="0"/>
          </a:p>
          <a:p>
            <a:pPr marL="285750" indent="-285750">
              <a:buFont typeface="Wingdings" panose="05000000000000000000" pitchFamily="2" charset="2"/>
              <a:buChar char="Ø"/>
            </a:pPr>
            <a:r>
              <a:rPr lang="en-US" sz="2000" dirty="0"/>
              <a:t>Edge detection methods can be broadly categorized into two types</a:t>
            </a:r>
          </a:p>
          <a:p>
            <a:r>
              <a:rPr lang="en-US" dirty="0"/>
              <a:t> </a:t>
            </a:r>
          </a:p>
          <a:p>
            <a:pPr marL="285750" indent="-285750">
              <a:buFont typeface="Wingdings" panose="05000000000000000000" pitchFamily="2" charset="2"/>
              <a:buChar char="ü"/>
            </a:pPr>
            <a:r>
              <a:rPr lang="en-US" sz="2800" dirty="0"/>
              <a:t>  Gradient-based methods </a:t>
            </a:r>
          </a:p>
          <a:p>
            <a:endParaRPr lang="en-US" sz="2800" dirty="0"/>
          </a:p>
          <a:p>
            <a:pPr marL="285750" indent="-285750">
              <a:buFont typeface="Wingdings" panose="05000000000000000000" pitchFamily="2" charset="2"/>
              <a:buChar char="ü"/>
            </a:pPr>
            <a:r>
              <a:rPr lang="en-US" sz="2800" dirty="0"/>
              <a:t>Second-order derivative methods</a:t>
            </a:r>
          </a:p>
          <a:p>
            <a:pPr marL="285750" indent="-285750">
              <a:buFont typeface="Wingdings" panose="05000000000000000000" pitchFamily="2" charset="2"/>
              <a:buChar char="ü"/>
            </a:pPr>
            <a:endParaRPr lang="en-US" sz="2800" dirty="0"/>
          </a:p>
          <a:p>
            <a:endParaRPr lang="en-US" sz="2800" dirty="0"/>
          </a:p>
          <a:p>
            <a:endParaRPr lang="en-US" sz="2800" dirty="0"/>
          </a:p>
          <a:p>
            <a:r>
              <a:rPr lang="en-US" sz="2800" dirty="0"/>
              <a:t>                  </a:t>
            </a:r>
            <a:endParaRPr lang="en-IN" sz="2800" dirty="0"/>
          </a:p>
        </p:txBody>
      </p:sp>
    </p:spTree>
    <p:extLst>
      <p:ext uri="{BB962C8B-B14F-4D97-AF65-F5344CB8AC3E}">
        <p14:creationId xmlns:p14="http://schemas.microsoft.com/office/powerpoint/2010/main" val="1714680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B16D-FDBC-63A9-B0C6-F3BDFE13B561}"/>
              </a:ext>
            </a:extLst>
          </p:cNvPr>
          <p:cNvSpPr>
            <a:spLocks noGrp="1"/>
          </p:cNvSpPr>
          <p:nvPr>
            <p:ph type="title"/>
          </p:nvPr>
        </p:nvSpPr>
        <p:spPr/>
        <p:txBody>
          <a:bodyPr/>
          <a:lstStyle/>
          <a:p>
            <a:r>
              <a:rPr lang="en-IN" sz="4400" b="1" dirty="0"/>
              <a:t>Gradient:</a:t>
            </a:r>
            <a:endParaRPr lang="en-IN" dirty="0"/>
          </a:p>
        </p:txBody>
      </p:sp>
      <p:sp>
        <p:nvSpPr>
          <p:cNvPr id="3" name="Content Placeholder 2">
            <a:extLst>
              <a:ext uri="{FF2B5EF4-FFF2-40B4-BE49-F238E27FC236}">
                <a16:creationId xmlns:a16="http://schemas.microsoft.com/office/drawing/2014/main" id="{3E47324C-6FB0-F343-6F11-2FC272FF2D25}"/>
              </a:ext>
            </a:extLst>
          </p:cNvPr>
          <p:cNvSpPr>
            <a:spLocks noGrp="1"/>
          </p:cNvSpPr>
          <p:nvPr>
            <p:ph idx="1"/>
          </p:nvPr>
        </p:nvSpPr>
        <p:spPr/>
        <p:txBody>
          <a:bodyPr>
            <a:normAutofit/>
          </a:bodyPr>
          <a:lstStyle/>
          <a:p>
            <a:r>
              <a:rPr lang="en-US" sz="2400" b="0" i="0" dirty="0">
                <a:solidFill>
                  <a:srgbClr val="202122"/>
                </a:solidFill>
                <a:effectLst/>
                <a:latin typeface="Arial" panose="020B0604020202020204" pitchFamily="34" charset="0"/>
              </a:rPr>
              <a:t>An </a:t>
            </a:r>
            <a:r>
              <a:rPr lang="en-US" sz="2400" b="1" i="0" dirty="0">
                <a:solidFill>
                  <a:srgbClr val="202122"/>
                </a:solidFill>
                <a:effectLst/>
                <a:latin typeface="Arial" panose="020B0604020202020204" pitchFamily="34" charset="0"/>
              </a:rPr>
              <a:t>image gradient</a:t>
            </a:r>
            <a:r>
              <a:rPr lang="en-US" sz="2400" b="0" i="0" dirty="0">
                <a:solidFill>
                  <a:srgbClr val="202122"/>
                </a:solidFill>
                <a:effectLst/>
                <a:latin typeface="Arial" panose="020B0604020202020204" pitchFamily="34" charset="0"/>
              </a:rPr>
              <a:t> is a directional change in the intensity or color in an image.</a:t>
            </a:r>
          </a:p>
          <a:p>
            <a:r>
              <a:rPr lang="en-US" sz="2400" b="0" i="0" dirty="0">
                <a:solidFill>
                  <a:srgbClr val="202122"/>
                </a:solidFill>
                <a:effectLst/>
                <a:latin typeface="Arial" panose="020B0604020202020204" pitchFamily="34" charset="0"/>
              </a:rPr>
              <a:t> The gradient of the image is one of the fundamental building blocks in </a:t>
            </a:r>
            <a:r>
              <a:rPr lang="en-US" sz="2400" dirty="0">
                <a:latin typeface="Arial" panose="020B0604020202020204" pitchFamily="34" charset="0"/>
              </a:rPr>
              <a:t>image processing</a:t>
            </a:r>
            <a:r>
              <a:rPr lang="en-US" sz="2400" b="0" i="0" dirty="0">
                <a:solidFill>
                  <a:srgbClr val="202122"/>
                </a:solidFill>
                <a:effectLst/>
                <a:latin typeface="Arial" panose="020B0604020202020204" pitchFamily="34" charset="0"/>
              </a:rPr>
              <a:t>.</a:t>
            </a:r>
          </a:p>
          <a:p>
            <a:r>
              <a:rPr lang="en-US" sz="2400" b="0" i="0" dirty="0">
                <a:solidFill>
                  <a:srgbClr val="202122"/>
                </a:solidFill>
                <a:effectLst/>
                <a:latin typeface="Arial" panose="020B0604020202020204" pitchFamily="34" charset="0"/>
              </a:rPr>
              <a:t>Mathematically, the </a:t>
            </a:r>
            <a:r>
              <a:rPr lang="en-US" sz="2400" dirty="0">
                <a:latin typeface="Arial" panose="020B0604020202020204" pitchFamily="34" charset="0"/>
              </a:rPr>
              <a:t>gradient</a:t>
            </a:r>
            <a:r>
              <a:rPr lang="en-US" sz="2400" b="0" i="0" dirty="0">
                <a:solidFill>
                  <a:srgbClr val="202122"/>
                </a:solidFill>
                <a:effectLst/>
                <a:latin typeface="Arial" panose="020B0604020202020204" pitchFamily="34" charset="0"/>
              </a:rPr>
              <a:t> of a two-variable function at each image point is a 2D </a:t>
            </a:r>
            <a:r>
              <a:rPr lang="en-US" sz="2400" dirty="0">
                <a:latin typeface="Arial" panose="020B0604020202020204" pitchFamily="34" charset="0"/>
              </a:rPr>
              <a:t>vector</a:t>
            </a:r>
            <a:r>
              <a:rPr lang="en-US" sz="2400" b="0" i="0" dirty="0">
                <a:solidFill>
                  <a:srgbClr val="202122"/>
                </a:solidFill>
                <a:effectLst/>
                <a:latin typeface="Arial" panose="020B0604020202020204" pitchFamily="34" charset="0"/>
              </a:rPr>
              <a:t> with the components given by the </a:t>
            </a:r>
            <a:r>
              <a:rPr lang="en-US" sz="2400" dirty="0">
                <a:latin typeface="Arial" panose="020B0604020202020204" pitchFamily="34" charset="0"/>
              </a:rPr>
              <a:t>derivatives </a:t>
            </a:r>
            <a:r>
              <a:rPr lang="en-US" sz="2400" b="0" i="0" dirty="0">
                <a:solidFill>
                  <a:srgbClr val="202122"/>
                </a:solidFill>
                <a:effectLst/>
                <a:latin typeface="Arial" panose="020B0604020202020204" pitchFamily="34" charset="0"/>
              </a:rPr>
              <a:t>in the horizontal and vertical directions. </a:t>
            </a:r>
          </a:p>
          <a:p>
            <a:r>
              <a:rPr lang="en-US" sz="2400" b="0" i="0" dirty="0">
                <a:solidFill>
                  <a:srgbClr val="202122"/>
                </a:solidFill>
                <a:effectLst/>
                <a:latin typeface="Arial" panose="020B0604020202020204" pitchFamily="34" charset="0"/>
              </a:rPr>
              <a:t>At each image point, the gradient vector points in the direction of largest possible intensity increase, and the length of the gradient vector corresponds to the rate of change in that direction.</a:t>
            </a:r>
            <a:endParaRPr lang="en-IN" sz="2400" dirty="0"/>
          </a:p>
        </p:txBody>
      </p:sp>
    </p:spTree>
    <p:extLst>
      <p:ext uri="{BB962C8B-B14F-4D97-AF65-F5344CB8AC3E}">
        <p14:creationId xmlns:p14="http://schemas.microsoft.com/office/powerpoint/2010/main" val="46871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FE40B0-A71E-5033-BA4F-2D7BB54B135C}"/>
              </a:ext>
            </a:extLst>
          </p:cNvPr>
          <p:cNvPicPr>
            <a:picLocks noChangeAspect="1"/>
          </p:cNvPicPr>
          <p:nvPr/>
        </p:nvPicPr>
        <p:blipFill>
          <a:blip r:embed="rId2"/>
          <a:stretch>
            <a:fillRect/>
          </a:stretch>
        </p:blipFill>
        <p:spPr>
          <a:xfrm>
            <a:off x="1475703" y="1317198"/>
            <a:ext cx="5868219" cy="2562583"/>
          </a:xfrm>
          <a:prstGeom prst="rect">
            <a:avLst/>
          </a:prstGeom>
        </p:spPr>
      </p:pic>
      <p:sp>
        <p:nvSpPr>
          <p:cNvPr id="6" name="TextBox 5">
            <a:extLst>
              <a:ext uri="{FF2B5EF4-FFF2-40B4-BE49-F238E27FC236}">
                <a16:creationId xmlns:a16="http://schemas.microsoft.com/office/drawing/2014/main" id="{2E62BB15-F9D3-7D23-E8E3-E9A8DA9E6244}"/>
              </a:ext>
            </a:extLst>
          </p:cNvPr>
          <p:cNvSpPr txBox="1"/>
          <p:nvPr/>
        </p:nvSpPr>
        <p:spPr>
          <a:xfrm>
            <a:off x="713065" y="805343"/>
            <a:ext cx="6596484" cy="369332"/>
          </a:xfrm>
          <a:prstGeom prst="rect">
            <a:avLst/>
          </a:prstGeom>
          <a:noFill/>
        </p:spPr>
        <p:txBody>
          <a:bodyPr wrap="square" rtlCol="0">
            <a:spAutoFit/>
          </a:bodyPr>
          <a:lstStyle/>
          <a:p>
            <a:pPr marL="285750" indent="-285750">
              <a:buFont typeface="Wingdings" panose="05000000000000000000" pitchFamily="2" charset="2"/>
              <a:buChar char="Ø"/>
            </a:pPr>
            <a:r>
              <a:rPr lang="en-IN" dirty="0"/>
              <a:t>The gradient of an image is a vector of its partials,</a:t>
            </a:r>
          </a:p>
        </p:txBody>
      </p:sp>
      <p:sp>
        <p:nvSpPr>
          <p:cNvPr id="7" name="TextBox 6">
            <a:extLst>
              <a:ext uri="{FF2B5EF4-FFF2-40B4-BE49-F238E27FC236}">
                <a16:creationId xmlns:a16="http://schemas.microsoft.com/office/drawing/2014/main" id="{A7EB30A9-AC6E-13A2-D050-E4C79EC22CF7}"/>
              </a:ext>
            </a:extLst>
          </p:cNvPr>
          <p:cNvSpPr txBox="1"/>
          <p:nvPr/>
        </p:nvSpPr>
        <p:spPr>
          <a:xfrm>
            <a:off x="906011" y="4047471"/>
            <a:ext cx="6154249" cy="369332"/>
          </a:xfrm>
          <a:prstGeom prst="rect">
            <a:avLst/>
          </a:prstGeom>
          <a:noFill/>
        </p:spPr>
        <p:txBody>
          <a:bodyPr wrap="none" rtlCol="0">
            <a:spAutoFit/>
          </a:bodyPr>
          <a:lstStyle/>
          <a:p>
            <a:pPr marL="285750" indent="-285750">
              <a:buFont typeface="Wingdings" panose="05000000000000000000" pitchFamily="2" charset="2"/>
              <a:buChar char="Ø"/>
            </a:pPr>
            <a:r>
              <a:rPr lang="en-US" b="0" i="0" dirty="0">
                <a:solidFill>
                  <a:srgbClr val="202122"/>
                </a:solidFill>
                <a:effectLst/>
                <a:latin typeface="Arial" panose="020B0604020202020204" pitchFamily="34" charset="0"/>
              </a:rPr>
              <a:t>The gradient direction can be calculated by the formula:</a:t>
            </a:r>
            <a:endParaRPr lang="en-IN" dirty="0"/>
          </a:p>
        </p:txBody>
      </p:sp>
      <p:pic>
        <p:nvPicPr>
          <p:cNvPr id="11" name="Picture 10">
            <a:extLst>
              <a:ext uri="{FF2B5EF4-FFF2-40B4-BE49-F238E27FC236}">
                <a16:creationId xmlns:a16="http://schemas.microsoft.com/office/drawing/2014/main" id="{7B827469-2036-6D4A-D0F9-86BE9129773E}"/>
              </a:ext>
            </a:extLst>
          </p:cNvPr>
          <p:cNvPicPr>
            <a:picLocks noChangeAspect="1"/>
          </p:cNvPicPr>
          <p:nvPr/>
        </p:nvPicPr>
        <p:blipFill>
          <a:blip r:embed="rId3"/>
          <a:stretch>
            <a:fillRect/>
          </a:stretch>
        </p:blipFill>
        <p:spPr>
          <a:xfrm>
            <a:off x="4011307" y="4383721"/>
            <a:ext cx="1524213" cy="762106"/>
          </a:xfrm>
          <a:prstGeom prst="rect">
            <a:avLst/>
          </a:prstGeom>
        </p:spPr>
      </p:pic>
      <p:sp>
        <p:nvSpPr>
          <p:cNvPr id="12" name="TextBox 11">
            <a:extLst>
              <a:ext uri="{FF2B5EF4-FFF2-40B4-BE49-F238E27FC236}">
                <a16:creationId xmlns:a16="http://schemas.microsoft.com/office/drawing/2014/main" id="{C755B387-C29B-2768-7886-E07998773076}"/>
              </a:ext>
            </a:extLst>
          </p:cNvPr>
          <p:cNvSpPr txBox="1"/>
          <p:nvPr/>
        </p:nvSpPr>
        <p:spPr>
          <a:xfrm>
            <a:off x="906011" y="5427677"/>
            <a:ext cx="4025561" cy="369332"/>
          </a:xfrm>
          <a:prstGeom prst="rect">
            <a:avLst/>
          </a:prstGeom>
          <a:noFill/>
        </p:spPr>
        <p:txBody>
          <a:bodyPr wrap="square" rtlCol="0">
            <a:spAutoFit/>
          </a:bodyPr>
          <a:lstStyle/>
          <a:p>
            <a:pPr marL="285750" indent="-285750">
              <a:buFont typeface="Wingdings" panose="05000000000000000000" pitchFamily="2" charset="2"/>
              <a:buChar char="Ø"/>
            </a:pPr>
            <a:r>
              <a:rPr lang="en-US" b="0" i="0" dirty="0">
                <a:solidFill>
                  <a:srgbClr val="202122"/>
                </a:solidFill>
                <a:effectLst/>
                <a:latin typeface="Arial" panose="020B0604020202020204" pitchFamily="34" charset="0"/>
              </a:rPr>
              <a:t>the magnitude is given by</a:t>
            </a:r>
            <a:endParaRPr lang="en-IN" dirty="0"/>
          </a:p>
        </p:txBody>
      </p:sp>
      <p:pic>
        <p:nvPicPr>
          <p:cNvPr id="14" name="Picture 13">
            <a:extLst>
              <a:ext uri="{FF2B5EF4-FFF2-40B4-BE49-F238E27FC236}">
                <a16:creationId xmlns:a16="http://schemas.microsoft.com/office/drawing/2014/main" id="{4F0EA3DE-ADE6-8ADD-15AC-95E375C09151}"/>
              </a:ext>
            </a:extLst>
          </p:cNvPr>
          <p:cNvPicPr>
            <a:picLocks noChangeAspect="1"/>
          </p:cNvPicPr>
          <p:nvPr/>
        </p:nvPicPr>
        <p:blipFill>
          <a:blip r:embed="rId4"/>
          <a:stretch>
            <a:fillRect/>
          </a:stretch>
        </p:blipFill>
        <p:spPr>
          <a:xfrm>
            <a:off x="3792243" y="5895440"/>
            <a:ext cx="2124371" cy="771633"/>
          </a:xfrm>
          <a:prstGeom prst="rect">
            <a:avLst/>
          </a:prstGeom>
        </p:spPr>
      </p:pic>
    </p:spTree>
    <p:extLst>
      <p:ext uri="{BB962C8B-B14F-4D97-AF65-F5344CB8AC3E}">
        <p14:creationId xmlns:p14="http://schemas.microsoft.com/office/powerpoint/2010/main" val="732257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0C20B-1516-2BF3-D00E-FB7EE104B789}"/>
              </a:ext>
            </a:extLst>
          </p:cNvPr>
          <p:cNvSpPr>
            <a:spLocks noGrp="1"/>
          </p:cNvSpPr>
          <p:nvPr>
            <p:ph type="title"/>
          </p:nvPr>
        </p:nvSpPr>
        <p:spPr/>
        <p:txBody>
          <a:bodyPr/>
          <a:lstStyle/>
          <a:p>
            <a:r>
              <a:rPr lang="en-IN" sz="4400" b="1" dirty="0"/>
              <a:t>Gradient-Based Methods</a:t>
            </a:r>
            <a:br>
              <a:rPr lang="en-IN" sz="4400" dirty="0"/>
            </a:br>
            <a:endParaRPr lang="en-IN" dirty="0"/>
          </a:p>
        </p:txBody>
      </p:sp>
      <p:sp>
        <p:nvSpPr>
          <p:cNvPr id="3" name="Content Placeholder 2">
            <a:extLst>
              <a:ext uri="{FF2B5EF4-FFF2-40B4-BE49-F238E27FC236}">
                <a16:creationId xmlns:a16="http://schemas.microsoft.com/office/drawing/2014/main" id="{8E6DCC59-D4A0-655A-79C9-723397D6B9BF}"/>
              </a:ext>
            </a:extLst>
          </p:cNvPr>
          <p:cNvSpPr>
            <a:spLocks noGrp="1"/>
          </p:cNvSpPr>
          <p:nvPr>
            <p:ph idx="1"/>
          </p:nvPr>
        </p:nvSpPr>
        <p:spPr/>
        <p:txBody>
          <a:bodyPr/>
          <a:lstStyle/>
          <a:p>
            <a:r>
              <a:rPr lang="en-US" b="0" i="0" dirty="0">
                <a:solidFill>
                  <a:srgbClr val="273239"/>
                </a:solidFill>
                <a:effectLst/>
                <a:latin typeface="Nunito" pitchFamily="2" charset="0"/>
              </a:rPr>
              <a:t>Gradient-based methods detect edges by looking for the maximum and minimum in the first derivative of the image.</a:t>
            </a:r>
          </a:p>
          <a:p>
            <a:r>
              <a:rPr lang="en-US" b="0" i="0" dirty="0">
                <a:solidFill>
                  <a:srgbClr val="273239"/>
                </a:solidFill>
                <a:effectLst/>
                <a:latin typeface="Nunito" pitchFamily="2" charset="0"/>
              </a:rPr>
              <a:t> The gradient of an image measures the change in intensity at a point. </a:t>
            </a:r>
          </a:p>
          <a:p>
            <a:r>
              <a:rPr lang="en-US" b="0" i="0" dirty="0">
                <a:solidFill>
                  <a:srgbClr val="273239"/>
                </a:solidFill>
                <a:effectLst/>
                <a:latin typeface="Nunito" pitchFamily="2" charset="0"/>
              </a:rPr>
              <a:t>The most common gradient-based operators are the</a:t>
            </a:r>
          </a:p>
          <a:p>
            <a:pPr marL="0" indent="0">
              <a:buNone/>
            </a:pPr>
            <a:r>
              <a:rPr lang="en-US" dirty="0">
                <a:solidFill>
                  <a:srgbClr val="273239"/>
                </a:solidFill>
                <a:latin typeface="Nunito" pitchFamily="2" charset="0"/>
              </a:rPr>
              <a:t>                  </a:t>
            </a:r>
            <a:r>
              <a:rPr lang="en-US" b="0" i="0" dirty="0">
                <a:solidFill>
                  <a:srgbClr val="273239"/>
                </a:solidFill>
                <a:effectLst/>
                <a:latin typeface="Nunito" pitchFamily="2" charset="0"/>
              </a:rPr>
              <a:t> Sobel</a:t>
            </a:r>
          </a:p>
          <a:p>
            <a:pPr marL="0" indent="0">
              <a:buNone/>
            </a:pPr>
            <a:r>
              <a:rPr lang="en-US" dirty="0">
                <a:solidFill>
                  <a:srgbClr val="273239"/>
                </a:solidFill>
                <a:latin typeface="Nunito" pitchFamily="2" charset="0"/>
              </a:rPr>
              <a:t>                   </a:t>
            </a:r>
            <a:r>
              <a:rPr lang="en-US" b="0" i="0" dirty="0">
                <a:solidFill>
                  <a:srgbClr val="273239"/>
                </a:solidFill>
                <a:effectLst/>
                <a:latin typeface="Nunito" pitchFamily="2" charset="0"/>
              </a:rPr>
              <a:t>Prewitt</a:t>
            </a:r>
          </a:p>
          <a:p>
            <a:pPr marL="0" indent="0">
              <a:buNone/>
            </a:pPr>
            <a:r>
              <a:rPr lang="en-US" dirty="0">
                <a:solidFill>
                  <a:srgbClr val="273239"/>
                </a:solidFill>
                <a:latin typeface="Nunito" pitchFamily="2" charset="0"/>
              </a:rPr>
              <a:t>                   </a:t>
            </a:r>
            <a:r>
              <a:rPr lang="en-US" b="0" i="0" dirty="0">
                <a:solidFill>
                  <a:srgbClr val="273239"/>
                </a:solidFill>
                <a:effectLst/>
                <a:latin typeface="Nunito" pitchFamily="2" charset="0"/>
              </a:rPr>
              <a:t>Roberts Cross operators</a:t>
            </a:r>
            <a:endParaRPr lang="en-IN" dirty="0"/>
          </a:p>
          <a:p>
            <a:endParaRPr lang="en-IN" dirty="0"/>
          </a:p>
        </p:txBody>
      </p:sp>
    </p:spTree>
    <p:extLst>
      <p:ext uri="{BB962C8B-B14F-4D97-AF65-F5344CB8AC3E}">
        <p14:creationId xmlns:p14="http://schemas.microsoft.com/office/powerpoint/2010/main" val="412120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A89FF-F68F-747A-7982-7C0BB5C18759}"/>
              </a:ext>
            </a:extLst>
          </p:cNvPr>
          <p:cNvSpPr>
            <a:spLocks noGrp="1"/>
          </p:cNvSpPr>
          <p:nvPr>
            <p:ph type="title"/>
          </p:nvPr>
        </p:nvSpPr>
        <p:spPr/>
        <p:txBody>
          <a:bodyPr/>
          <a:lstStyle/>
          <a:p>
            <a:r>
              <a:rPr lang="en-IN" b="1" i="0" dirty="0">
                <a:solidFill>
                  <a:srgbClr val="273239"/>
                </a:solidFill>
                <a:effectLst/>
                <a:latin typeface="Nunito" pitchFamily="2" charset="0"/>
              </a:rPr>
              <a:t>1. Sobel Operator</a:t>
            </a:r>
            <a:br>
              <a:rPr lang="en-IN"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D6B9C5AD-6543-7CF4-75A0-4057EA6A1C6A}"/>
              </a:ext>
            </a:extLst>
          </p:cNvPr>
          <p:cNvSpPr>
            <a:spLocks noGrp="1"/>
          </p:cNvSpPr>
          <p:nvPr>
            <p:ph idx="1"/>
          </p:nvPr>
        </p:nvSpPr>
        <p:spPr>
          <a:xfrm>
            <a:off x="712364" y="1047556"/>
            <a:ext cx="10515600" cy="4351338"/>
          </a:xfrm>
        </p:spPr>
        <p:txBody>
          <a:bodyPr>
            <a:normAutofit/>
          </a:bodyPr>
          <a:lstStyle/>
          <a:p>
            <a:r>
              <a:rPr lang="en-US" sz="2400" b="0" i="0" dirty="0">
                <a:solidFill>
                  <a:srgbClr val="273239"/>
                </a:solidFill>
                <a:effectLst/>
                <a:latin typeface="Nunito" pitchFamily="2" charset="0"/>
              </a:rPr>
              <a:t>The </a:t>
            </a:r>
            <a:r>
              <a:rPr lang="en-US" sz="2400" dirty="0">
                <a:latin typeface="Nunito" pitchFamily="2" charset="0"/>
              </a:rPr>
              <a:t>Sobel operator </a:t>
            </a:r>
            <a:r>
              <a:rPr lang="en-US" sz="2400" b="0" i="0" dirty="0">
                <a:solidFill>
                  <a:srgbClr val="273239"/>
                </a:solidFill>
                <a:effectLst/>
                <a:latin typeface="Nunito" pitchFamily="2" charset="0"/>
              </a:rPr>
              <a:t>computes the gradient of the image intensity at each point, giving the direction of the largest possible increase from light to dark and the rate of change in that direction. </a:t>
            </a:r>
          </a:p>
          <a:p>
            <a:r>
              <a:rPr lang="en-US" sz="2400" b="0" i="0" dirty="0">
                <a:solidFill>
                  <a:srgbClr val="273239"/>
                </a:solidFill>
                <a:effectLst/>
                <a:latin typeface="Nunito" pitchFamily="2" charset="0"/>
              </a:rPr>
              <a:t>It uses two 3x3 convolution kernels to calculate the gradient in the horizontal and vertical directions.</a:t>
            </a:r>
            <a:endParaRPr lang="en-IN" sz="2400" dirty="0"/>
          </a:p>
        </p:txBody>
      </p:sp>
      <p:pic>
        <p:nvPicPr>
          <p:cNvPr id="5" name="Picture 4">
            <a:extLst>
              <a:ext uri="{FF2B5EF4-FFF2-40B4-BE49-F238E27FC236}">
                <a16:creationId xmlns:a16="http://schemas.microsoft.com/office/drawing/2014/main" id="{C6A5982D-FC61-5C8C-9C8F-8D6F3EFD79D1}"/>
              </a:ext>
            </a:extLst>
          </p:cNvPr>
          <p:cNvPicPr>
            <a:picLocks noChangeAspect="1"/>
          </p:cNvPicPr>
          <p:nvPr/>
        </p:nvPicPr>
        <p:blipFill>
          <a:blip r:embed="rId2"/>
          <a:stretch>
            <a:fillRect/>
          </a:stretch>
        </p:blipFill>
        <p:spPr>
          <a:xfrm>
            <a:off x="586528" y="3223225"/>
            <a:ext cx="9850225" cy="2648320"/>
          </a:xfrm>
          <a:prstGeom prst="rect">
            <a:avLst/>
          </a:prstGeom>
        </p:spPr>
      </p:pic>
    </p:spTree>
    <p:extLst>
      <p:ext uri="{BB962C8B-B14F-4D97-AF65-F5344CB8AC3E}">
        <p14:creationId xmlns:p14="http://schemas.microsoft.com/office/powerpoint/2010/main" val="3248398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C9109-7535-2F1E-B885-25505FA89619}"/>
              </a:ext>
            </a:extLst>
          </p:cNvPr>
          <p:cNvSpPr>
            <a:spLocks noGrp="1"/>
          </p:cNvSpPr>
          <p:nvPr>
            <p:ph type="title"/>
          </p:nvPr>
        </p:nvSpPr>
        <p:spPr/>
        <p:txBody>
          <a:bodyPr/>
          <a:lstStyle/>
          <a:p>
            <a:r>
              <a:rPr lang="en-IN" b="1" i="0" dirty="0">
                <a:solidFill>
                  <a:srgbClr val="273239"/>
                </a:solidFill>
                <a:effectLst/>
                <a:latin typeface="Nunito" pitchFamily="2" charset="0"/>
              </a:rPr>
              <a:t>2. Prewitt Operator</a:t>
            </a:r>
            <a:br>
              <a:rPr lang="en-IN"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9FF1DBC2-AE62-06B6-53C5-30420A0DE9F6}"/>
              </a:ext>
            </a:extLst>
          </p:cNvPr>
          <p:cNvSpPr>
            <a:spLocks noGrp="1"/>
          </p:cNvSpPr>
          <p:nvPr>
            <p:ph idx="1"/>
          </p:nvPr>
        </p:nvSpPr>
        <p:spPr/>
        <p:txBody>
          <a:bodyPr/>
          <a:lstStyle/>
          <a:p>
            <a:r>
              <a:rPr lang="en-US" dirty="0">
                <a:solidFill>
                  <a:srgbClr val="273239"/>
                </a:solidFill>
                <a:latin typeface="Nunito" pitchFamily="2" charset="0"/>
              </a:rPr>
              <a:t>T</a:t>
            </a:r>
            <a:r>
              <a:rPr lang="en-US" b="0" i="0">
                <a:solidFill>
                  <a:srgbClr val="273239"/>
                </a:solidFill>
                <a:effectLst/>
                <a:latin typeface="Nunito" pitchFamily="2" charset="0"/>
              </a:rPr>
              <a:t>he </a:t>
            </a:r>
            <a:r>
              <a:rPr lang="en-US" dirty="0">
                <a:latin typeface="Nunito" pitchFamily="2" charset="0"/>
              </a:rPr>
              <a:t>Prewitt operator </a:t>
            </a:r>
            <a:r>
              <a:rPr lang="en-US" b="0" i="0" dirty="0">
                <a:solidFill>
                  <a:srgbClr val="273239"/>
                </a:solidFill>
                <a:effectLst/>
                <a:latin typeface="Nunito" pitchFamily="2" charset="0"/>
              </a:rPr>
              <a:t>calculates the gradient of the image intensity. </a:t>
            </a:r>
          </a:p>
          <a:p>
            <a:r>
              <a:rPr lang="en-US" b="0" i="0" dirty="0">
                <a:solidFill>
                  <a:srgbClr val="273239"/>
                </a:solidFill>
                <a:effectLst/>
                <a:latin typeface="Nunito" pitchFamily="2" charset="0"/>
              </a:rPr>
              <a:t>The main difference is in the convolution kernels used.</a:t>
            </a:r>
          </a:p>
          <a:p>
            <a:endParaRPr lang="en-US" dirty="0">
              <a:solidFill>
                <a:srgbClr val="273239"/>
              </a:solidFill>
              <a:latin typeface="Nunito" pitchFamily="2" charset="0"/>
            </a:endParaRPr>
          </a:p>
          <a:p>
            <a:endParaRPr lang="en-IN" dirty="0"/>
          </a:p>
        </p:txBody>
      </p:sp>
      <p:pic>
        <p:nvPicPr>
          <p:cNvPr id="9" name="Picture 8">
            <a:extLst>
              <a:ext uri="{FF2B5EF4-FFF2-40B4-BE49-F238E27FC236}">
                <a16:creationId xmlns:a16="http://schemas.microsoft.com/office/drawing/2014/main" id="{77B479A4-A2B0-3493-54E0-207A1C643A93}"/>
              </a:ext>
            </a:extLst>
          </p:cNvPr>
          <p:cNvPicPr>
            <a:picLocks noChangeAspect="1"/>
          </p:cNvPicPr>
          <p:nvPr/>
        </p:nvPicPr>
        <p:blipFill>
          <a:blip r:embed="rId2"/>
          <a:stretch>
            <a:fillRect/>
          </a:stretch>
        </p:blipFill>
        <p:spPr>
          <a:xfrm>
            <a:off x="2976041" y="3175784"/>
            <a:ext cx="4344006" cy="2133898"/>
          </a:xfrm>
          <a:prstGeom prst="rect">
            <a:avLst/>
          </a:prstGeom>
        </p:spPr>
      </p:pic>
    </p:spTree>
    <p:extLst>
      <p:ext uri="{BB962C8B-B14F-4D97-AF65-F5344CB8AC3E}">
        <p14:creationId xmlns:p14="http://schemas.microsoft.com/office/powerpoint/2010/main" val="2225152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BC44A-94D9-4C63-3526-D9E6C79E6B83}"/>
              </a:ext>
            </a:extLst>
          </p:cNvPr>
          <p:cNvSpPr>
            <a:spLocks noGrp="1"/>
          </p:cNvSpPr>
          <p:nvPr>
            <p:ph type="title"/>
          </p:nvPr>
        </p:nvSpPr>
        <p:spPr/>
        <p:txBody>
          <a:bodyPr/>
          <a:lstStyle/>
          <a:p>
            <a:r>
              <a:rPr lang="en-IN" b="1" i="0" dirty="0">
                <a:solidFill>
                  <a:srgbClr val="273239"/>
                </a:solidFill>
                <a:effectLst/>
                <a:latin typeface="Nunito" pitchFamily="2" charset="0"/>
              </a:rPr>
              <a:t>3. Roberts Cross Operator</a:t>
            </a:r>
            <a:br>
              <a:rPr lang="en-IN"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F0A389F1-8829-6F21-FDBB-5BC22EE998D2}"/>
              </a:ext>
            </a:extLst>
          </p:cNvPr>
          <p:cNvSpPr>
            <a:spLocks noGrp="1"/>
          </p:cNvSpPr>
          <p:nvPr>
            <p:ph idx="1"/>
          </p:nvPr>
        </p:nvSpPr>
        <p:spPr>
          <a:xfrm>
            <a:off x="838200" y="1808847"/>
            <a:ext cx="10515600" cy="4351338"/>
          </a:xfrm>
        </p:spPr>
        <p:txBody>
          <a:bodyPr/>
          <a:lstStyle/>
          <a:p>
            <a:r>
              <a:rPr lang="en-US" b="0" i="0" dirty="0">
                <a:solidFill>
                  <a:srgbClr val="273239"/>
                </a:solidFill>
                <a:effectLst/>
                <a:latin typeface="Nunito" pitchFamily="2" charset="0"/>
              </a:rPr>
              <a:t>The Roberts Cross operator performs a simple, quick-to-compute 2x2 gradient measurement on an image.</a:t>
            </a:r>
          </a:p>
          <a:p>
            <a:r>
              <a:rPr lang="en-US" b="0" i="0" dirty="0">
                <a:solidFill>
                  <a:srgbClr val="273239"/>
                </a:solidFill>
                <a:effectLst/>
                <a:latin typeface="Nunito" pitchFamily="2" charset="0"/>
              </a:rPr>
              <a:t> It emphasizes regions of high spatial frequency, which often correspond to edges.</a:t>
            </a:r>
          </a:p>
          <a:p>
            <a:pPr algn="l" fontAlgn="base">
              <a:spcAft>
                <a:spcPts val="1800"/>
              </a:spcAft>
              <a:buFont typeface="Arial" panose="020B0604020202020204" pitchFamily="34" charset="0"/>
              <a:buChar char="•"/>
            </a:pPr>
            <a:r>
              <a:rPr lang="en-US" b="1" dirty="0">
                <a:effectLst/>
              </a:rPr>
              <a:t>Compute Diagonal Gradients</a:t>
            </a:r>
            <a:r>
              <a:rPr lang="en-US" dirty="0">
                <a:effectLst/>
              </a:rPr>
              <a:t>: Apply the Roberts kernels to the image to obtain the gradients along the diagonals.</a:t>
            </a:r>
          </a:p>
          <a:p>
            <a:pPr algn="l" fontAlgn="base">
              <a:spcAft>
                <a:spcPts val="1800"/>
              </a:spcAft>
              <a:buFont typeface="Arial" panose="020B0604020202020204" pitchFamily="34" charset="0"/>
              <a:buChar char="•"/>
            </a:pPr>
            <a:endParaRPr lang="en-US" dirty="0">
              <a:effectLst/>
            </a:endParaRPr>
          </a:p>
        </p:txBody>
      </p:sp>
      <p:pic>
        <p:nvPicPr>
          <p:cNvPr id="5" name="Picture 4">
            <a:extLst>
              <a:ext uri="{FF2B5EF4-FFF2-40B4-BE49-F238E27FC236}">
                <a16:creationId xmlns:a16="http://schemas.microsoft.com/office/drawing/2014/main" id="{53CDF36D-D241-384E-23EB-788C870E2734}"/>
              </a:ext>
            </a:extLst>
          </p:cNvPr>
          <p:cNvPicPr>
            <a:picLocks noChangeAspect="1"/>
          </p:cNvPicPr>
          <p:nvPr/>
        </p:nvPicPr>
        <p:blipFill>
          <a:blip r:embed="rId3"/>
          <a:stretch>
            <a:fillRect/>
          </a:stretch>
        </p:blipFill>
        <p:spPr>
          <a:xfrm>
            <a:off x="3052319" y="4475785"/>
            <a:ext cx="3839111" cy="1295581"/>
          </a:xfrm>
          <a:prstGeom prst="rect">
            <a:avLst/>
          </a:prstGeom>
        </p:spPr>
      </p:pic>
    </p:spTree>
    <p:extLst>
      <p:ext uri="{BB962C8B-B14F-4D97-AF65-F5344CB8AC3E}">
        <p14:creationId xmlns:p14="http://schemas.microsoft.com/office/powerpoint/2010/main" val="3987313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FAB283-F0E2-B772-257C-287F145F1DB6}"/>
              </a:ext>
            </a:extLst>
          </p:cNvPr>
          <p:cNvSpPr txBox="1"/>
          <p:nvPr/>
        </p:nvSpPr>
        <p:spPr>
          <a:xfrm>
            <a:off x="689994" y="561954"/>
            <a:ext cx="6094602" cy="523220"/>
          </a:xfrm>
          <a:prstGeom prst="rect">
            <a:avLst/>
          </a:prstGeom>
          <a:noFill/>
        </p:spPr>
        <p:txBody>
          <a:bodyPr wrap="square">
            <a:spAutoFit/>
          </a:bodyPr>
          <a:lstStyle/>
          <a:p>
            <a:r>
              <a:rPr lang="en-US" sz="2800" dirty="0"/>
              <a:t>Compare Sobel and Prewitt Operators:</a:t>
            </a:r>
          </a:p>
        </p:txBody>
      </p:sp>
      <p:pic>
        <p:nvPicPr>
          <p:cNvPr id="7" name="Picture 6">
            <a:extLst>
              <a:ext uri="{FF2B5EF4-FFF2-40B4-BE49-F238E27FC236}">
                <a16:creationId xmlns:a16="http://schemas.microsoft.com/office/drawing/2014/main" id="{3AF3C507-91C3-E598-33BC-2AB8E3D1F641}"/>
              </a:ext>
            </a:extLst>
          </p:cNvPr>
          <p:cNvPicPr>
            <a:picLocks noChangeAspect="1"/>
          </p:cNvPicPr>
          <p:nvPr/>
        </p:nvPicPr>
        <p:blipFill>
          <a:blip r:embed="rId3"/>
          <a:stretch>
            <a:fillRect/>
          </a:stretch>
        </p:blipFill>
        <p:spPr>
          <a:xfrm>
            <a:off x="1131763" y="1243707"/>
            <a:ext cx="7433396" cy="1620359"/>
          </a:xfrm>
          <a:prstGeom prst="rect">
            <a:avLst/>
          </a:prstGeom>
        </p:spPr>
      </p:pic>
      <p:pic>
        <p:nvPicPr>
          <p:cNvPr id="9" name="Picture 8">
            <a:extLst>
              <a:ext uri="{FF2B5EF4-FFF2-40B4-BE49-F238E27FC236}">
                <a16:creationId xmlns:a16="http://schemas.microsoft.com/office/drawing/2014/main" id="{A7D416F3-B1E9-E3B9-40FF-C203C8BE5DE0}"/>
              </a:ext>
            </a:extLst>
          </p:cNvPr>
          <p:cNvPicPr>
            <a:picLocks noChangeAspect="1"/>
          </p:cNvPicPr>
          <p:nvPr/>
        </p:nvPicPr>
        <p:blipFill>
          <a:blip r:embed="rId4"/>
          <a:stretch>
            <a:fillRect/>
          </a:stretch>
        </p:blipFill>
        <p:spPr>
          <a:xfrm>
            <a:off x="1131763" y="2667699"/>
            <a:ext cx="7318337" cy="2290781"/>
          </a:xfrm>
          <a:prstGeom prst="rect">
            <a:avLst/>
          </a:prstGeom>
        </p:spPr>
      </p:pic>
      <p:sp>
        <p:nvSpPr>
          <p:cNvPr id="11" name="TextBox 10">
            <a:extLst>
              <a:ext uri="{FF2B5EF4-FFF2-40B4-BE49-F238E27FC236}">
                <a16:creationId xmlns:a16="http://schemas.microsoft.com/office/drawing/2014/main" id="{8A9BFC8F-4324-6CFE-91A5-3DCAE036B739}"/>
              </a:ext>
            </a:extLst>
          </p:cNvPr>
          <p:cNvSpPr txBox="1"/>
          <p:nvPr/>
        </p:nvSpPr>
        <p:spPr>
          <a:xfrm>
            <a:off x="1131763" y="5117013"/>
            <a:ext cx="8423297" cy="646331"/>
          </a:xfrm>
          <a:prstGeom prst="rect">
            <a:avLst/>
          </a:prstGeom>
          <a:noFill/>
        </p:spPr>
        <p:txBody>
          <a:bodyPr wrap="square">
            <a:spAutoFit/>
          </a:bodyPr>
          <a:lstStyle/>
          <a:p>
            <a:pPr marL="285750" indent="-285750">
              <a:buFont typeface="Wingdings" panose="05000000000000000000" pitchFamily="2" charset="2"/>
              <a:buChar char="Ø"/>
            </a:pPr>
            <a:r>
              <a:rPr lang="en-US" dirty="0"/>
              <a:t>In general, the Sobel operator is more suitable for detecting edges in the presence of noise, while the Prewitt operator is less sensitive to noise but may miss some edges.</a:t>
            </a:r>
          </a:p>
        </p:txBody>
      </p:sp>
    </p:spTree>
    <p:extLst>
      <p:ext uri="{BB962C8B-B14F-4D97-AF65-F5344CB8AC3E}">
        <p14:creationId xmlns:p14="http://schemas.microsoft.com/office/powerpoint/2010/main" val="1296361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F8207-1C02-6CBA-CDE4-D1584A726A98}"/>
              </a:ext>
            </a:extLst>
          </p:cNvPr>
          <p:cNvSpPr>
            <a:spLocks noGrp="1"/>
          </p:cNvSpPr>
          <p:nvPr>
            <p:ph type="title"/>
          </p:nvPr>
        </p:nvSpPr>
        <p:spPr/>
        <p:txBody>
          <a:bodyPr/>
          <a:lstStyle/>
          <a:p>
            <a:r>
              <a:rPr lang="en-US" dirty="0"/>
              <a:t>Laplace operator</a:t>
            </a:r>
            <a:endParaRPr lang="en-IN" dirty="0"/>
          </a:p>
        </p:txBody>
      </p:sp>
      <p:sp>
        <p:nvSpPr>
          <p:cNvPr id="3" name="Content Placeholder 2">
            <a:extLst>
              <a:ext uri="{FF2B5EF4-FFF2-40B4-BE49-F238E27FC236}">
                <a16:creationId xmlns:a16="http://schemas.microsoft.com/office/drawing/2014/main" id="{C050BC90-99DA-D266-AA7C-328585AEBBF3}"/>
              </a:ext>
            </a:extLst>
          </p:cNvPr>
          <p:cNvSpPr>
            <a:spLocks noGrp="1"/>
          </p:cNvSpPr>
          <p:nvPr>
            <p:ph idx="1"/>
          </p:nvPr>
        </p:nvSpPr>
        <p:spPr/>
        <p:txBody>
          <a:bodyPr/>
          <a:lstStyle/>
          <a:p>
            <a:r>
              <a:rPr lang="en-US" dirty="0"/>
              <a:t>The Laplacian operator is another commonly used edge detection algorithm in image processing.</a:t>
            </a:r>
          </a:p>
          <a:p>
            <a:r>
              <a:rPr lang="en-US" dirty="0"/>
              <a:t> It is a second-order derivative operator that calculates the Laplacian of the input image to detect edges.</a:t>
            </a:r>
          </a:p>
          <a:p>
            <a:r>
              <a:rPr lang="en-US" dirty="0"/>
              <a:t>The </a:t>
            </a:r>
            <a:r>
              <a:rPr lang="en-US" dirty="0" err="1"/>
              <a:t>LaPlacian</a:t>
            </a:r>
            <a:r>
              <a:rPr lang="en-US" dirty="0"/>
              <a:t> operator of an image f(</a:t>
            </a:r>
            <a:r>
              <a:rPr lang="en-US" dirty="0" err="1"/>
              <a:t>x,y</a:t>
            </a:r>
            <a:r>
              <a:rPr lang="en-US" dirty="0"/>
              <a:t>) is </a:t>
            </a:r>
          </a:p>
          <a:p>
            <a:r>
              <a:rPr lang="en-US" dirty="0"/>
              <a:t>This equation can be implemented using 3x3 mask as shown below:</a:t>
            </a:r>
          </a:p>
          <a:p>
            <a:pPr marL="0" indent="0">
              <a:buNone/>
            </a:pPr>
            <a:r>
              <a:rPr lang="en-US" dirty="0"/>
              <a:t>                          </a:t>
            </a:r>
          </a:p>
          <a:p>
            <a:endParaRPr lang="en-IN" dirty="0"/>
          </a:p>
        </p:txBody>
      </p:sp>
      <p:pic>
        <p:nvPicPr>
          <p:cNvPr id="5" name="Picture 4">
            <a:extLst>
              <a:ext uri="{FF2B5EF4-FFF2-40B4-BE49-F238E27FC236}">
                <a16:creationId xmlns:a16="http://schemas.microsoft.com/office/drawing/2014/main" id="{BA8ACDF7-FE75-6E06-1B15-2234E5BD91E6}"/>
              </a:ext>
            </a:extLst>
          </p:cNvPr>
          <p:cNvPicPr>
            <a:picLocks noChangeAspect="1"/>
          </p:cNvPicPr>
          <p:nvPr/>
        </p:nvPicPr>
        <p:blipFill>
          <a:blip r:embed="rId2"/>
          <a:stretch>
            <a:fillRect/>
          </a:stretch>
        </p:blipFill>
        <p:spPr>
          <a:xfrm>
            <a:off x="7582356" y="3598918"/>
            <a:ext cx="1590897" cy="666843"/>
          </a:xfrm>
          <a:prstGeom prst="rect">
            <a:avLst/>
          </a:prstGeom>
        </p:spPr>
      </p:pic>
      <p:pic>
        <p:nvPicPr>
          <p:cNvPr id="7" name="Picture 6">
            <a:extLst>
              <a:ext uri="{FF2B5EF4-FFF2-40B4-BE49-F238E27FC236}">
                <a16:creationId xmlns:a16="http://schemas.microsoft.com/office/drawing/2014/main" id="{9A2547E2-5F10-F330-5DC4-F03A4F583647}"/>
              </a:ext>
            </a:extLst>
          </p:cNvPr>
          <p:cNvPicPr>
            <a:picLocks noChangeAspect="1"/>
          </p:cNvPicPr>
          <p:nvPr/>
        </p:nvPicPr>
        <p:blipFill>
          <a:blip r:embed="rId3"/>
          <a:stretch>
            <a:fillRect/>
          </a:stretch>
        </p:blipFill>
        <p:spPr>
          <a:xfrm>
            <a:off x="3803899" y="4743164"/>
            <a:ext cx="1648055" cy="962159"/>
          </a:xfrm>
          <a:prstGeom prst="rect">
            <a:avLst/>
          </a:prstGeom>
        </p:spPr>
      </p:pic>
    </p:spTree>
    <p:extLst>
      <p:ext uri="{BB962C8B-B14F-4D97-AF65-F5344CB8AC3E}">
        <p14:creationId xmlns:p14="http://schemas.microsoft.com/office/powerpoint/2010/main" val="1375207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B4D058-8198-9BB2-0D7D-830F228457F2}"/>
              </a:ext>
            </a:extLst>
          </p:cNvPr>
          <p:cNvSpPr txBox="1"/>
          <p:nvPr/>
        </p:nvSpPr>
        <p:spPr>
          <a:xfrm>
            <a:off x="1480137" y="818686"/>
            <a:ext cx="8886535" cy="1200329"/>
          </a:xfrm>
          <a:prstGeom prst="rect">
            <a:avLst/>
          </a:prstGeom>
          <a:noFill/>
        </p:spPr>
        <p:txBody>
          <a:bodyPr wrap="none" rtlCol="0">
            <a:spAutoFit/>
          </a:bodyPr>
          <a:lstStyle/>
          <a:p>
            <a:pPr marL="285750" indent="-285750">
              <a:buFont typeface="Wingdings" panose="05000000000000000000" pitchFamily="2" charset="2"/>
              <a:buChar char="Ø"/>
            </a:pPr>
            <a:r>
              <a:rPr lang="en-IN" dirty="0"/>
              <a:t>The Laplacian operator Subtracts the brightness values of each of the neighbouring pixels </a:t>
            </a:r>
          </a:p>
          <a:p>
            <a:r>
              <a:rPr lang="en-IN" dirty="0"/>
              <a:t>from the central pixel.</a:t>
            </a:r>
          </a:p>
          <a:p>
            <a:pPr marL="285750" indent="-285750">
              <a:buFont typeface="Wingdings" panose="05000000000000000000" pitchFamily="2" charset="2"/>
              <a:buChar char="Ø"/>
            </a:pPr>
            <a:r>
              <a:rPr lang="en-IN" dirty="0"/>
              <a:t>The Laplacian operator is rotationally invariant.</a:t>
            </a:r>
          </a:p>
          <a:p>
            <a:pPr marL="285750" indent="-285750">
              <a:buFont typeface="Wingdings" panose="05000000000000000000" pitchFamily="2" charset="2"/>
              <a:buChar char="Ø"/>
            </a:pPr>
            <a:endParaRPr lang="en-IN" dirty="0"/>
          </a:p>
        </p:txBody>
      </p:sp>
      <p:sp>
        <p:nvSpPr>
          <p:cNvPr id="5" name="TextBox 4">
            <a:extLst>
              <a:ext uri="{FF2B5EF4-FFF2-40B4-BE49-F238E27FC236}">
                <a16:creationId xmlns:a16="http://schemas.microsoft.com/office/drawing/2014/main" id="{2E365509-A1B3-2774-0421-AF64BA445863}"/>
              </a:ext>
            </a:extLst>
          </p:cNvPr>
          <p:cNvSpPr txBox="1"/>
          <p:nvPr/>
        </p:nvSpPr>
        <p:spPr>
          <a:xfrm>
            <a:off x="1480137" y="2019015"/>
            <a:ext cx="9804928" cy="2585323"/>
          </a:xfrm>
          <a:prstGeom prst="rect">
            <a:avLst/>
          </a:prstGeom>
          <a:noFill/>
        </p:spPr>
        <p:txBody>
          <a:bodyPr wrap="none" rtlCol="0">
            <a:spAutoFit/>
          </a:bodyPr>
          <a:lstStyle/>
          <a:p>
            <a:pPr marL="285750" indent="-285750">
              <a:buFont typeface="Wingdings" panose="05000000000000000000" pitchFamily="2" charset="2"/>
              <a:buChar char="Ø"/>
            </a:pPr>
            <a:r>
              <a:rPr lang="en-US" dirty="0"/>
              <a:t>The </a:t>
            </a:r>
            <a:r>
              <a:rPr lang="en-US" b="1" dirty="0"/>
              <a:t>Laplace operator</a:t>
            </a:r>
            <a:r>
              <a:rPr lang="en-US" dirty="0"/>
              <a:t> is a powerful tool in image processing, but it has several drawbacks:</a:t>
            </a:r>
          </a:p>
          <a:p>
            <a:endParaRPr lang="en-US" dirty="0"/>
          </a:p>
          <a:p>
            <a:pPr marL="285750" indent="-285750">
              <a:buFont typeface="Wingdings" panose="05000000000000000000" pitchFamily="2" charset="2"/>
              <a:buChar char="ü"/>
            </a:pPr>
            <a:r>
              <a:rPr lang="en-IN" dirty="0"/>
              <a:t> </a:t>
            </a:r>
            <a:r>
              <a:rPr lang="en-US" dirty="0"/>
              <a:t>The Laplacian is a second-order derivative, making it highly sensitive to small variations in intensity.</a:t>
            </a:r>
          </a:p>
          <a:p>
            <a:endParaRPr lang="en-US" dirty="0"/>
          </a:p>
          <a:p>
            <a:pPr marL="285750" indent="-285750">
              <a:buFont typeface="Wingdings" panose="05000000000000000000" pitchFamily="2" charset="2"/>
              <a:buChar char="ü"/>
            </a:pPr>
            <a:r>
              <a:rPr lang="en-US" dirty="0"/>
              <a:t>The Laplacian filter can detect both positive and negative intensity transitions, often leading to</a:t>
            </a:r>
          </a:p>
          <a:p>
            <a:r>
              <a:rPr lang="en-US" dirty="0"/>
              <a:t> double edges instead of a single crisp boundary.</a:t>
            </a:r>
          </a:p>
          <a:p>
            <a:endParaRPr lang="en-US" dirty="0"/>
          </a:p>
          <a:p>
            <a:pPr marL="285750" indent="-285750">
              <a:buFont typeface="Wingdings" panose="05000000000000000000" pitchFamily="2" charset="2"/>
              <a:buChar char="ü"/>
            </a:pPr>
            <a:r>
              <a:rPr lang="en-US" dirty="0"/>
              <a:t>The Laplacian may shift edge positions slightly, especially when applied to complex structures or </a:t>
            </a:r>
          </a:p>
          <a:p>
            <a:r>
              <a:rPr lang="en-US" dirty="0"/>
              <a:t>textured images.</a:t>
            </a:r>
            <a:endParaRPr lang="en-IN" dirty="0"/>
          </a:p>
        </p:txBody>
      </p:sp>
    </p:spTree>
    <p:extLst>
      <p:ext uri="{BB962C8B-B14F-4D97-AF65-F5344CB8AC3E}">
        <p14:creationId xmlns:p14="http://schemas.microsoft.com/office/powerpoint/2010/main" val="1629261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641EE-85F6-660A-11CF-12338FD1E3EA}"/>
              </a:ext>
            </a:extLst>
          </p:cNvPr>
          <p:cNvSpPr>
            <a:spLocks noGrp="1"/>
          </p:cNvSpPr>
          <p:nvPr>
            <p:ph type="title"/>
          </p:nvPr>
        </p:nvSpPr>
        <p:spPr/>
        <p:txBody>
          <a:bodyPr/>
          <a:lstStyle/>
          <a:p>
            <a:r>
              <a:rPr lang="en-IN" dirty="0"/>
              <a:t>Zero Crossing</a:t>
            </a:r>
          </a:p>
        </p:txBody>
      </p:sp>
      <p:sp>
        <p:nvSpPr>
          <p:cNvPr id="3" name="Content Placeholder 2">
            <a:extLst>
              <a:ext uri="{FF2B5EF4-FFF2-40B4-BE49-F238E27FC236}">
                <a16:creationId xmlns:a16="http://schemas.microsoft.com/office/drawing/2014/main" id="{BE575955-59FA-D378-513A-0CEC74CE38A8}"/>
              </a:ext>
            </a:extLst>
          </p:cNvPr>
          <p:cNvSpPr>
            <a:spLocks noGrp="1"/>
          </p:cNvSpPr>
          <p:nvPr>
            <p:ph idx="1"/>
          </p:nvPr>
        </p:nvSpPr>
        <p:spPr/>
        <p:txBody>
          <a:bodyPr>
            <a:normAutofit fontScale="92500" lnSpcReduction="10000"/>
          </a:bodyPr>
          <a:lstStyle/>
          <a:p>
            <a:pPr algn="just"/>
            <a:r>
              <a:rPr lang="en-US" dirty="0"/>
              <a:t> Zero crossings are an important concept in image processing and edge detection. </a:t>
            </a:r>
          </a:p>
          <a:p>
            <a:pPr algn="just"/>
            <a:r>
              <a:rPr lang="en-US" dirty="0"/>
              <a:t>In the context of edge detection, a zero crossing is a point in an image where the intensity changes from positive to negative or vice versa, indicating the presence of an edge.</a:t>
            </a:r>
          </a:p>
          <a:p>
            <a:pPr algn="just"/>
            <a:r>
              <a:rPr lang="en-US" dirty="0"/>
              <a:t>Zero crossings can be detected using the Laplacian operator or other second-order derivative operators.</a:t>
            </a:r>
          </a:p>
          <a:p>
            <a:pPr algn="just"/>
            <a:r>
              <a:rPr lang="en-US" dirty="0"/>
              <a:t>After applying the Laplacian operator, the resulting filtered image is examined to identify regions where the intensity changes sign.</a:t>
            </a:r>
          </a:p>
          <a:p>
            <a:pPr algn="just"/>
            <a:r>
              <a:rPr lang="en-US" dirty="0"/>
              <a:t> These regions are then marked as zero crossings, indicating the location of an edge in the image.</a:t>
            </a:r>
          </a:p>
          <a:p>
            <a:pPr algn="just"/>
            <a:endParaRPr lang="en-IN" dirty="0"/>
          </a:p>
        </p:txBody>
      </p:sp>
    </p:spTree>
    <p:extLst>
      <p:ext uri="{BB962C8B-B14F-4D97-AF65-F5344CB8AC3E}">
        <p14:creationId xmlns:p14="http://schemas.microsoft.com/office/powerpoint/2010/main" val="297173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43A488-AD22-9E29-D11D-C5D0FF84AD54}"/>
              </a:ext>
            </a:extLst>
          </p:cNvPr>
          <p:cNvSpPr txBox="1"/>
          <p:nvPr/>
        </p:nvSpPr>
        <p:spPr>
          <a:xfrm>
            <a:off x="1063590" y="612844"/>
            <a:ext cx="9309683" cy="5632311"/>
          </a:xfrm>
          <a:prstGeom prst="rect">
            <a:avLst/>
          </a:prstGeom>
          <a:noFill/>
        </p:spPr>
        <p:txBody>
          <a:bodyPr wrap="square">
            <a:spAutoFit/>
          </a:bodyPr>
          <a:lstStyle/>
          <a:p>
            <a:pPr marL="285750" indent="-285750" algn="just">
              <a:buFont typeface="Arial" panose="020B0604020202020204" pitchFamily="34" charset="0"/>
              <a:buChar char="•"/>
            </a:pPr>
            <a:r>
              <a:rPr lang="en-US" sz="2400" dirty="0"/>
              <a:t>However, the Laplacian operator is sensitive to noise and may produce false positive zero crossings. </a:t>
            </a:r>
          </a:p>
          <a:p>
            <a:pPr marL="285750" indent="-285750" algn="just">
              <a:buFont typeface="Arial" panose="020B0604020202020204" pitchFamily="34" charset="0"/>
              <a:buChar char="•"/>
            </a:pPr>
            <a:r>
              <a:rPr lang="en-US" sz="2400" dirty="0"/>
              <a:t>To address this, the filtered image can be further processed  using techniques such as non-maximum suppression or thresholding to remove false positives and retain only the true zero crossings.</a:t>
            </a:r>
          </a:p>
          <a:p>
            <a:pPr marL="285750" indent="-285750" algn="just">
              <a:buFont typeface="Arial" panose="020B0604020202020204" pitchFamily="34" charset="0"/>
              <a:buChar char="•"/>
            </a:pPr>
            <a:r>
              <a:rPr lang="en-US" sz="2400" dirty="0"/>
              <a:t> One of the main advantages of the zero-crossing operator is that it is relatively robust to noise, which is a common problem in image processing. The operator can detect edges even in images with high levels of noise, making it a useful tool in many real-world applications.</a:t>
            </a:r>
          </a:p>
          <a:p>
            <a:pPr marL="285750" indent="-285750" algn="just">
              <a:buFont typeface="Arial" panose="020B0604020202020204" pitchFamily="34" charset="0"/>
              <a:buChar char="•"/>
            </a:pPr>
            <a:r>
              <a:rPr lang="en-US" sz="2400" dirty="0"/>
              <a:t>Another advantage of the zero-crossing operator is that it can be used to detect other features in an image besides edges. For example, it can be used to identify corners or blob-like structures by looking for clusters of zero crossings.</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p:txBody>
      </p:sp>
    </p:spTree>
    <p:extLst>
      <p:ext uri="{BB962C8B-B14F-4D97-AF65-F5344CB8AC3E}">
        <p14:creationId xmlns:p14="http://schemas.microsoft.com/office/powerpoint/2010/main" val="3673798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401</TotalTime>
  <Words>859</Words>
  <Application>Microsoft Office PowerPoint</Application>
  <PresentationFormat>Widescreen</PresentationFormat>
  <Paragraphs>74</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Nunito</vt:lpstr>
      <vt:lpstr>Source Sans 3</vt:lpstr>
      <vt:lpstr>Wingdings</vt:lpstr>
      <vt:lpstr>Office Theme</vt:lpstr>
      <vt:lpstr>Edge Detection </vt:lpstr>
      <vt:lpstr>PowerPoint Presentation</vt:lpstr>
      <vt:lpstr>Gradient:</vt:lpstr>
      <vt:lpstr>PowerPoint Presentation</vt:lpstr>
      <vt:lpstr>Gradient-Based Methods </vt:lpstr>
      <vt:lpstr>1. Sobel Operator </vt:lpstr>
      <vt:lpstr>2. Prewitt Operator </vt:lpstr>
      <vt:lpstr>3. Roberts Cross Operator </vt:lpstr>
      <vt:lpstr>PowerPoint Presentation</vt:lpstr>
      <vt:lpstr>Laplace operator</vt:lpstr>
      <vt:lpstr>PowerPoint Presentation</vt:lpstr>
      <vt:lpstr>Zero Crossing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FATHIMA A</dc:creator>
  <cp:lastModifiedBy>FATHIMA A</cp:lastModifiedBy>
  <cp:revision>4</cp:revision>
  <dcterms:created xsi:type="dcterms:W3CDTF">2025-02-24T05:37:22Z</dcterms:created>
  <dcterms:modified xsi:type="dcterms:W3CDTF">2026-03-04T04:59:18Z</dcterms:modified>
</cp:coreProperties>
</file>