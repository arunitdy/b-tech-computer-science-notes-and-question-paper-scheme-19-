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6D91-0C2E-423D-8FE5-BFD13FF9A6A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C9C9-CB84-418B-83A3-DA30445515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6D91-0C2E-423D-8FE5-BFD13FF9A6A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C9C9-CB84-418B-83A3-DA30445515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6D91-0C2E-423D-8FE5-BFD13FF9A6A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C9C9-CB84-418B-83A3-DA30445515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6D91-0C2E-423D-8FE5-BFD13FF9A6A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C9C9-CB84-418B-83A3-DA30445515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6D91-0C2E-423D-8FE5-BFD13FF9A6AF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C9C9-CB84-418B-83A3-DA30445515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6D91-0C2E-423D-8FE5-BFD13FF9A6AF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C9C9-CB84-418B-83A3-DA30445515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6D91-0C2E-423D-8FE5-BFD13FF9A6AF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C9C9-CB84-418B-83A3-DA30445515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6D91-0C2E-423D-8FE5-BFD13FF9A6A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C9C9-CB84-418B-83A3-DA30445515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6D91-0C2E-423D-8FE5-BFD13FF9A6AF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C9C9-CB84-418B-83A3-DA30445515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6D91-0C2E-423D-8FE5-BFD13FF9A6A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C9C9-CB84-418B-83A3-DA30445515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26D91-0C2E-423D-8FE5-BFD13FF9A6A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E9C9C9-CB84-418B-83A3-DA3044551540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826D91-0C2E-423D-8FE5-BFD13FF9A6AF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9C9C9-CB84-418B-83A3-DA3044551540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STRUCTURING ELEMENT 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Presented by</a:t>
            </a:r>
            <a:endParaRPr lang="en-US" dirty="0"/>
          </a:p>
          <a:p>
            <a:r>
              <a:rPr lang="en-US" dirty="0"/>
              <a:t>AJINA A</a:t>
            </a:r>
            <a:endParaRPr lang="en-US" dirty="0"/>
          </a:p>
          <a:p>
            <a:r>
              <a:rPr lang="en-US" dirty="0"/>
              <a:t>B22CSA11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STRUCTURING ELEMENT?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structuring element is a small shape or template that defines the neighborhood around each pixel in the image.</a:t>
            </a:r>
            <a:endParaRPr lang="en-US" dirty="0"/>
          </a:p>
          <a:p>
            <a:r>
              <a:rPr lang="en-US" dirty="0"/>
              <a:t> It defines the size, shape, and configuration of the local area used for the operation.</a:t>
            </a:r>
            <a:endParaRPr lang="en-US" dirty="0"/>
          </a:p>
          <a:p>
            <a:r>
              <a:rPr lang="en-US" dirty="0"/>
              <a:t>It is typically a binary matrix or a binary image, where the foreground pixels (usually represented as 1s) define the shape of the element.</a:t>
            </a:r>
            <a:endParaRPr lang="en-US" dirty="0"/>
          </a:p>
          <a:p>
            <a:r>
              <a:rPr lang="en-US" dirty="0"/>
              <a:t>The background pixels (usually represented as 0s) indicate the area outside the shape.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36714"/>
            <a:ext cx="10515600" cy="564025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Square:</a:t>
            </a:r>
            <a:r>
              <a:rPr lang="en-US" dirty="0"/>
              <a:t> It has equal dimensions in both the horizontal and vertical directions. It defines a square neighborhood around each pixel.</a:t>
            </a:r>
            <a:endParaRPr lang="en-US" dirty="0"/>
          </a:p>
          <a:p>
            <a:r>
              <a:rPr lang="en-US" b="1" dirty="0"/>
              <a:t>Rectangle: </a:t>
            </a:r>
            <a:r>
              <a:rPr lang="en-US" dirty="0"/>
              <a:t>It has different dimensions in the horizontal and vertical directions, allowing for elongated or rectangular neighborhoods.</a:t>
            </a:r>
            <a:endParaRPr lang="en-US" dirty="0"/>
          </a:p>
          <a:p>
            <a:r>
              <a:rPr lang="en-US" b="1" dirty="0"/>
              <a:t>Disk: </a:t>
            </a:r>
            <a:r>
              <a:rPr lang="en-US" dirty="0"/>
              <a:t>It defines a circular neighborhood around each pixel. It is useful for capturing circular or rounded structures in the image.</a:t>
            </a:r>
            <a:endParaRPr lang="en-US" dirty="0"/>
          </a:p>
          <a:p>
            <a:r>
              <a:rPr lang="en-US" b="1" dirty="0"/>
              <a:t>Line:</a:t>
            </a:r>
            <a:r>
              <a:rPr lang="en-US" dirty="0"/>
              <a:t> It consists of a single row or column of foreground pixels. It is used for morphological operations along specific directions, such as detecting lines or thin structures.</a:t>
            </a:r>
            <a:endParaRPr lang="en-US" dirty="0"/>
          </a:p>
          <a:p>
            <a:r>
              <a:rPr lang="en-US" b="1" dirty="0"/>
              <a:t>Custom Shape: </a:t>
            </a:r>
            <a:r>
              <a:rPr lang="en-US" dirty="0"/>
              <a:t>Structuring elements can be designed to match specific shapes or structures of interest. They can be created manually or generated automatically based on specific criteria.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EROSION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Erosion is a fundamental morphological operation used in digital image processing to remove small or thin features and to shrink or simplify the boundaries of objects. </a:t>
            </a:r>
            <a:endParaRPr lang="en-US" dirty="0"/>
          </a:p>
          <a:p>
            <a:r>
              <a:rPr lang="en-US" dirty="0"/>
              <a:t>The erosion operation uses a structuring element to scan the image and replaces each pixel with the minimum pixel value within the structuring element.</a:t>
            </a:r>
            <a:endParaRPr lang="en-US" dirty="0"/>
          </a:p>
          <a:p>
            <a:r>
              <a:rPr lang="en-US" dirty="0"/>
              <a:t>With A and B as sets in Z2 , the erosion of A by B, denoted by A ⊖ B is given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0584" y="4800600"/>
            <a:ext cx="3896138" cy="1692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6957"/>
            <a:ext cx="10515600" cy="568000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Applications:</a:t>
            </a:r>
            <a:endParaRPr 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noise removal </a:t>
            </a:r>
            <a:endParaRPr lang="en-IN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Segmentation</a:t>
            </a:r>
            <a:endParaRPr lang="en-IN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object detection</a:t>
            </a:r>
            <a:endParaRPr lang="en-IN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/>
              <a:t>pattern recognition</a:t>
            </a:r>
            <a:endParaRPr lang="en-IN" dirty="0"/>
          </a:p>
          <a:p>
            <a:pPr marL="457200" lvl="1" indent="0">
              <a:buNone/>
            </a:pPr>
            <a:endParaRPr lang="en-IN" dirty="0"/>
          </a:p>
          <a:p>
            <a:r>
              <a:rPr lang="en-US" dirty="0"/>
              <a:t>It is often used in conjunction with other morphological operations, such as dilation, opening, and closing, to achieve specific tasks. </a:t>
            </a:r>
            <a:endParaRPr lang="en-US" dirty="0"/>
          </a:p>
          <a:p>
            <a:r>
              <a:rPr lang="en-US" dirty="0"/>
              <a:t>The choice of structuring element determines the specific characteristics of the erosion operation and its impact on the image. </a:t>
            </a:r>
            <a:endParaRPr lang="en-US" dirty="0"/>
          </a:p>
          <a:p>
            <a:r>
              <a:rPr lang="en-US" dirty="0"/>
              <a:t>A larger structuring element results in more significant erosion, while a smaller structuring element produces more refined details. </a:t>
            </a:r>
            <a:endParaRPr lang="en-IN" dirty="0"/>
          </a:p>
          <a:p>
            <a:pPr marL="457200" lvl="1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14" t="18803" r="16179" b="10388"/>
          <a:stretch>
            <a:fillRect/>
          </a:stretch>
        </p:blipFill>
        <p:spPr>
          <a:xfrm>
            <a:off x="954158" y="477078"/>
            <a:ext cx="9988826" cy="58342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10748"/>
            <a:ext cx="10515600" cy="4982127"/>
          </a:xfrm>
        </p:spPr>
        <p:txBody>
          <a:bodyPr/>
          <a:lstStyle/>
          <a:p>
            <a:pPr algn="just"/>
            <a:r>
              <a:rPr lang="en-US" dirty="0"/>
              <a:t>Dilation is a fundamental morphological operation used in digital image processing to expand or grow the boundaries of objects, fill in gaps, and connect nearby regions. </a:t>
            </a:r>
            <a:endParaRPr lang="en-US" dirty="0"/>
          </a:p>
          <a:p>
            <a:pPr algn="just"/>
            <a:r>
              <a:rPr lang="en-US" dirty="0"/>
              <a:t> The dilation operation uses a structuring element to scan the image and replaces each pixel with the maximum pixel value within the structuring element.</a:t>
            </a:r>
            <a:endParaRPr lang="en-US" dirty="0"/>
          </a:p>
          <a:p>
            <a:pPr algn="just"/>
            <a:r>
              <a:rPr lang="en-US" dirty="0"/>
              <a:t>With A and B as sets in Z2 , dilation of A by denoted by A ⊕ B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This equation is based on reflecting about its origin, and shifting this reflection by z.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98" t="52609" r="14565" b="34782"/>
          <a:stretch>
            <a:fillRect/>
          </a:stretch>
        </p:blipFill>
        <p:spPr>
          <a:xfrm>
            <a:off x="4134678" y="4671391"/>
            <a:ext cx="3637723" cy="8647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000255"/>
            <a:ext cx="10697308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Dilation is used to fill small gaps, connect broken edges, smooth boundaries, and enhance object regions in an image.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commonly combined with other morphological operations like erosion, opening, and closing for better image processing results.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structuring element controls how dilation affects the image (shape and size matter).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larger structuring element causes stronger expansion, while a smaller one preserves finer details.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06" t="18803" r="18950" b="16098"/>
          <a:stretch>
            <a:fillRect/>
          </a:stretch>
        </p:blipFill>
        <p:spPr>
          <a:xfrm>
            <a:off x="1103243" y="775252"/>
            <a:ext cx="9949070" cy="57176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6890" y="2165985"/>
            <a:ext cx="4282440" cy="1183640"/>
          </a:xfrm>
        </p:spPr>
        <p:txBody>
          <a:bodyPr>
            <a:noAutofit/>
          </a:bodyPr>
          <a:lstStyle/>
          <a:p>
            <a:r>
              <a:rPr lang="en-US" sz="5400" dirty="0"/>
              <a:t>THANK YOU</a:t>
            </a:r>
            <a:endParaRPr lang="en-IN" sz="5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3059</Words>
  <Application>WPS Presentation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Courier New</vt:lpstr>
      <vt:lpstr>Aptos Display</vt:lpstr>
      <vt:lpstr>Segoe UI Variable Display</vt:lpstr>
      <vt:lpstr>Aptos</vt:lpstr>
      <vt:lpstr>Segoe UI</vt:lpstr>
      <vt:lpstr>Microsoft YaHei</vt:lpstr>
      <vt:lpstr>Arial Unicode MS</vt:lpstr>
      <vt:lpstr>Calibri</vt:lpstr>
      <vt:lpstr>Office Theme</vt:lpstr>
      <vt:lpstr>STRUCTURING ELEMENT </vt:lpstr>
      <vt:lpstr>WHAT IS STRUCTURING ELEMENT?</vt:lpstr>
      <vt:lpstr>PowerPoint 演示文稿</vt:lpstr>
      <vt:lpstr>EROSION</vt:lpstr>
      <vt:lpstr>PowerPoint 演示文稿</vt:lpstr>
      <vt:lpstr>PowerPoint 演示文稿</vt:lpstr>
      <vt:lpstr>DILATION</vt:lpstr>
      <vt:lpstr>PowerPoint 演示文稿</vt:lpstr>
      <vt:lpstr>PowerPoint 演示文稿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Ajina A</dc:creator>
  <cp:lastModifiedBy>Ajina A</cp:lastModifiedBy>
  <cp:revision>4</cp:revision>
  <dcterms:created xsi:type="dcterms:W3CDTF">2026-02-28T04:55:00Z</dcterms:created>
  <dcterms:modified xsi:type="dcterms:W3CDTF">2026-02-28T05:57:30Z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5D4112EBEF8745CFA4F6FD5442942FE2_13</vt:lpwstr>
  </property>
  <property fmtid="{D5CDD505-2E9C-101B-9397-08002B2CF9AE}" pid="3" name="KSOProductBuildVer">
    <vt:lpwstr>1033-12.2.0.23196</vt:lpwstr>
  </property>
</Properties>
</file>