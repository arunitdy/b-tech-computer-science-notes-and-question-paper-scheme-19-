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778BD-EEB7-40FE-94A4-2E29488039F9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36EF-09AF-4BB6-B4C3-D33CB8E67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07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FEAA-6232-6363-3B7B-808BD71F6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11BD9-5B69-8D97-F237-65F581667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DB5F-FE09-DCF8-94AA-47266CA1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DF3-9B67-4ACC-BBAD-C39C562EB729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E79EC-53B7-85E5-061A-F04CE42A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910B8-C08C-7261-B64B-16A69145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60A0-03A6-DBE4-154A-BA16EBAB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3FBF-B81E-746C-9805-006379819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F92AB-A911-8D9F-EC38-67D22CE2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B126-AA53-4670-B85F-CE53B945D62B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B4B8-0730-532B-DFA8-CF2451CE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CE70-D080-88FF-9099-C1058E2D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4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C3D9-F46A-DAB2-7D66-B6EA87AB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233D2-9753-F023-85D6-0925CA1EF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E2D66-ECB6-6012-360F-C1A6776D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4B4FD-E0E8-4385-88B2-D1BE358AF4B9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63D0A-D746-01C6-16CB-135C458D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3BCC5-6731-4D06-1967-2CB7B872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21B1-D35B-7839-4E92-75B20327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6299-468A-F6FF-085B-4D1D3D25C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9F7D3-2965-DE4A-845C-4207D8A19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39C3A-2D9F-04E9-FF11-D9721AE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B105-CC29-4E18-998F-0A37E4E47557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3F319-12AA-9DA8-334C-15BE5F83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087D2-2B98-71FE-57BF-30CDB27F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83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0F83-968E-7B42-2592-97BF0ECF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3ACEF-2BF3-29AA-917F-B0F97BF94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70030-2253-3ABD-613B-CFB0FF13F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5655A-76AE-A544-3A18-BC09B7FDF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5E85E-E034-5510-1267-432A1461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8BDDF-445A-A37C-056E-DA0F7CF9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C80B-559D-436B-A249-7702945B106E}" type="datetime1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0413F-197E-A29E-274D-345E67A0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9C599-EB4B-9DB0-8B8F-E17FF0F7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4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99B7-B756-4DD0-76A6-5E8DAF29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BCAB1-FEAF-7A2C-A4A1-83FB3747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7903-60AD-4DD6-BECC-A88C3C12517D}" type="datetime1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5375E-27D0-9586-C3DC-91946804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F3A22-533A-A857-2146-583401D4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91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7E08B-B77F-C7CD-41C9-D4355403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23B6-CF4F-4C99-BCDB-CD5864E6A938}" type="datetime1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BF417-BE7A-BFB2-BF1B-08100EE9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7E253-0522-BA7F-633A-AD551005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8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067C-8115-DD30-EDB9-0F611E22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1D8D-FE65-DF54-55D7-08B08ADE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FCCD2-6E96-86A2-0140-BC4BC6AAC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47F6A-45A1-B4C7-2C43-7D725DE8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815D-A545-4BBA-9B84-0AB452B2022E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FA1A3-B8DB-8707-4A52-9AD825C9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E78F-59A8-8C79-D3F9-F30839EA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BA95-329B-2F9D-0E16-2CC9360F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F3A25-20C7-3C48-F36B-731A35EEC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F02B2-2495-EA9B-DD61-A646383EF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71056-62D7-7931-EE0F-9D11B07A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30C7-AE87-4811-9768-DF5BBFF93494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6A9AA-35F9-E90D-255F-8DEECDB6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97853-B885-D90D-B6AA-A2C06EA43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4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7415-2CC9-AD95-BED1-2BE64713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CEEEC-AEE2-EC29-FCEE-29594D2F0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A5B14-7F2B-8FA1-1CAB-41E296B1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D214-B5AF-4DB1-A2B1-9E4FAFCB5D81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31921-822E-4A7D-5500-2374DBBB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B9422-38FC-8214-745B-1E98B8F3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0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9168C-AB2B-F333-D192-DEE234B13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12B95-BAB9-629E-6E52-89B722B71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172E-9853-F970-0D8B-D20042E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752D-8035-489A-B4C9-C07706DB9ACF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1C1C-EC21-ABDE-6FD0-9EA2A770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5C4D-B87F-BF06-12EB-9A7B8125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1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38FE5-879C-BB84-42FE-56294A917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A9C-3944-2D3B-7EAC-5CB22EF2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7E78D-1313-CC5D-5E10-9676E0F0D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F59B4-54F6-4A69-9341-D9FDFF9608CA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F818-3835-671C-A9A6-42A7F0682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8370-B7FB-AEB1-02A8-F3512712F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5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A5282D-054D-55F3-4DE7-824E8FE20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2837"/>
            <a:ext cx="9144000" cy="20768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 FREQUENCY DOMAIN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7D17-6F9A-8654-6003-0D3FB86B3895}"/>
              </a:ext>
            </a:extLst>
          </p:cNvPr>
          <p:cNvSpPr txBox="1"/>
          <p:nvPr/>
        </p:nvSpPr>
        <p:spPr>
          <a:xfrm>
            <a:off x="9721516" y="5342020"/>
            <a:ext cx="3673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Alvin Dominic Lopez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R8B10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1ED09-EB43-DA0A-E466-49928D1B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16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4CEC78-3DD7-616D-A768-58FAB766C928}"/>
              </a:ext>
            </a:extLst>
          </p:cNvPr>
          <p:cNvSpPr txBox="1"/>
          <p:nvPr/>
        </p:nvSpPr>
        <p:spPr>
          <a:xfrm>
            <a:off x="705852" y="1155032"/>
            <a:ext cx="808522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CONTENTS:-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High Pass Filter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High Pass Filter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High Pass Filter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0E3D7F-2CB1-EB40-70EA-E0280A2F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6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8C99A-B1A2-EEBF-ABCA-2C13DAC4193B}"/>
              </a:ext>
            </a:extLst>
          </p:cNvPr>
          <p:cNvSpPr txBox="1"/>
          <p:nvPr/>
        </p:nvSpPr>
        <p:spPr>
          <a:xfrm>
            <a:off x="753978" y="902368"/>
            <a:ext cx="1057174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 in Frequency Domain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 in the frequency domain is a technique used in digital image processing to enhance edges and fine details by emphasizing high-frequency components of an image.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contains: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components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Smooth areas (slow intensity changes)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components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Edges, sharp details, noise (rapid intensity changes)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768A29-E781-E2C9-8AB7-6FCC5611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2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ACE6F-56E4-0A5C-0564-37709EB38296}"/>
              </a:ext>
            </a:extLst>
          </p:cNvPr>
          <p:cNvSpPr txBox="1"/>
          <p:nvPr/>
        </p:nvSpPr>
        <p:spPr>
          <a:xfrm>
            <a:off x="689811" y="962526"/>
            <a:ext cx="108284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1.Transform image to frequency domain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Fourier Transform (FT) or Discrete Fourier Transform (DFT)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done using Fast Fourier Transform (FFT)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2.Apply a High-Pass Filter (HPF)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the frequency spectrum with a high-pass filter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high-frequency components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edges and fine details.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3.Inverse Transform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Inverse Fourier Transform to get the sharpened image back in spatial domain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98479-214A-21C1-9CC7-7B78E779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1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1F751D-DB39-E181-4055-5CD697C3761E}"/>
              </a:ext>
            </a:extLst>
          </p:cNvPr>
          <p:cNvSpPr txBox="1"/>
          <p:nvPr/>
        </p:nvSpPr>
        <p:spPr>
          <a:xfrm>
            <a:off x="689810" y="786064"/>
            <a:ext cx="60639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FILTERS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HIGH PASS FILTER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HIGH PASS FILTER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HIGH PASS FILTER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99E670-78F6-AE66-0CD2-7C1C3245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1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00675-AE37-611E-77BB-5BDD15D57060}"/>
              </a:ext>
            </a:extLst>
          </p:cNvPr>
          <p:cNvSpPr txBox="1"/>
          <p:nvPr/>
        </p:nvSpPr>
        <p:spPr>
          <a:xfrm>
            <a:off x="802105" y="1122947"/>
            <a:ext cx="1070008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High pass filter :-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High Pass Filter (IHPF) allows High frequencies to pass and completely blocks low frequencies.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frequencies  includes smooth areas of image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frequencies includes edges, sharp details, noise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High Pass Filter enhances edges and fine 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image sharper.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called “Ideal”?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makes a perfect cut: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 fixed radius → 100% passed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 that radius → 0% passed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gradual change.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524992-712A-B47D-2931-B3873BAA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59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78436-183C-E8E1-FE60-7DA6EB3AFB56}"/>
              </a:ext>
            </a:extLst>
          </p:cNvPr>
          <p:cNvSpPr txBox="1"/>
          <p:nvPr/>
        </p:nvSpPr>
        <p:spPr>
          <a:xfrm>
            <a:off x="561474" y="862263"/>
            <a:ext cx="10684042" cy="5133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D253F-0943-0643-CA00-785EA7E89FC7}"/>
                  </a:ext>
                </a:extLst>
              </p:cNvPr>
              <p:cNvSpPr txBox="1"/>
              <p:nvPr/>
            </p:nvSpPr>
            <p:spPr>
              <a:xfrm>
                <a:off x="561474" y="707545"/>
                <a:ext cx="10924673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It Works :-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image into frequency domain (using FFT).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Draw a circle at the center (cutoff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 values inside the circle (low frequencies).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Keep values outside the circle (high frequencies).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back to spatial domain.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Ideal High Pass Filters</a:t>
                </a:r>
              </a:p>
              <a:p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Detection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Highlighting Fine Details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Sharpening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for Feature Extraction in Image Processing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D253F-0943-0643-CA00-785EA7E8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74" y="707545"/>
                <a:ext cx="10924673" cy="4585871"/>
              </a:xfrm>
              <a:prstGeom prst="rect">
                <a:avLst/>
              </a:prstGeom>
              <a:blipFill>
                <a:blip r:embed="rId2"/>
                <a:stretch>
                  <a:fillRect l="-837" t="-1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A4B9F7-3327-460B-B157-CF57555E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2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CB5B-CE0D-E2CA-DB2A-3E9BCFF3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F82C7-1B83-ED9B-B3BB-1E43EB3DB350}"/>
                  </a:ext>
                </a:extLst>
              </p:cNvPr>
              <p:cNvSpPr txBox="1"/>
              <p:nvPr/>
            </p:nvSpPr>
            <p:spPr>
              <a:xfrm>
                <a:off x="368969" y="731242"/>
                <a:ext cx="11117179" cy="536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Form:-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)&gt;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 frequency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Advantages :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enhance edges and fine details in an image.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highlight rapid intensity changes and textures.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relatively easy to implement.</a:t>
                </a:r>
              </a:p>
              <a:p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Disadvantages: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amplify noise in the image, especially high-frequency noise.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may produce ringing artifacts (small waves or ripples near sharp edges).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may not effectively enhance all desired features uniformly.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F82C7-1B83-ED9B-B3BB-1E43EB3DB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69" y="731242"/>
                <a:ext cx="11117179" cy="5364738"/>
              </a:xfrm>
              <a:prstGeom prst="rect">
                <a:avLst/>
              </a:prstGeom>
              <a:blipFill>
                <a:blip r:embed="rId2"/>
                <a:stretch>
                  <a:fillRect l="-603" t="-682" b="-17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30979A-54B8-4ABC-F24A-B02EEE1F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DBB6D-C321-83F2-617B-991B7ADB8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975" y="2237236"/>
            <a:ext cx="3054938" cy="23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D158-65EC-B709-E788-2CDC20DF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54E948-2770-9630-81BC-8FD3EE3C6DD0}"/>
                  </a:ext>
                </a:extLst>
              </p:cNvPr>
              <p:cNvSpPr txBox="1"/>
              <p:nvPr/>
            </p:nvSpPr>
            <p:spPr>
              <a:xfrm>
                <a:off x="393031" y="385010"/>
                <a:ext cx="11405937" cy="6451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High Pass Filter:-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High Pass Filter is a frequency domain filter that reduces low-frequency components of an image in a smooth and gradual manner using a Gaussian function, thereby enhancing edges and fine details without causing sharp ringing artifacts.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Definition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sepChr m:val=",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 of frequency spectrum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Controls the cutoff frequency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Gaussian High Pass Filter:-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Enhancement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Highlights edges and fine details in an image.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Sharpening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Enhances rapid intensity transitions.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Extraction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before object detection or analysis to emphasize structural details.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54E948-2770-9630-81BC-8FD3EE3C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" y="385010"/>
                <a:ext cx="11405937" cy="6451574"/>
              </a:xfrm>
              <a:prstGeom prst="rect">
                <a:avLst/>
              </a:prstGeom>
              <a:blipFill>
                <a:blip r:embed="rId2"/>
                <a:stretch>
                  <a:fillRect l="-534" t="-473" r="-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8777DC-B932-965C-6C7B-D23D8F7A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EB84B3-3EED-B6AE-E067-2FD90661D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88" y="3148467"/>
            <a:ext cx="3284306" cy="254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7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815C-ACCF-3316-5303-0947C0C8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5C8CBD-1CF6-A550-0EB7-E210EC68F4BD}"/>
              </a:ext>
            </a:extLst>
          </p:cNvPr>
          <p:cNvSpPr txBox="1"/>
          <p:nvPr/>
        </p:nvSpPr>
        <p:spPr>
          <a:xfrm>
            <a:off x="577515" y="766732"/>
            <a:ext cx="1079633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Ringing Effect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Smooth transition avoids ripples near edges.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Enhancement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Enhances important edge details instead of blurring them.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Simple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Based on Gaussian function and easy to implement.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Amplifies Noise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High-frequency noise may become more visible.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Over-Sharpening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Excess enhancement can make the image look unnatural.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Requires Fourier transform in frequency domain.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8C1B6-BB2E-65C9-FCE3-E06688E1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8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A468-6AE4-DDD6-9F04-022F92C6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FF06DD-F26B-53B2-2838-B30687A54384}"/>
                  </a:ext>
                </a:extLst>
              </p:cNvPr>
              <p:cNvSpPr txBox="1"/>
              <p:nvPr/>
            </p:nvSpPr>
            <p:spPr>
              <a:xfrm>
                <a:off x="653716" y="888733"/>
                <a:ext cx="10700084" cy="4457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Butterworth High Pass Filter: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Butterworth High Pass Filter is a filter that removes smooth (low-frequency) parts of an image and gradually preserves sharp parts, edges, and fine details.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Representation</a:t>
                </a:r>
              </a:p>
              <a:p>
                <a:r>
                  <a:rPr lang="en-US" sz="2000" b="0" dirty="0"/>
                  <a:t>				H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d>
                                      <m:dPr>
                                        <m:sepChr m:val=","/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ar-AE" sz="20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Where:</a:t>
                </a:r>
              </a:p>
              <a:p>
                <a:r>
                  <a:rPr lang="en-US" sz="2000" dirty="0"/>
                  <a:t>H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 function of the filter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 of frequency spectrum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 frequency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Order of the filter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FF06DD-F26B-53B2-2838-B30687A5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6" y="888733"/>
                <a:ext cx="10700084" cy="4457823"/>
              </a:xfrm>
              <a:prstGeom prst="rect">
                <a:avLst/>
              </a:prstGeom>
              <a:blipFill>
                <a:blip r:embed="rId2"/>
                <a:stretch>
                  <a:fillRect l="-569" t="-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33DD3-EE6E-6907-2620-E0B6D99A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C6AD0-5A69-E260-B65C-13DA11FF5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61" y="2763896"/>
            <a:ext cx="3194194" cy="942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437322-B29C-971B-1127-A88711BF0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015" y="2854359"/>
            <a:ext cx="3245935" cy="24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B16B-9F24-92FC-1795-C611AC4E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4CEB97-1D7C-CEA2-B002-68AA90189AC7}"/>
                  </a:ext>
                </a:extLst>
              </p:cNvPr>
              <p:cNvSpPr txBox="1"/>
              <p:nvPr/>
            </p:nvSpPr>
            <p:spPr>
              <a:xfrm>
                <a:off x="721895" y="1379621"/>
                <a:ext cx="10555705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frequencies are completely removed)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increases gradually towards 1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(order)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Sharper transition between low and high frequencies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Smoother transition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forms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 circular mask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frequency domain.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Butterworth Low Pass Filter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Enhancement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Highlights edges and fine details.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Sharpening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Enhances rapid intensity changes.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Extraction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before object detection or analysis to emphasize structural details.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4CEB97-1D7C-CEA2-B002-68AA90189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95" y="1379621"/>
                <a:ext cx="10555705" cy="4708981"/>
              </a:xfrm>
              <a:prstGeom prst="rect">
                <a:avLst/>
              </a:prstGeom>
              <a:blipFill>
                <a:blip r:embed="rId2"/>
                <a:stretch>
                  <a:fillRect l="-577" t="-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A6167DD-FFDA-4713-0017-32B01D1D2561}"/>
              </a:ext>
            </a:extLst>
          </p:cNvPr>
          <p:cNvSpPr txBox="1"/>
          <p:nvPr/>
        </p:nvSpPr>
        <p:spPr>
          <a:xfrm>
            <a:off x="721895" y="882316"/>
            <a:ext cx="6176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points about representation:-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A4FF-722F-1930-1920-C71808DD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566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FDDE2-810B-A310-2A12-4DBBCEBD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249190-752C-AAFB-49D7-D0D17E2A72FF}"/>
                  </a:ext>
                </a:extLst>
              </p:cNvPr>
              <p:cNvSpPr txBox="1"/>
              <p:nvPr/>
            </p:nvSpPr>
            <p:spPr>
              <a:xfrm>
                <a:off x="609601" y="974558"/>
                <a:ext cx="1132676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Advantages: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effectively enhance edges and fine details in an image.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provides gradual sharpening due to its smooth roll-off.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produces fewer ringing artifacts compared to an Ideal High Pass Filter.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Disadvantages:</a:t>
                </a: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amplify high-frequency noise along with edges.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be computationally expensive to implement.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Excessive order (</a:t>
                </a:r>
                <a14:m>
                  <m:oMath xmlns:m="http://schemas.openxmlformats.org/officeDocument/2006/math">
                    <m:r>
                      <a:rPr lang="en-US" sz="2000" i="1"/>
                      <m:t>𝑛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may cause over-sharpening or slight ringing effects.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249190-752C-AAFB-49D7-D0D17E2A7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974558"/>
                <a:ext cx="11326760" cy="5632311"/>
              </a:xfrm>
              <a:prstGeom prst="rect">
                <a:avLst/>
              </a:prstGeom>
              <a:blipFill>
                <a:blip r:embed="rId2"/>
                <a:stretch>
                  <a:fillRect l="-538" t="-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F2E505-5FF7-57AD-AFE5-BDA978F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80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03B39-0CF2-5D03-3173-66694F5364BC}"/>
              </a:ext>
            </a:extLst>
          </p:cNvPr>
          <p:cNvSpPr txBox="1"/>
          <p:nvPr/>
        </p:nvSpPr>
        <p:spPr>
          <a:xfrm>
            <a:off x="2351979" y="2644360"/>
            <a:ext cx="773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DA0BA-B960-93B7-3799-1296D1DA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5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346</TotalTime>
  <Words>888</Words>
  <Application>Microsoft Office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Pavitra</dc:creator>
  <cp:lastModifiedBy>Alvin Lopez</cp:lastModifiedBy>
  <cp:revision>6</cp:revision>
  <dcterms:created xsi:type="dcterms:W3CDTF">2026-02-16T12:57:41Z</dcterms:created>
  <dcterms:modified xsi:type="dcterms:W3CDTF">2026-02-23T17:14:03Z</dcterms:modified>
</cp:coreProperties>
</file>