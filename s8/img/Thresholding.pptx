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DD1325-CD4B-4548-8E01-7F982175D3C9}" v="19" dt="2025-02-27T05:22:53.3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A" userId="07560874674b0125" providerId="LiveId" clId="{F9DD1325-CD4B-4548-8E01-7F982175D3C9}"/>
    <pc:docChg chg="undo custSel addSld modSld">
      <pc:chgData name="FATHIMA A" userId="07560874674b0125" providerId="LiveId" clId="{F9DD1325-CD4B-4548-8E01-7F982175D3C9}" dt="2025-02-27T05:45:26.691" v="862" actId="5793"/>
      <pc:docMkLst>
        <pc:docMk/>
      </pc:docMkLst>
      <pc:sldChg chg="addSp delSp modSp new mod modClrScheme chgLayout">
        <pc:chgData name="FATHIMA A" userId="07560874674b0125" providerId="LiveId" clId="{F9DD1325-CD4B-4548-8E01-7F982175D3C9}" dt="2025-02-25T04:59:55.279" v="38" actId="255"/>
        <pc:sldMkLst>
          <pc:docMk/>
          <pc:sldMk cId="605053474" sldId="256"/>
        </pc:sldMkLst>
        <pc:spChg chg="add mod ord">
          <ac:chgData name="FATHIMA A" userId="07560874674b0125" providerId="LiveId" clId="{F9DD1325-CD4B-4548-8E01-7F982175D3C9}" dt="2025-02-25T04:59:55.279" v="38" actId="255"/>
          <ac:spMkLst>
            <pc:docMk/>
            <pc:sldMk cId="605053474" sldId="256"/>
            <ac:spMk id="4" creationId="{1CC4825E-7DDE-4E1A-29A1-C5875A5AA789}"/>
          </ac:spMkLst>
        </pc:spChg>
      </pc:sldChg>
      <pc:sldChg chg="addSp delSp modSp new mod modClrScheme chgLayout">
        <pc:chgData name="FATHIMA A" userId="07560874674b0125" providerId="LiveId" clId="{F9DD1325-CD4B-4548-8E01-7F982175D3C9}" dt="2025-02-25T05:03:24.474" v="133" actId="14100"/>
        <pc:sldMkLst>
          <pc:docMk/>
          <pc:sldMk cId="2675057644" sldId="257"/>
        </pc:sldMkLst>
        <pc:spChg chg="add mod ord">
          <ac:chgData name="FATHIMA A" userId="07560874674b0125" providerId="LiveId" clId="{F9DD1325-CD4B-4548-8E01-7F982175D3C9}" dt="2025-02-25T05:00:23.256" v="54" actId="20577"/>
          <ac:spMkLst>
            <pc:docMk/>
            <pc:sldMk cId="2675057644" sldId="257"/>
            <ac:spMk id="3" creationId="{5CC8595E-34A7-67CB-9831-A0F60042C779}"/>
          </ac:spMkLst>
        </pc:spChg>
        <pc:spChg chg="add mod ord">
          <ac:chgData name="FATHIMA A" userId="07560874674b0125" providerId="LiveId" clId="{F9DD1325-CD4B-4548-8E01-7F982175D3C9}" dt="2025-02-25T05:03:24.474" v="133" actId="14100"/>
          <ac:spMkLst>
            <pc:docMk/>
            <pc:sldMk cId="2675057644" sldId="257"/>
            <ac:spMk id="4" creationId="{0161CB20-B812-7388-02F5-A0AF76EEF0EA}"/>
          </ac:spMkLst>
        </pc:spChg>
      </pc:sldChg>
      <pc:sldChg chg="addSp delSp modSp new mod modClrScheme chgLayout">
        <pc:chgData name="FATHIMA A" userId="07560874674b0125" providerId="LiveId" clId="{F9DD1325-CD4B-4548-8E01-7F982175D3C9}" dt="2025-02-25T05:08:08.221" v="324" actId="20577"/>
        <pc:sldMkLst>
          <pc:docMk/>
          <pc:sldMk cId="2161448827" sldId="258"/>
        </pc:sldMkLst>
        <pc:spChg chg="add mod">
          <ac:chgData name="FATHIMA A" userId="07560874674b0125" providerId="LiveId" clId="{F9DD1325-CD4B-4548-8E01-7F982175D3C9}" dt="2025-02-25T05:08:08.221" v="324" actId="20577"/>
          <ac:spMkLst>
            <pc:docMk/>
            <pc:sldMk cId="2161448827" sldId="258"/>
            <ac:spMk id="4" creationId="{1E3F7FA5-C85B-2FF3-FCE1-FBFDF2C1C9DF}"/>
          </ac:spMkLst>
        </pc:spChg>
      </pc:sldChg>
      <pc:sldChg chg="addSp delSp modSp new mod modClrScheme chgLayout">
        <pc:chgData name="FATHIMA A" userId="07560874674b0125" providerId="LiveId" clId="{F9DD1325-CD4B-4548-8E01-7F982175D3C9}" dt="2025-02-25T05:19:48.093" v="387" actId="1076"/>
        <pc:sldMkLst>
          <pc:docMk/>
          <pc:sldMk cId="3732439037" sldId="259"/>
        </pc:sldMkLst>
        <pc:spChg chg="add mod">
          <ac:chgData name="FATHIMA A" userId="07560874674b0125" providerId="LiveId" clId="{F9DD1325-CD4B-4548-8E01-7F982175D3C9}" dt="2025-02-25T05:19:26.020" v="384" actId="14100"/>
          <ac:spMkLst>
            <pc:docMk/>
            <pc:sldMk cId="3732439037" sldId="259"/>
            <ac:spMk id="2" creationId="{027F837F-792B-7ED5-E5B0-E4AC8912AF92}"/>
          </ac:spMkLst>
        </pc:spChg>
        <pc:spChg chg="add mod">
          <ac:chgData name="FATHIMA A" userId="07560874674b0125" providerId="LiveId" clId="{F9DD1325-CD4B-4548-8E01-7F982175D3C9}" dt="2025-02-25T05:19:26.941" v="385" actId="14100"/>
          <ac:spMkLst>
            <pc:docMk/>
            <pc:sldMk cId="3732439037" sldId="259"/>
            <ac:spMk id="3" creationId="{2AD3E012-F00C-B7A2-0975-FE5371BDABD3}"/>
          </ac:spMkLst>
        </pc:spChg>
        <pc:picChg chg="add mod">
          <ac:chgData name="FATHIMA A" userId="07560874674b0125" providerId="LiveId" clId="{F9DD1325-CD4B-4548-8E01-7F982175D3C9}" dt="2025-02-25T05:15:29.894" v="345" actId="1076"/>
          <ac:picMkLst>
            <pc:docMk/>
            <pc:sldMk cId="3732439037" sldId="259"/>
            <ac:picMk id="5" creationId="{6B7F8748-B002-425B-CD44-A7B8137E3F85}"/>
          </ac:picMkLst>
        </pc:picChg>
        <pc:picChg chg="add mod">
          <ac:chgData name="FATHIMA A" userId="07560874674b0125" providerId="LiveId" clId="{F9DD1325-CD4B-4548-8E01-7F982175D3C9}" dt="2025-02-25T05:19:48.093" v="387" actId="1076"/>
          <ac:picMkLst>
            <pc:docMk/>
            <pc:sldMk cId="3732439037" sldId="259"/>
            <ac:picMk id="15" creationId="{7515996F-C90F-85FD-BE0E-AC83716C1A18}"/>
          </ac:picMkLst>
        </pc:picChg>
      </pc:sldChg>
      <pc:sldChg chg="addSp delSp modSp new mod modClrScheme chgLayout">
        <pc:chgData name="FATHIMA A" userId="07560874674b0125" providerId="LiveId" clId="{F9DD1325-CD4B-4548-8E01-7F982175D3C9}" dt="2025-02-25T05:21:35.204" v="421" actId="20577"/>
        <pc:sldMkLst>
          <pc:docMk/>
          <pc:sldMk cId="1524771464" sldId="260"/>
        </pc:sldMkLst>
        <pc:spChg chg="mod ord">
          <ac:chgData name="FATHIMA A" userId="07560874674b0125" providerId="LiveId" clId="{F9DD1325-CD4B-4548-8E01-7F982175D3C9}" dt="2025-02-25T05:21:25.560" v="420" actId="700"/>
          <ac:spMkLst>
            <pc:docMk/>
            <pc:sldMk cId="1524771464" sldId="260"/>
            <ac:spMk id="2" creationId="{48C7EFE3-8CA7-0AC9-FA98-7C5CAB251A61}"/>
          </ac:spMkLst>
        </pc:spChg>
        <pc:spChg chg="mod ord">
          <ac:chgData name="FATHIMA A" userId="07560874674b0125" providerId="LiveId" clId="{F9DD1325-CD4B-4548-8E01-7F982175D3C9}" dt="2025-02-25T05:21:35.204" v="421" actId="20577"/>
          <ac:spMkLst>
            <pc:docMk/>
            <pc:sldMk cId="1524771464" sldId="260"/>
            <ac:spMk id="3" creationId="{5B70161E-7FDF-F245-489C-C55350EFDD2B}"/>
          </ac:spMkLst>
        </pc:spChg>
      </pc:sldChg>
      <pc:sldChg chg="addSp modSp new mod">
        <pc:chgData name="FATHIMA A" userId="07560874674b0125" providerId="LiveId" clId="{F9DD1325-CD4B-4548-8E01-7F982175D3C9}" dt="2025-02-25T05:22:44.547" v="430" actId="14100"/>
        <pc:sldMkLst>
          <pc:docMk/>
          <pc:sldMk cId="3230223093" sldId="261"/>
        </pc:sldMkLst>
        <pc:picChg chg="add mod">
          <ac:chgData name="FATHIMA A" userId="07560874674b0125" providerId="LiveId" clId="{F9DD1325-CD4B-4548-8E01-7F982175D3C9}" dt="2025-02-25T05:22:10.640" v="426" actId="14100"/>
          <ac:picMkLst>
            <pc:docMk/>
            <pc:sldMk cId="3230223093" sldId="261"/>
            <ac:picMk id="3" creationId="{4FBA01CF-FC22-289C-8B48-41E303525DDF}"/>
          </ac:picMkLst>
        </pc:picChg>
        <pc:picChg chg="add mod">
          <ac:chgData name="FATHIMA A" userId="07560874674b0125" providerId="LiveId" clId="{F9DD1325-CD4B-4548-8E01-7F982175D3C9}" dt="2025-02-25T05:22:44.547" v="430" actId="14100"/>
          <ac:picMkLst>
            <pc:docMk/>
            <pc:sldMk cId="3230223093" sldId="261"/>
            <ac:picMk id="5" creationId="{C41DB623-22B2-38B4-1211-288857CEEEBB}"/>
          </ac:picMkLst>
        </pc:picChg>
      </pc:sldChg>
      <pc:sldChg chg="addSp delSp modSp new mod modClrScheme chgLayout">
        <pc:chgData name="FATHIMA A" userId="07560874674b0125" providerId="LiveId" clId="{F9DD1325-CD4B-4548-8E01-7F982175D3C9}" dt="2025-02-27T04:56:53.221" v="510" actId="20577"/>
        <pc:sldMkLst>
          <pc:docMk/>
          <pc:sldMk cId="1572669757" sldId="262"/>
        </pc:sldMkLst>
        <pc:spChg chg="add del">
          <ac:chgData name="FATHIMA A" userId="07560874674b0125" providerId="LiveId" clId="{F9DD1325-CD4B-4548-8E01-7F982175D3C9}" dt="2025-02-27T04:53:09.166" v="436" actId="22"/>
          <ac:spMkLst>
            <pc:docMk/>
            <pc:sldMk cId="1572669757" sldId="262"/>
            <ac:spMk id="3" creationId="{9F4EFEC3-050B-991F-6269-A4A48F635D4C}"/>
          </ac:spMkLst>
        </pc:spChg>
        <pc:spChg chg="add mod ord">
          <ac:chgData name="FATHIMA A" userId="07560874674b0125" providerId="LiveId" clId="{F9DD1325-CD4B-4548-8E01-7F982175D3C9}" dt="2025-02-25T05:26:59.394" v="434"/>
          <ac:spMkLst>
            <pc:docMk/>
            <pc:sldMk cId="1572669757" sldId="262"/>
            <ac:spMk id="4" creationId="{94A3549F-BEC5-9C0C-668E-668689BC5A26}"/>
          </ac:spMkLst>
        </pc:spChg>
        <pc:spChg chg="add mod ord">
          <ac:chgData name="FATHIMA A" userId="07560874674b0125" providerId="LiveId" clId="{F9DD1325-CD4B-4548-8E01-7F982175D3C9}" dt="2025-02-27T04:56:53.221" v="510" actId="20577"/>
          <ac:spMkLst>
            <pc:docMk/>
            <pc:sldMk cId="1572669757" sldId="262"/>
            <ac:spMk id="5" creationId="{7CCF5D84-424C-07F5-ADF9-5B61C78C7936}"/>
          </ac:spMkLst>
        </pc:spChg>
      </pc:sldChg>
      <pc:sldChg chg="addSp delSp modSp new mod modClrScheme chgLayout">
        <pc:chgData name="FATHIMA A" userId="07560874674b0125" providerId="LiveId" clId="{F9DD1325-CD4B-4548-8E01-7F982175D3C9}" dt="2025-02-27T04:55:48.127" v="482" actId="5793"/>
        <pc:sldMkLst>
          <pc:docMk/>
          <pc:sldMk cId="2150604263" sldId="263"/>
        </pc:sldMkLst>
        <pc:spChg chg="del">
          <ac:chgData name="FATHIMA A" userId="07560874674b0125" providerId="LiveId" clId="{F9DD1325-CD4B-4548-8E01-7F982175D3C9}" dt="2025-02-27T04:54:08.203" v="444" actId="700"/>
          <ac:spMkLst>
            <pc:docMk/>
            <pc:sldMk cId="2150604263" sldId="263"/>
            <ac:spMk id="2" creationId="{E6ECB1DC-3726-A6AB-047D-F4712F2EFF0F}"/>
          </ac:spMkLst>
        </pc:spChg>
        <pc:spChg chg="del">
          <ac:chgData name="FATHIMA A" userId="07560874674b0125" providerId="LiveId" clId="{F9DD1325-CD4B-4548-8E01-7F982175D3C9}" dt="2025-02-27T04:54:08.203" v="444" actId="700"/>
          <ac:spMkLst>
            <pc:docMk/>
            <pc:sldMk cId="2150604263" sldId="263"/>
            <ac:spMk id="3" creationId="{0950A326-3997-A32A-65CA-407C2FEE3BC4}"/>
          </ac:spMkLst>
        </pc:spChg>
        <pc:spChg chg="add mod">
          <ac:chgData name="FATHIMA A" userId="07560874674b0125" providerId="LiveId" clId="{F9DD1325-CD4B-4548-8E01-7F982175D3C9}" dt="2025-02-27T04:55:48.127" v="482" actId="5793"/>
          <ac:spMkLst>
            <pc:docMk/>
            <pc:sldMk cId="2150604263" sldId="263"/>
            <ac:spMk id="5" creationId="{BA2AEF8E-0298-EAE3-E1D9-F858079226FA}"/>
          </ac:spMkLst>
        </pc:spChg>
      </pc:sldChg>
      <pc:sldChg chg="addSp modSp new mod modClrScheme chgLayout">
        <pc:chgData name="FATHIMA A" userId="07560874674b0125" providerId="LiveId" clId="{F9DD1325-CD4B-4548-8E01-7F982175D3C9}" dt="2025-02-27T05:04:10.760" v="539" actId="20577"/>
        <pc:sldMkLst>
          <pc:docMk/>
          <pc:sldMk cId="950760120" sldId="264"/>
        </pc:sldMkLst>
        <pc:spChg chg="add mod">
          <ac:chgData name="FATHIMA A" userId="07560874674b0125" providerId="LiveId" clId="{F9DD1325-CD4B-4548-8E01-7F982175D3C9}" dt="2025-02-27T05:01:50.532" v="513"/>
          <ac:spMkLst>
            <pc:docMk/>
            <pc:sldMk cId="950760120" sldId="264"/>
            <ac:spMk id="2" creationId="{E58F930E-7B11-6BA9-B01D-CB5F70EDE6EE}"/>
          </ac:spMkLst>
        </pc:spChg>
        <pc:spChg chg="add mod">
          <ac:chgData name="FATHIMA A" userId="07560874674b0125" providerId="LiveId" clId="{F9DD1325-CD4B-4548-8E01-7F982175D3C9}" dt="2025-02-27T05:04:10.760" v="539" actId="20577"/>
          <ac:spMkLst>
            <pc:docMk/>
            <pc:sldMk cId="950760120" sldId="264"/>
            <ac:spMk id="3" creationId="{725A6AD0-C55B-C5F2-33D2-0E49A73F794D}"/>
          </ac:spMkLst>
        </pc:spChg>
      </pc:sldChg>
      <pc:sldChg chg="addSp delSp modSp new mod modClrScheme chgLayout">
        <pc:chgData name="FATHIMA A" userId="07560874674b0125" providerId="LiveId" clId="{F9DD1325-CD4B-4548-8E01-7F982175D3C9}" dt="2025-02-27T05:07:18.669" v="567" actId="5793"/>
        <pc:sldMkLst>
          <pc:docMk/>
          <pc:sldMk cId="4113042159" sldId="265"/>
        </pc:sldMkLst>
        <pc:spChg chg="del">
          <ac:chgData name="FATHIMA A" userId="07560874674b0125" providerId="LiveId" clId="{F9DD1325-CD4B-4548-8E01-7F982175D3C9}" dt="2025-02-27T05:05:53.371" v="541" actId="700"/>
          <ac:spMkLst>
            <pc:docMk/>
            <pc:sldMk cId="4113042159" sldId="265"/>
            <ac:spMk id="2" creationId="{4D00EF2D-8AD5-2588-F1AF-3E37DE13561A}"/>
          </ac:spMkLst>
        </pc:spChg>
        <pc:spChg chg="del">
          <ac:chgData name="FATHIMA A" userId="07560874674b0125" providerId="LiveId" clId="{F9DD1325-CD4B-4548-8E01-7F982175D3C9}" dt="2025-02-27T05:05:53.371" v="541" actId="700"/>
          <ac:spMkLst>
            <pc:docMk/>
            <pc:sldMk cId="4113042159" sldId="265"/>
            <ac:spMk id="3" creationId="{59907529-D59D-DFCD-0CB1-2DD1F4FF28D5}"/>
          </ac:spMkLst>
        </pc:spChg>
        <pc:spChg chg="add mod">
          <ac:chgData name="FATHIMA A" userId="07560874674b0125" providerId="LiveId" clId="{F9DD1325-CD4B-4548-8E01-7F982175D3C9}" dt="2025-02-27T05:07:18.669" v="567" actId="5793"/>
          <ac:spMkLst>
            <pc:docMk/>
            <pc:sldMk cId="4113042159" sldId="265"/>
            <ac:spMk id="5" creationId="{D115C758-3063-14B7-FACD-78BD71FF035D}"/>
          </ac:spMkLst>
        </pc:spChg>
      </pc:sldChg>
      <pc:sldChg chg="addSp modSp new mod modClrScheme chgLayout">
        <pc:chgData name="FATHIMA A" userId="07560874674b0125" providerId="LiveId" clId="{F9DD1325-CD4B-4548-8E01-7F982175D3C9}" dt="2025-02-27T05:14:40.002" v="611" actId="20577"/>
        <pc:sldMkLst>
          <pc:docMk/>
          <pc:sldMk cId="2565445205" sldId="266"/>
        </pc:sldMkLst>
        <pc:spChg chg="add mod">
          <ac:chgData name="FATHIMA A" userId="07560874674b0125" providerId="LiveId" clId="{F9DD1325-CD4B-4548-8E01-7F982175D3C9}" dt="2025-02-27T05:09:03.164" v="570"/>
          <ac:spMkLst>
            <pc:docMk/>
            <pc:sldMk cId="2565445205" sldId="266"/>
            <ac:spMk id="2" creationId="{3FF10EEF-55EB-D08D-C744-755AAD301320}"/>
          </ac:spMkLst>
        </pc:spChg>
        <pc:spChg chg="add mod">
          <ac:chgData name="FATHIMA A" userId="07560874674b0125" providerId="LiveId" clId="{F9DD1325-CD4B-4548-8E01-7F982175D3C9}" dt="2025-02-27T05:14:40.002" v="611" actId="20577"/>
          <ac:spMkLst>
            <pc:docMk/>
            <pc:sldMk cId="2565445205" sldId="266"/>
            <ac:spMk id="3" creationId="{25E25F70-E44A-E15C-0850-F862C2E9F69B}"/>
          </ac:spMkLst>
        </pc:spChg>
      </pc:sldChg>
      <pc:sldChg chg="addSp delSp modSp new mod modClrScheme chgLayout">
        <pc:chgData name="FATHIMA A" userId="07560874674b0125" providerId="LiveId" clId="{F9DD1325-CD4B-4548-8E01-7F982175D3C9}" dt="2025-02-27T05:38:02.688" v="790" actId="14100"/>
        <pc:sldMkLst>
          <pc:docMk/>
          <pc:sldMk cId="100456039" sldId="267"/>
        </pc:sldMkLst>
        <pc:spChg chg="del">
          <ac:chgData name="FATHIMA A" userId="07560874674b0125" providerId="LiveId" clId="{F9DD1325-CD4B-4548-8E01-7F982175D3C9}" dt="2025-02-27T05:14:51.322" v="613" actId="700"/>
          <ac:spMkLst>
            <pc:docMk/>
            <pc:sldMk cId="100456039" sldId="267"/>
            <ac:spMk id="2" creationId="{89987FA5-8EEC-1BC2-95B8-0255BB758304}"/>
          </ac:spMkLst>
        </pc:spChg>
        <pc:spChg chg="del">
          <ac:chgData name="FATHIMA A" userId="07560874674b0125" providerId="LiveId" clId="{F9DD1325-CD4B-4548-8E01-7F982175D3C9}" dt="2025-02-27T05:14:51.322" v="613" actId="700"/>
          <ac:spMkLst>
            <pc:docMk/>
            <pc:sldMk cId="100456039" sldId="267"/>
            <ac:spMk id="3" creationId="{AA3DFC87-704F-3D09-D86E-C4026A940CF8}"/>
          </ac:spMkLst>
        </pc:spChg>
        <pc:spChg chg="add mod">
          <ac:chgData name="FATHIMA A" userId="07560874674b0125" providerId="LiveId" clId="{F9DD1325-CD4B-4548-8E01-7F982175D3C9}" dt="2025-02-27T05:15:34.827" v="618" actId="20577"/>
          <ac:spMkLst>
            <pc:docMk/>
            <pc:sldMk cId="100456039" sldId="267"/>
            <ac:spMk id="4" creationId="{89E882EA-33CA-E577-6974-3CD2A121C0E5}"/>
          </ac:spMkLst>
        </pc:spChg>
        <pc:spChg chg="add del mod">
          <ac:chgData name="FATHIMA A" userId="07560874674b0125" providerId="LiveId" clId="{F9DD1325-CD4B-4548-8E01-7F982175D3C9}" dt="2025-02-27T05:17:33.026" v="621" actId="21"/>
          <ac:spMkLst>
            <pc:docMk/>
            <pc:sldMk cId="100456039" sldId="267"/>
            <ac:spMk id="5" creationId="{F2E6A74F-DC41-F6C7-CE7D-0C78EBCE28A9}"/>
          </ac:spMkLst>
        </pc:spChg>
        <pc:spChg chg="add del mod">
          <ac:chgData name="FATHIMA A" userId="07560874674b0125" providerId="LiveId" clId="{F9DD1325-CD4B-4548-8E01-7F982175D3C9}" dt="2025-02-27T05:17:36.121" v="622"/>
          <ac:spMkLst>
            <pc:docMk/>
            <pc:sldMk cId="100456039" sldId="267"/>
            <ac:spMk id="7" creationId="{EAAD5D6D-5042-969B-F975-C16DAF521467}"/>
          </ac:spMkLst>
        </pc:spChg>
        <pc:spChg chg="add del mod">
          <ac:chgData name="FATHIMA A" userId="07560874674b0125" providerId="LiveId" clId="{F9DD1325-CD4B-4548-8E01-7F982175D3C9}" dt="2025-02-27T05:34:40.050" v="783" actId="22"/>
          <ac:spMkLst>
            <pc:docMk/>
            <pc:sldMk cId="100456039" sldId="267"/>
            <ac:spMk id="8" creationId="{F2E6A74F-DC41-F6C7-CE7D-0C78EBCE28A9}"/>
          </ac:spMkLst>
        </pc:spChg>
        <pc:picChg chg="add del mod">
          <ac:chgData name="FATHIMA A" userId="07560874674b0125" providerId="LiveId" clId="{F9DD1325-CD4B-4548-8E01-7F982175D3C9}" dt="2025-02-27T05:34:09.644" v="780" actId="478"/>
          <ac:picMkLst>
            <pc:docMk/>
            <pc:sldMk cId="100456039" sldId="267"/>
            <ac:picMk id="10" creationId="{AE0C0E38-AB11-E50C-E782-F6F00D447C3D}"/>
          </ac:picMkLst>
        </pc:picChg>
        <pc:picChg chg="add del mod">
          <ac:chgData name="FATHIMA A" userId="07560874674b0125" providerId="LiveId" clId="{F9DD1325-CD4B-4548-8E01-7F982175D3C9}" dt="2025-02-27T05:22:27.562" v="685" actId="21"/>
          <ac:picMkLst>
            <pc:docMk/>
            <pc:sldMk cId="100456039" sldId="267"/>
            <ac:picMk id="12" creationId="{283B617C-73E3-E3FD-A6C6-B04E6E4EC5E5}"/>
          </ac:picMkLst>
        </pc:picChg>
        <pc:picChg chg="add del mod">
          <ac:chgData name="FATHIMA A" userId="07560874674b0125" providerId="LiveId" clId="{F9DD1325-CD4B-4548-8E01-7F982175D3C9}" dt="2025-02-27T05:22:46.523" v="688" actId="21"/>
          <ac:picMkLst>
            <pc:docMk/>
            <pc:sldMk cId="100456039" sldId="267"/>
            <ac:picMk id="13" creationId="{283B617C-73E3-E3FD-A6C6-B04E6E4EC5E5}"/>
          </ac:picMkLst>
        </pc:picChg>
        <pc:picChg chg="add del mod">
          <ac:chgData name="FATHIMA A" userId="07560874674b0125" providerId="LiveId" clId="{F9DD1325-CD4B-4548-8E01-7F982175D3C9}" dt="2025-02-27T05:34:11.425" v="781" actId="478"/>
          <ac:picMkLst>
            <pc:docMk/>
            <pc:sldMk cId="100456039" sldId="267"/>
            <ac:picMk id="14" creationId="{283B617C-73E3-E3FD-A6C6-B04E6E4EC5E5}"/>
          </ac:picMkLst>
        </pc:picChg>
        <pc:picChg chg="add del mod">
          <ac:chgData name="FATHIMA A" userId="07560874674b0125" providerId="LiveId" clId="{F9DD1325-CD4B-4548-8E01-7F982175D3C9}" dt="2025-02-27T05:34:13.412" v="782" actId="478"/>
          <ac:picMkLst>
            <pc:docMk/>
            <pc:sldMk cId="100456039" sldId="267"/>
            <ac:picMk id="16" creationId="{7A84944F-949C-AF22-5163-620DD60D0608}"/>
          </ac:picMkLst>
        </pc:picChg>
        <pc:picChg chg="add mod ord">
          <ac:chgData name="FATHIMA A" userId="07560874674b0125" providerId="LiveId" clId="{F9DD1325-CD4B-4548-8E01-7F982175D3C9}" dt="2025-02-27T05:34:44.558" v="784" actId="1076"/>
          <ac:picMkLst>
            <pc:docMk/>
            <pc:sldMk cId="100456039" sldId="267"/>
            <ac:picMk id="18" creationId="{9B54F297-FFAC-7A61-DC94-CE4F8868FF67}"/>
          </ac:picMkLst>
        </pc:picChg>
        <pc:picChg chg="add del mod">
          <ac:chgData name="FATHIMA A" userId="07560874674b0125" providerId="LiveId" clId="{F9DD1325-CD4B-4548-8E01-7F982175D3C9}" dt="2025-02-27T05:37:28.550" v="787" actId="478"/>
          <ac:picMkLst>
            <pc:docMk/>
            <pc:sldMk cId="100456039" sldId="267"/>
            <ac:picMk id="20" creationId="{17FC2498-C54C-99CB-230B-12D2D692E437}"/>
          </ac:picMkLst>
        </pc:picChg>
        <pc:picChg chg="add mod">
          <ac:chgData name="FATHIMA A" userId="07560874674b0125" providerId="LiveId" clId="{F9DD1325-CD4B-4548-8E01-7F982175D3C9}" dt="2025-02-27T05:38:02.688" v="790" actId="14100"/>
          <ac:picMkLst>
            <pc:docMk/>
            <pc:sldMk cId="100456039" sldId="267"/>
            <ac:picMk id="22" creationId="{54C77502-39F1-0934-FEB9-25F46FE87673}"/>
          </ac:picMkLst>
        </pc:picChg>
      </pc:sldChg>
      <pc:sldChg chg="modSp new mod">
        <pc:chgData name="FATHIMA A" userId="07560874674b0125" providerId="LiveId" clId="{F9DD1325-CD4B-4548-8E01-7F982175D3C9}" dt="2025-02-27T05:40:57.673" v="830" actId="27636"/>
        <pc:sldMkLst>
          <pc:docMk/>
          <pc:sldMk cId="3259141340" sldId="268"/>
        </pc:sldMkLst>
        <pc:spChg chg="mod">
          <ac:chgData name="FATHIMA A" userId="07560874674b0125" providerId="LiveId" clId="{F9DD1325-CD4B-4548-8E01-7F982175D3C9}" dt="2025-02-27T05:39:19.458" v="792"/>
          <ac:spMkLst>
            <pc:docMk/>
            <pc:sldMk cId="3259141340" sldId="268"/>
            <ac:spMk id="2" creationId="{D1A16A0E-9B64-FDB1-162F-FC9894EDF7AD}"/>
          </ac:spMkLst>
        </pc:spChg>
        <pc:spChg chg="mod">
          <ac:chgData name="FATHIMA A" userId="07560874674b0125" providerId="LiveId" clId="{F9DD1325-CD4B-4548-8E01-7F982175D3C9}" dt="2025-02-27T05:40:57.673" v="830" actId="27636"/>
          <ac:spMkLst>
            <pc:docMk/>
            <pc:sldMk cId="3259141340" sldId="268"/>
            <ac:spMk id="3" creationId="{0883EC93-1A23-EC90-D9B1-1C63D00EC0D6}"/>
          </ac:spMkLst>
        </pc:spChg>
      </pc:sldChg>
      <pc:sldChg chg="modSp new mod">
        <pc:chgData name="FATHIMA A" userId="07560874674b0125" providerId="LiveId" clId="{F9DD1325-CD4B-4548-8E01-7F982175D3C9}" dt="2025-02-27T05:42:37.058" v="845" actId="20577"/>
        <pc:sldMkLst>
          <pc:docMk/>
          <pc:sldMk cId="3555867590" sldId="269"/>
        </pc:sldMkLst>
        <pc:spChg chg="mod">
          <ac:chgData name="FATHIMA A" userId="07560874674b0125" providerId="LiveId" clId="{F9DD1325-CD4B-4548-8E01-7F982175D3C9}" dt="2025-02-27T05:41:29.539" v="832"/>
          <ac:spMkLst>
            <pc:docMk/>
            <pc:sldMk cId="3555867590" sldId="269"/>
            <ac:spMk id="2" creationId="{EAEDB7D4-676C-E737-DAF1-6F9A04A154FA}"/>
          </ac:spMkLst>
        </pc:spChg>
        <pc:spChg chg="mod">
          <ac:chgData name="FATHIMA A" userId="07560874674b0125" providerId="LiveId" clId="{F9DD1325-CD4B-4548-8E01-7F982175D3C9}" dt="2025-02-27T05:42:37.058" v="845" actId="20577"/>
          <ac:spMkLst>
            <pc:docMk/>
            <pc:sldMk cId="3555867590" sldId="269"/>
            <ac:spMk id="3" creationId="{8F909DEF-3EFB-745F-6153-35D2C0442576}"/>
          </ac:spMkLst>
        </pc:spChg>
      </pc:sldChg>
      <pc:sldChg chg="modSp new mod">
        <pc:chgData name="FATHIMA A" userId="07560874674b0125" providerId="LiveId" clId="{F9DD1325-CD4B-4548-8E01-7F982175D3C9}" dt="2025-02-27T05:45:26.691" v="862" actId="5793"/>
        <pc:sldMkLst>
          <pc:docMk/>
          <pc:sldMk cId="457579627" sldId="270"/>
        </pc:sldMkLst>
        <pc:spChg chg="mod">
          <ac:chgData name="FATHIMA A" userId="07560874674b0125" providerId="LiveId" clId="{F9DD1325-CD4B-4548-8E01-7F982175D3C9}" dt="2025-02-27T05:43:14.599" v="847"/>
          <ac:spMkLst>
            <pc:docMk/>
            <pc:sldMk cId="457579627" sldId="270"/>
            <ac:spMk id="2" creationId="{E41039A1-204B-078E-7098-E115E31AEACC}"/>
          </ac:spMkLst>
        </pc:spChg>
        <pc:spChg chg="mod">
          <ac:chgData name="FATHIMA A" userId="07560874674b0125" providerId="LiveId" clId="{F9DD1325-CD4B-4548-8E01-7F982175D3C9}" dt="2025-02-27T05:45:26.691" v="862" actId="5793"/>
          <ac:spMkLst>
            <pc:docMk/>
            <pc:sldMk cId="457579627" sldId="270"/>
            <ac:spMk id="3" creationId="{98437B4E-4943-C07F-95D2-3C55452833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2562011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469806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2782394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3185212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0276DA-4ABC-4C8F-836B-393CCD331DEF}" type="datetimeFigureOut">
              <a:rPr lang="en-IN" smtClean="0"/>
              <a:t>04-03-2026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127359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0276DA-4ABC-4C8F-836B-393CCD331DEF}"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290492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276DA-4ABC-4C8F-836B-393CCD331DEF}" type="datetimeFigureOut">
              <a:rPr lang="en-IN" smtClean="0"/>
              <a:t>04-03-2026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956150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1643342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1145404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4111247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0AB4D0-A79D-4EE1-B45A-2401E3436496}"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12319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361098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0AB4D0-A79D-4EE1-B45A-2401E3436496}"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06062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0276DA-4ABC-4C8F-836B-393CCD331DEF}"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2925832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3596632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276DA-4ABC-4C8F-836B-393CCD331DEF}"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0AB4D0-A79D-4EE1-B45A-2401E3436496}" type="slidenum">
              <a:rPr lang="en-IN" smtClean="0"/>
              <a:t>‹#›</a:t>
            </a:fld>
            <a:endParaRPr lang="en-IN"/>
          </a:p>
        </p:txBody>
      </p:sp>
    </p:spTree>
    <p:extLst>
      <p:ext uri="{BB962C8B-B14F-4D97-AF65-F5344CB8AC3E}">
        <p14:creationId xmlns:p14="http://schemas.microsoft.com/office/powerpoint/2010/main" val="63865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F0276DA-4ABC-4C8F-836B-393CCD331DEF}" type="datetimeFigureOut">
              <a:rPr lang="en-IN" smtClean="0"/>
              <a:t>04-03-2026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00AB4D0-A79D-4EE1-B45A-2401E3436496}" type="slidenum">
              <a:rPr lang="en-IN" smtClean="0"/>
              <a:t>‹#›</a:t>
            </a:fld>
            <a:endParaRPr lang="en-IN"/>
          </a:p>
        </p:txBody>
      </p:sp>
    </p:spTree>
    <p:extLst>
      <p:ext uri="{BB962C8B-B14F-4D97-AF65-F5344CB8AC3E}">
        <p14:creationId xmlns:p14="http://schemas.microsoft.com/office/powerpoint/2010/main" val="326476780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4825E-7DDE-4E1A-29A1-C5875A5AA789}"/>
              </a:ext>
            </a:extLst>
          </p:cNvPr>
          <p:cNvSpPr>
            <a:spLocks noGrp="1"/>
          </p:cNvSpPr>
          <p:nvPr>
            <p:ph type="title"/>
          </p:nvPr>
        </p:nvSpPr>
        <p:spPr>
          <a:xfrm>
            <a:off x="3262619" y="2103437"/>
            <a:ext cx="10515600" cy="1325563"/>
          </a:xfrm>
        </p:spPr>
        <p:txBody>
          <a:bodyPr/>
          <a:lstStyle/>
          <a:p>
            <a:br>
              <a:rPr lang="en-IN" dirty="0"/>
            </a:br>
            <a:r>
              <a:rPr lang="en-IN" sz="4400" dirty="0"/>
              <a:t>THRESHOLDING</a:t>
            </a:r>
          </a:p>
        </p:txBody>
      </p:sp>
    </p:spTree>
    <p:extLst>
      <p:ext uri="{BB962C8B-B14F-4D97-AF65-F5344CB8AC3E}">
        <p14:creationId xmlns:p14="http://schemas.microsoft.com/office/powerpoint/2010/main" val="605053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C8595E-34A7-67CB-9831-A0F60042C779}"/>
              </a:ext>
            </a:extLst>
          </p:cNvPr>
          <p:cNvSpPr>
            <a:spLocks noGrp="1"/>
          </p:cNvSpPr>
          <p:nvPr>
            <p:ph type="title"/>
          </p:nvPr>
        </p:nvSpPr>
        <p:spPr/>
        <p:txBody>
          <a:bodyPr/>
          <a:lstStyle/>
          <a:p>
            <a:r>
              <a:rPr lang="en-IN" dirty="0"/>
              <a:t>Thresholding</a:t>
            </a:r>
          </a:p>
        </p:txBody>
      </p:sp>
      <p:sp>
        <p:nvSpPr>
          <p:cNvPr id="4" name="Content Placeholder 3">
            <a:extLst>
              <a:ext uri="{FF2B5EF4-FFF2-40B4-BE49-F238E27FC236}">
                <a16:creationId xmlns:a16="http://schemas.microsoft.com/office/drawing/2014/main" id="{0161CB20-B812-7388-02F5-A0AF76EEF0EA}"/>
              </a:ext>
            </a:extLst>
          </p:cNvPr>
          <p:cNvSpPr>
            <a:spLocks noGrp="1"/>
          </p:cNvSpPr>
          <p:nvPr>
            <p:ph idx="1"/>
          </p:nvPr>
        </p:nvSpPr>
        <p:spPr>
          <a:xfrm>
            <a:off x="2589212" y="1584960"/>
            <a:ext cx="8915400" cy="4648930"/>
          </a:xfrm>
        </p:spPr>
        <p:txBody>
          <a:bodyPr>
            <a:normAutofit/>
          </a:bodyPr>
          <a:lstStyle/>
          <a:p>
            <a:r>
              <a:rPr lang="en-IN" dirty="0"/>
              <a:t>Thresholding is the simplest method of image segmentation.</a:t>
            </a:r>
          </a:p>
          <a:p>
            <a:r>
              <a:rPr lang="en-US" dirty="0"/>
              <a:t>Intensity thresholding is an image processing technique used to separate objects of interest from the background in an image.</a:t>
            </a:r>
          </a:p>
          <a:p>
            <a:r>
              <a:rPr lang="en-US" dirty="0"/>
              <a:t> The basic idea behind thresholding is to convert an image into a binary image by setting all pixel values above a certain threshold to one and all values below the threshold to zero.</a:t>
            </a:r>
          </a:p>
          <a:p>
            <a:r>
              <a:rPr lang="en-US" dirty="0"/>
              <a:t>The threshold value is typically chosen based on the intensity histogram of the image.</a:t>
            </a:r>
          </a:p>
          <a:p>
            <a:r>
              <a:rPr lang="en-US" dirty="0"/>
              <a:t> The histogram shows the distribution of pixel intensities in the image, and the threshold can be selected at a point were there is a significant difference in the distribution between the objects of interest and the background.</a:t>
            </a:r>
          </a:p>
          <a:p>
            <a:endParaRPr lang="en-IN" dirty="0"/>
          </a:p>
        </p:txBody>
      </p:sp>
    </p:spTree>
    <p:extLst>
      <p:ext uri="{BB962C8B-B14F-4D97-AF65-F5344CB8AC3E}">
        <p14:creationId xmlns:p14="http://schemas.microsoft.com/office/powerpoint/2010/main" val="267505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3F7FA5-C85B-2FF3-FCE1-FBFDF2C1C9DF}"/>
              </a:ext>
            </a:extLst>
          </p:cNvPr>
          <p:cNvSpPr txBox="1"/>
          <p:nvPr/>
        </p:nvSpPr>
        <p:spPr>
          <a:xfrm>
            <a:off x="2255521" y="792480"/>
            <a:ext cx="9663223" cy="5078313"/>
          </a:xfrm>
          <a:prstGeom prst="rect">
            <a:avLst/>
          </a:prstGeom>
          <a:noFill/>
        </p:spPr>
        <p:txBody>
          <a:bodyPr wrap="none" rtlCol="0">
            <a:spAutoFit/>
          </a:bodyPr>
          <a:lstStyle/>
          <a:p>
            <a:pPr marL="285750" indent="-285750">
              <a:buFont typeface="Wingdings" panose="05000000000000000000" pitchFamily="2" charset="2"/>
              <a:buChar char="Ø"/>
            </a:pPr>
            <a:r>
              <a:rPr lang="en-US" dirty="0"/>
              <a:t>There are different types of thresholding methods,</a:t>
            </a:r>
          </a:p>
          <a:p>
            <a:r>
              <a:rPr lang="en-US" dirty="0"/>
              <a:t>                           </a:t>
            </a:r>
          </a:p>
          <a:p>
            <a:r>
              <a:rPr lang="en-US" dirty="0"/>
              <a:t>                             Global thresholding</a:t>
            </a:r>
          </a:p>
          <a:p>
            <a:endParaRPr lang="en-US" dirty="0"/>
          </a:p>
          <a:p>
            <a:r>
              <a:rPr lang="en-US" dirty="0"/>
              <a:t>                             Local thresholding</a:t>
            </a:r>
          </a:p>
          <a:p>
            <a:endParaRPr lang="en-US" dirty="0"/>
          </a:p>
          <a:p>
            <a:r>
              <a:rPr lang="en-US" dirty="0"/>
              <a:t>                             Adaptive thresholding</a:t>
            </a:r>
          </a:p>
          <a:p>
            <a:endParaRPr lang="en-US" dirty="0"/>
          </a:p>
          <a:p>
            <a:pPr marL="285750" indent="-285750">
              <a:buFont typeface="Wingdings" panose="05000000000000000000" pitchFamily="2" charset="2"/>
              <a:buChar char="Ø"/>
            </a:pPr>
            <a:r>
              <a:rPr lang="en-US" dirty="0"/>
              <a:t>Global thresholding sets a fixed threshold value for the entire image.</a:t>
            </a:r>
          </a:p>
          <a:p>
            <a:endParaRPr lang="en-US" dirty="0"/>
          </a:p>
          <a:p>
            <a:pPr marL="285750" indent="-285750">
              <a:buFont typeface="Wingdings" panose="05000000000000000000" pitchFamily="2" charset="2"/>
              <a:buChar char="Ø"/>
            </a:pPr>
            <a:r>
              <a:rPr lang="en-US" dirty="0"/>
              <a:t>Local thresholding sets different threshold values for different regions of the image </a:t>
            </a:r>
          </a:p>
          <a:p>
            <a:r>
              <a:rPr lang="en-US" dirty="0"/>
              <a:t>based on their local characteristics.</a:t>
            </a:r>
          </a:p>
          <a:p>
            <a:endParaRPr lang="en-US" dirty="0"/>
          </a:p>
          <a:p>
            <a:pPr marL="285750" indent="-285750">
              <a:buFont typeface="Wingdings" panose="05000000000000000000" pitchFamily="2" charset="2"/>
              <a:buChar char="Ø"/>
            </a:pPr>
            <a:r>
              <a:rPr lang="en-US" dirty="0"/>
              <a:t>Adaptive thresholding adjusts the threshold value dynamically based on the</a:t>
            </a:r>
          </a:p>
          <a:p>
            <a:r>
              <a:rPr lang="en-US" dirty="0"/>
              <a:t> local image characteristics and is particularly useful for images with non-uniform</a:t>
            </a:r>
          </a:p>
          <a:p>
            <a:r>
              <a:rPr lang="en-US" dirty="0"/>
              <a:t> lighting or background.</a:t>
            </a:r>
          </a:p>
          <a:p>
            <a:endParaRPr lang="en-US" dirty="0"/>
          </a:p>
          <a:p>
            <a:endParaRPr lang="en-IN" dirty="0"/>
          </a:p>
        </p:txBody>
      </p:sp>
    </p:spTree>
    <p:extLst>
      <p:ext uri="{BB962C8B-B14F-4D97-AF65-F5344CB8AC3E}">
        <p14:creationId xmlns:p14="http://schemas.microsoft.com/office/powerpoint/2010/main" val="216144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F837F-792B-7ED5-E5B0-E4AC8912AF92}"/>
              </a:ext>
            </a:extLst>
          </p:cNvPr>
          <p:cNvSpPr>
            <a:spLocks noGrp="1"/>
          </p:cNvSpPr>
          <p:nvPr>
            <p:ph type="title"/>
          </p:nvPr>
        </p:nvSpPr>
        <p:spPr/>
        <p:txBody>
          <a:bodyPr/>
          <a:lstStyle/>
          <a:p>
            <a:r>
              <a:rPr lang="en-IN" dirty="0"/>
              <a:t>Single value (Binary) thresholding</a:t>
            </a:r>
            <a:br>
              <a:rPr lang="en-IN" dirty="0"/>
            </a:br>
            <a:endParaRPr lang="en-IN" dirty="0"/>
          </a:p>
        </p:txBody>
      </p:sp>
      <p:sp>
        <p:nvSpPr>
          <p:cNvPr id="3" name="Content Placeholder 2">
            <a:extLst>
              <a:ext uri="{FF2B5EF4-FFF2-40B4-BE49-F238E27FC236}">
                <a16:creationId xmlns:a16="http://schemas.microsoft.com/office/drawing/2014/main" id="{2AD3E012-F00C-B7A2-0975-FE5371BDABD3}"/>
              </a:ext>
            </a:extLst>
          </p:cNvPr>
          <p:cNvSpPr>
            <a:spLocks noGrp="1"/>
          </p:cNvSpPr>
          <p:nvPr>
            <p:ph idx="1"/>
          </p:nvPr>
        </p:nvSpPr>
        <p:spPr>
          <a:xfrm>
            <a:off x="2399251" y="1258349"/>
            <a:ext cx="9295322" cy="5528124"/>
          </a:xfrm>
        </p:spPr>
        <p:txBody>
          <a:bodyPr>
            <a:normAutofit/>
          </a:bodyPr>
          <a:lstStyle/>
          <a:p>
            <a:r>
              <a:rPr lang="en-US" dirty="0"/>
              <a:t>Simplest thresholding method is binary thresholding.</a:t>
            </a:r>
          </a:p>
          <a:p>
            <a:r>
              <a:rPr lang="en-US" dirty="0"/>
              <a:t> Here all pixel values those are greater than the specific threshold value is assign a standard value.</a:t>
            </a:r>
          </a:p>
          <a:p>
            <a:r>
              <a:rPr lang="en-US" dirty="0"/>
              <a:t> Example: If the pixel value is smaller than the threshold, it is set to 0, otherwise, it is set to a maximum value (generally 255).</a:t>
            </a:r>
          </a:p>
          <a:p>
            <a:r>
              <a:rPr lang="en-US" dirty="0"/>
              <a:t> This threshold value which can be changed arbitrarily.</a:t>
            </a:r>
          </a:p>
          <a:p>
            <a:endParaRPr lang="en-US" dirty="0"/>
          </a:p>
          <a:p>
            <a:endParaRPr lang="en-US" dirty="0"/>
          </a:p>
          <a:p>
            <a:endParaRPr lang="en-US" dirty="0"/>
          </a:p>
          <a:p>
            <a:r>
              <a:rPr lang="en-US" dirty="0"/>
              <a:t>The application of this algorithms is when we have to separate foreground with background.</a:t>
            </a:r>
          </a:p>
          <a:p>
            <a:r>
              <a:rPr lang="en-US" dirty="0"/>
              <a:t>The drawback of this algorithm is that it will always segment the image in to two categories.</a:t>
            </a:r>
          </a:p>
          <a:p>
            <a:endParaRPr lang="en-IN" dirty="0"/>
          </a:p>
        </p:txBody>
      </p:sp>
      <p:pic>
        <p:nvPicPr>
          <p:cNvPr id="5" name="Picture 4">
            <a:extLst>
              <a:ext uri="{FF2B5EF4-FFF2-40B4-BE49-F238E27FC236}">
                <a16:creationId xmlns:a16="http://schemas.microsoft.com/office/drawing/2014/main" id="{6B7F8748-B002-425B-CD44-A7B8137E3F85}"/>
              </a:ext>
            </a:extLst>
          </p:cNvPr>
          <p:cNvPicPr>
            <a:picLocks noChangeAspect="1"/>
          </p:cNvPicPr>
          <p:nvPr/>
        </p:nvPicPr>
        <p:blipFill>
          <a:blip r:embed="rId2"/>
          <a:stretch>
            <a:fillRect/>
          </a:stretch>
        </p:blipFill>
        <p:spPr>
          <a:xfrm>
            <a:off x="4548176" y="3664609"/>
            <a:ext cx="2038635" cy="971686"/>
          </a:xfrm>
          <a:prstGeom prst="rect">
            <a:avLst/>
          </a:prstGeom>
        </p:spPr>
      </p:pic>
      <p:pic>
        <p:nvPicPr>
          <p:cNvPr id="15" name="Picture 14">
            <a:extLst>
              <a:ext uri="{FF2B5EF4-FFF2-40B4-BE49-F238E27FC236}">
                <a16:creationId xmlns:a16="http://schemas.microsoft.com/office/drawing/2014/main" id="{7515996F-C90F-85FD-BE0E-AC83716C1A18}"/>
              </a:ext>
            </a:extLst>
          </p:cNvPr>
          <p:cNvPicPr>
            <a:picLocks noChangeAspect="1"/>
          </p:cNvPicPr>
          <p:nvPr/>
        </p:nvPicPr>
        <p:blipFill>
          <a:blip r:embed="rId3"/>
          <a:stretch>
            <a:fillRect/>
          </a:stretch>
        </p:blipFill>
        <p:spPr>
          <a:xfrm>
            <a:off x="9731931" y="2954897"/>
            <a:ext cx="1838582" cy="1419423"/>
          </a:xfrm>
          <a:prstGeom prst="rect">
            <a:avLst/>
          </a:prstGeom>
        </p:spPr>
      </p:pic>
    </p:spTree>
    <p:extLst>
      <p:ext uri="{BB962C8B-B14F-4D97-AF65-F5344CB8AC3E}">
        <p14:creationId xmlns:p14="http://schemas.microsoft.com/office/powerpoint/2010/main" val="3732439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7EFE3-8CA7-0AC9-FA98-7C5CAB251A61}"/>
              </a:ext>
            </a:extLst>
          </p:cNvPr>
          <p:cNvSpPr>
            <a:spLocks noGrp="1"/>
          </p:cNvSpPr>
          <p:nvPr>
            <p:ph type="title" idx="4294967295"/>
          </p:nvPr>
        </p:nvSpPr>
        <p:spPr>
          <a:xfrm>
            <a:off x="3279775" y="623888"/>
            <a:ext cx="8912225" cy="1281112"/>
          </a:xfrm>
        </p:spPr>
        <p:txBody>
          <a:bodyPr/>
          <a:lstStyle/>
          <a:p>
            <a:r>
              <a:rPr lang="en-IN" dirty="0"/>
              <a:t>Multi value thresholding</a:t>
            </a:r>
          </a:p>
        </p:txBody>
      </p:sp>
      <p:sp>
        <p:nvSpPr>
          <p:cNvPr id="3" name="Content Placeholder 2">
            <a:extLst>
              <a:ext uri="{FF2B5EF4-FFF2-40B4-BE49-F238E27FC236}">
                <a16:creationId xmlns:a16="http://schemas.microsoft.com/office/drawing/2014/main" id="{5B70161E-7FDF-F245-489C-C55350EFDD2B}"/>
              </a:ext>
            </a:extLst>
          </p:cNvPr>
          <p:cNvSpPr>
            <a:spLocks noGrp="1"/>
          </p:cNvSpPr>
          <p:nvPr>
            <p:ph idx="4294967295"/>
          </p:nvPr>
        </p:nvSpPr>
        <p:spPr>
          <a:xfrm>
            <a:off x="3276600" y="2133600"/>
            <a:ext cx="8915400" cy="3778250"/>
          </a:xfrm>
        </p:spPr>
        <p:txBody>
          <a:bodyPr>
            <a:normAutofit lnSpcReduction="10000"/>
          </a:bodyPr>
          <a:lstStyle/>
          <a:p>
            <a:r>
              <a:rPr lang="en-US" dirty="0"/>
              <a:t>In bi-level thresholding, image is segmented into two different regions.</a:t>
            </a:r>
          </a:p>
          <a:p>
            <a:r>
              <a:rPr lang="en-US" dirty="0"/>
              <a:t>The pixels with gray values greater than a certain value T are classified as object pixels, and the others with gray values lesser than T are classified as background pixels.</a:t>
            </a:r>
          </a:p>
          <a:p>
            <a:r>
              <a:rPr lang="en-US" dirty="0"/>
              <a:t>Multilevel thresholding is a process that segments a gray level image into several distinct regions.</a:t>
            </a:r>
          </a:p>
          <a:p>
            <a:r>
              <a:rPr lang="en-US" dirty="0"/>
              <a:t>This technique determines more than one threshold for the given image and segments the image into certain brightness regions, which correspond to one background and several objects.</a:t>
            </a:r>
          </a:p>
          <a:p>
            <a:r>
              <a:rPr lang="en-US" dirty="0"/>
              <a:t> The method works very well for objects with colored or complex backgrounds, on which bi-level thresholding fails to produce satisfactory results.</a:t>
            </a:r>
          </a:p>
          <a:p>
            <a:endParaRPr lang="en-IN" dirty="0"/>
          </a:p>
        </p:txBody>
      </p:sp>
    </p:spTree>
    <p:extLst>
      <p:ext uri="{BB962C8B-B14F-4D97-AF65-F5344CB8AC3E}">
        <p14:creationId xmlns:p14="http://schemas.microsoft.com/office/powerpoint/2010/main" val="1524771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BA01CF-FC22-289C-8B48-41E303525DDF}"/>
              </a:ext>
            </a:extLst>
          </p:cNvPr>
          <p:cNvPicPr>
            <a:picLocks noChangeAspect="1"/>
          </p:cNvPicPr>
          <p:nvPr/>
        </p:nvPicPr>
        <p:blipFill>
          <a:blip r:embed="rId2"/>
          <a:stretch>
            <a:fillRect/>
          </a:stretch>
        </p:blipFill>
        <p:spPr>
          <a:xfrm>
            <a:off x="4082523" y="475869"/>
            <a:ext cx="3887017" cy="2015661"/>
          </a:xfrm>
          <a:prstGeom prst="rect">
            <a:avLst/>
          </a:prstGeom>
        </p:spPr>
      </p:pic>
      <p:pic>
        <p:nvPicPr>
          <p:cNvPr id="5" name="Picture 4">
            <a:extLst>
              <a:ext uri="{FF2B5EF4-FFF2-40B4-BE49-F238E27FC236}">
                <a16:creationId xmlns:a16="http://schemas.microsoft.com/office/drawing/2014/main" id="{C41DB623-22B2-38B4-1211-288857CEEEBB}"/>
              </a:ext>
            </a:extLst>
          </p:cNvPr>
          <p:cNvPicPr>
            <a:picLocks noChangeAspect="1"/>
          </p:cNvPicPr>
          <p:nvPr/>
        </p:nvPicPr>
        <p:blipFill>
          <a:blip r:embed="rId3"/>
          <a:stretch>
            <a:fillRect/>
          </a:stretch>
        </p:blipFill>
        <p:spPr>
          <a:xfrm>
            <a:off x="4542420" y="3485285"/>
            <a:ext cx="4106629" cy="2546399"/>
          </a:xfrm>
          <a:prstGeom prst="rect">
            <a:avLst/>
          </a:prstGeom>
        </p:spPr>
      </p:pic>
    </p:spTree>
    <p:extLst>
      <p:ext uri="{BB962C8B-B14F-4D97-AF65-F5344CB8AC3E}">
        <p14:creationId xmlns:p14="http://schemas.microsoft.com/office/powerpoint/2010/main" val="323022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A3549F-BEC5-9C0C-668E-668689BC5A26}"/>
              </a:ext>
            </a:extLst>
          </p:cNvPr>
          <p:cNvSpPr>
            <a:spLocks noGrp="1"/>
          </p:cNvSpPr>
          <p:nvPr>
            <p:ph type="title"/>
          </p:nvPr>
        </p:nvSpPr>
        <p:spPr/>
        <p:txBody>
          <a:bodyPr/>
          <a:lstStyle/>
          <a:p>
            <a:r>
              <a:rPr lang="en-IN" dirty="0"/>
              <a:t>BASIC GLOBAL THRESHOLDING</a:t>
            </a:r>
          </a:p>
        </p:txBody>
      </p:sp>
      <p:sp>
        <p:nvSpPr>
          <p:cNvPr id="5" name="Content Placeholder 4">
            <a:extLst>
              <a:ext uri="{FF2B5EF4-FFF2-40B4-BE49-F238E27FC236}">
                <a16:creationId xmlns:a16="http://schemas.microsoft.com/office/drawing/2014/main" id="{7CCF5D84-424C-07F5-ADF9-5B61C78C7936}"/>
              </a:ext>
            </a:extLst>
          </p:cNvPr>
          <p:cNvSpPr>
            <a:spLocks noGrp="1"/>
          </p:cNvSpPr>
          <p:nvPr>
            <p:ph idx="1"/>
          </p:nvPr>
        </p:nvSpPr>
        <p:spPr/>
        <p:txBody>
          <a:bodyPr>
            <a:normAutofit/>
          </a:bodyPr>
          <a:lstStyle/>
          <a:p>
            <a:r>
              <a:rPr lang="en-US" dirty="0"/>
              <a:t> A global thresholding technique is the one which makes use of a single threshold value for the whole image.</a:t>
            </a:r>
          </a:p>
          <a:p>
            <a:r>
              <a:rPr lang="en-US" dirty="0"/>
              <a:t> They are Histogram based thresholding techniques.</a:t>
            </a:r>
          </a:p>
          <a:p>
            <a:r>
              <a:rPr lang="en-US" dirty="0"/>
              <a:t> The simplest of all thresholding techniques is to partition the image histogram by using a single global threshold, T.</a:t>
            </a:r>
          </a:p>
          <a:p>
            <a:r>
              <a:rPr lang="en-US" dirty="0"/>
              <a:t>Creates a binary image after thresholding.</a:t>
            </a:r>
          </a:p>
          <a:p>
            <a:r>
              <a:rPr lang="en-US" dirty="0"/>
              <a:t> Segmentation is then accomplished by scanning the image pixel by pixel and labeling each pixel as object or back-ground, depending on whether the gray level of that pixel is greater or less than the value of T.</a:t>
            </a:r>
          </a:p>
          <a:p>
            <a:r>
              <a:rPr lang="en-US" dirty="0"/>
              <a:t>The success of this method depends entirely on how well the histogram can be partitioned.</a:t>
            </a:r>
          </a:p>
        </p:txBody>
      </p:sp>
    </p:spTree>
    <p:extLst>
      <p:ext uri="{BB962C8B-B14F-4D97-AF65-F5344CB8AC3E}">
        <p14:creationId xmlns:p14="http://schemas.microsoft.com/office/powerpoint/2010/main" val="157266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2AEF8E-0298-EAE3-E1D9-F858079226FA}"/>
              </a:ext>
            </a:extLst>
          </p:cNvPr>
          <p:cNvSpPr txBox="1"/>
          <p:nvPr/>
        </p:nvSpPr>
        <p:spPr>
          <a:xfrm>
            <a:off x="1996580" y="427840"/>
            <a:ext cx="8573548" cy="3139321"/>
          </a:xfrm>
          <a:prstGeom prst="rect">
            <a:avLst/>
          </a:prstGeom>
          <a:noFill/>
        </p:spPr>
        <p:txBody>
          <a:bodyPr wrap="square">
            <a:spAutoFit/>
          </a:bodyPr>
          <a:lstStyle/>
          <a:p>
            <a:pPr marL="285750" indent="-285750">
              <a:buFont typeface="Wingdings" panose="05000000000000000000" pitchFamily="2" charset="2"/>
              <a:buChar char="Ø"/>
            </a:pPr>
            <a:r>
              <a:rPr lang="en-US" dirty="0"/>
              <a:t> The objects of interest in this case are darker than the background, so any pixel with a gray level ≤ T was labelled black (0), and any pixel with a gray level ≥ T was labeled white (255).</a:t>
            </a:r>
          </a:p>
          <a:p>
            <a:endParaRPr lang="en-US" dirty="0"/>
          </a:p>
          <a:p>
            <a:pPr marL="285750" indent="-285750">
              <a:buFont typeface="Wingdings" panose="05000000000000000000" pitchFamily="2" charset="2"/>
              <a:buChar char="Ø"/>
            </a:pPr>
            <a:r>
              <a:rPr lang="en-US" dirty="0"/>
              <a:t>The key objective is to generate a binary image.</a:t>
            </a:r>
          </a:p>
          <a:p>
            <a:endParaRPr lang="en-US" dirty="0"/>
          </a:p>
          <a:p>
            <a:pPr marL="285750" indent="-285750">
              <a:buFont typeface="Wingdings" panose="05000000000000000000" pitchFamily="2" charset="2"/>
              <a:buChar char="Ø"/>
            </a:pPr>
            <a:r>
              <a:rPr lang="en-US" dirty="0"/>
              <a:t>The type of global thresholding just described can be expected to be successful in highly controlled environments.</a:t>
            </a:r>
          </a:p>
          <a:p>
            <a:endParaRPr lang="en-US" dirty="0"/>
          </a:p>
          <a:p>
            <a:pPr marL="285750" indent="-285750">
              <a:buFont typeface="Wingdings" panose="05000000000000000000" pitchFamily="2" charset="2"/>
              <a:buChar char="Ø"/>
            </a:pPr>
            <a:r>
              <a:rPr lang="en-US" dirty="0"/>
              <a:t>One of the areas in which this often is possible is in industrial inspection applications, where control of the illumination usually is feasible</a:t>
            </a:r>
          </a:p>
        </p:txBody>
      </p:sp>
    </p:spTree>
    <p:extLst>
      <p:ext uri="{BB962C8B-B14F-4D97-AF65-F5344CB8AC3E}">
        <p14:creationId xmlns:p14="http://schemas.microsoft.com/office/powerpoint/2010/main" val="2150604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930E-7B11-6BA9-B01D-CB5F70EDE6EE}"/>
              </a:ext>
            </a:extLst>
          </p:cNvPr>
          <p:cNvSpPr>
            <a:spLocks noGrp="1"/>
          </p:cNvSpPr>
          <p:nvPr>
            <p:ph type="title"/>
          </p:nvPr>
        </p:nvSpPr>
        <p:spPr/>
        <p:txBody>
          <a:bodyPr/>
          <a:lstStyle/>
          <a:p>
            <a:r>
              <a:rPr lang="en-US" dirty="0"/>
              <a:t>How to select the threshold T in global thresholding?</a:t>
            </a:r>
            <a:endParaRPr lang="en-IN" dirty="0"/>
          </a:p>
        </p:txBody>
      </p:sp>
      <p:sp>
        <p:nvSpPr>
          <p:cNvPr id="3" name="Content Placeholder 2">
            <a:extLst>
              <a:ext uri="{FF2B5EF4-FFF2-40B4-BE49-F238E27FC236}">
                <a16:creationId xmlns:a16="http://schemas.microsoft.com/office/drawing/2014/main" id="{725A6AD0-C55B-C5F2-33D2-0E49A73F794D}"/>
              </a:ext>
            </a:extLst>
          </p:cNvPr>
          <p:cNvSpPr>
            <a:spLocks noGrp="1"/>
          </p:cNvSpPr>
          <p:nvPr>
            <p:ph idx="1"/>
          </p:nvPr>
        </p:nvSpPr>
        <p:spPr/>
        <p:txBody>
          <a:bodyPr>
            <a:normAutofit fontScale="92500"/>
          </a:bodyPr>
          <a:lstStyle/>
          <a:p>
            <a:r>
              <a:rPr lang="en-US" sz="2300" dirty="0"/>
              <a:t>The following algorithm can be used to obtain T automatically.</a:t>
            </a:r>
          </a:p>
          <a:p>
            <a:r>
              <a:rPr lang="en-US" dirty="0"/>
              <a:t>1. Select an initial estimate of T</a:t>
            </a:r>
          </a:p>
          <a:p>
            <a:r>
              <a:rPr lang="en-US" dirty="0"/>
              <a:t>2. Segment the image using T. This will produce two groups of pixels: G1 consisting of all pixels with gray level values &gt;T and G2 consisting of pixels with values &lt;= T</a:t>
            </a:r>
          </a:p>
          <a:p>
            <a:r>
              <a:rPr lang="en-US" dirty="0"/>
              <a:t>3. Compute the average gray level values µ1 and µ2 for the pixels in regions G1and G2</a:t>
            </a:r>
          </a:p>
          <a:p>
            <a:r>
              <a:rPr lang="en-US" dirty="0"/>
              <a:t>4. Compute the new threshold value 𝑇 =1/2( 𝜇1 + 𝜇2 )</a:t>
            </a:r>
          </a:p>
          <a:p>
            <a:r>
              <a:rPr lang="en-US" dirty="0"/>
              <a:t>5. Repeat steps 2 through 4 until the difference in T in successive iterations is smaller than a pre-defined parameter ∆T which is initialized as zero. The average intensity is the good choice for initial T value.</a:t>
            </a:r>
            <a:endParaRPr lang="en-IN" dirty="0"/>
          </a:p>
        </p:txBody>
      </p:sp>
    </p:spTree>
    <p:extLst>
      <p:ext uri="{BB962C8B-B14F-4D97-AF65-F5344CB8AC3E}">
        <p14:creationId xmlns:p14="http://schemas.microsoft.com/office/powerpoint/2010/main" val="95076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15C758-3063-14B7-FACD-78BD71FF035D}"/>
              </a:ext>
            </a:extLst>
          </p:cNvPr>
          <p:cNvSpPr txBox="1"/>
          <p:nvPr/>
        </p:nvSpPr>
        <p:spPr>
          <a:xfrm>
            <a:off x="3047301" y="1311633"/>
            <a:ext cx="8370116" cy="3970318"/>
          </a:xfrm>
          <a:prstGeom prst="rect">
            <a:avLst/>
          </a:prstGeom>
          <a:noFill/>
        </p:spPr>
        <p:txBody>
          <a:bodyPr wrap="square">
            <a:spAutoFit/>
          </a:bodyPr>
          <a:lstStyle/>
          <a:p>
            <a:pPr marL="285750" indent="-285750">
              <a:buFont typeface="Wingdings" panose="05000000000000000000" pitchFamily="2" charset="2"/>
              <a:buChar char="Ø"/>
            </a:pPr>
            <a:r>
              <a:rPr lang="en-US" dirty="0"/>
              <a:t>This simple algorithm works well in situations where there is a reasonably clear valley between the modes of the histogram related to objects and background.</a:t>
            </a:r>
          </a:p>
          <a:p>
            <a:endParaRPr lang="en-US" dirty="0"/>
          </a:p>
          <a:p>
            <a:pPr marL="285750" indent="-285750">
              <a:buFont typeface="Wingdings" panose="05000000000000000000" pitchFamily="2" charset="2"/>
              <a:buChar char="Ø"/>
            </a:pPr>
            <a:r>
              <a:rPr lang="en-US" dirty="0"/>
              <a:t> Parameter ∆𝑇 is used to control the number of iterations in situations where speed is an important issue.</a:t>
            </a:r>
          </a:p>
          <a:p>
            <a:endParaRPr lang="en-US" dirty="0"/>
          </a:p>
          <a:p>
            <a:pPr marL="285750" indent="-285750">
              <a:buFont typeface="Wingdings" panose="05000000000000000000" pitchFamily="2" charset="2"/>
              <a:buChar char="Ø"/>
            </a:pPr>
            <a:r>
              <a:rPr lang="en-US" dirty="0"/>
              <a:t>In general, the larger ∆𝑇 is, the fewer iterations the algorithm will perform.</a:t>
            </a:r>
          </a:p>
          <a:p>
            <a:endParaRPr lang="en-US" dirty="0"/>
          </a:p>
          <a:p>
            <a:pPr marL="285750" indent="-285750">
              <a:buFont typeface="Wingdings" panose="05000000000000000000" pitchFamily="2" charset="2"/>
              <a:buChar char="Ø"/>
            </a:pPr>
            <a:r>
              <a:rPr lang="en-US" dirty="0"/>
              <a:t>The initial threshold must be chosen greater than the minimum and less than maximum intensity level in the image.</a:t>
            </a:r>
          </a:p>
          <a:p>
            <a:endParaRPr lang="en-US" dirty="0"/>
          </a:p>
          <a:p>
            <a:pPr marL="285750" indent="-285750">
              <a:buFont typeface="Wingdings" panose="05000000000000000000" pitchFamily="2" charset="2"/>
              <a:buChar char="Ø"/>
            </a:pPr>
            <a:r>
              <a:rPr lang="en-US" dirty="0"/>
              <a:t> The average intensity of the image is a good initial choice for T</a:t>
            </a:r>
            <a:endParaRPr lang="en-IN" dirty="0"/>
          </a:p>
        </p:txBody>
      </p:sp>
    </p:spTree>
    <p:extLst>
      <p:ext uri="{BB962C8B-B14F-4D97-AF65-F5344CB8AC3E}">
        <p14:creationId xmlns:p14="http://schemas.microsoft.com/office/powerpoint/2010/main" val="4113042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10EEF-55EB-D08D-C744-755AAD301320}"/>
              </a:ext>
            </a:extLst>
          </p:cNvPr>
          <p:cNvSpPr>
            <a:spLocks noGrp="1"/>
          </p:cNvSpPr>
          <p:nvPr>
            <p:ph type="title"/>
          </p:nvPr>
        </p:nvSpPr>
        <p:spPr/>
        <p:txBody>
          <a:bodyPr/>
          <a:lstStyle/>
          <a:p>
            <a:r>
              <a:rPr lang="en-US" dirty="0"/>
              <a:t>OPTIMUM GLOBAL THRESHOLDING USING OTSU METHOD</a:t>
            </a:r>
            <a:endParaRPr lang="en-IN" dirty="0"/>
          </a:p>
        </p:txBody>
      </p:sp>
      <p:sp>
        <p:nvSpPr>
          <p:cNvPr id="3" name="Content Placeholder 2">
            <a:extLst>
              <a:ext uri="{FF2B5EF4-FFF2-40B4-BE49-F238E27FC236}">
                <a16:creationId xmlns:a16="http://schemas.microsoft.com/office/drawing/2014/main" id="{25E25F70-E44A-E15C-0850-F862C2E9F69B}"/>
              </a:ext>
            </a:extLst>
          </p:cNvPr>
          <p:cNvSpPr>
            <a:spLocks noGrp="1"/>
          </p:cNvSpPr>
          <p:nvPr>
            <p:ph idx="1"/>
          </p:nvPr>
        </p:nvSpPr>
        <p:spPr>
          <a:xfrm>
            <a:off x="2589212" y="2133599"/>
            <a:ext cx="8915400" cy="4527259"/>
          </a:xfrm>
        </p:spPr>
        <p:txBody>
          <a:bodyPr>
            <a:normAutofit/>
          </a:bodyPr>
          <a:lstStyle/>
          <a:p>
            <a:r>
              <a:rPr lang="en-US" dirty="0"/>
              <a:t>The method is optimum in the sense that it maximizes the between-class variance, a well-known measure used in statistical discriminant analysis.</a:t>
            </a:r>
          </a:p>
          <a:p>
            <a:r>
              <a:rPr lang="en-US" dirty="0"/>
              <a:t>The basic idea is that well- </a:t>
            </a:r>
            <a:r>
              <a:rPr lang="en-US" dirty="0" err="1"/>
              <a:t>thresholded</a:t>
            </a:r>
            <a:r>
              <a:rPr lang="en-US" dirty="0"/>
              <a:t> classes should be distinct with respect to the intensity values of their pixels and, conversely, that a threshold giving the best separation between classes in terms of their intensity values would be the best (optimum) threshold.</a:t>
            </a:r>
          </a:p>
          <a:p>
            <a:r>
              <a:rPr lang="en-US" dirty="0"/>
              <a:t> In addition to its optimality, Otsu’s method has the important property that it is based entirely on computations performed on the histogram of an image, an easily obtainable 1-D array</a:t>
            </a:r>
          </a:p>
          <a:p>
            <a:r>
              <a:rPr lang="en-US" dirty="0"/>
              <a:t>The algorithm assumes that the image contains two classes of pixels: object and background. </a:t>
            </a:r>
          </a:p>
          <a:p>
            <a:r>
              <a:rPr lang="en-US" dirty="0"/>
              <a:t>The goal is to find a threshold value that maximizes the between-class variance, which is defined as the sum of the variances of the two classes weighted by their probabilities.</a:t>
            </a:r>
            <a:endParaRPr lang="en-IN" dirty="0"/>
          </a:p>
        </p:txBody>
      </p:sp>
    </p:spTree>
    <p:extLst>
      <p:ext uri="{BB962C8B-B14F-4D97-AF65-F5344CB8AC3E}">
        <p14:creationId xmlns:p14="http://schemas.microsoft.com/office/powerpoint/2010/main" val="256544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E882EA-33CA-E577-6974-3CD2A121C0E5}"/>
              </a:ext>
            </a:extLst>
          </p:cNvPr>
          <p:cNvSpPr>
            <a:spLocks noGrp="1"/>
          </p:cNvSpPr>
          <p:nvPr>
            <p:ph type="title"/>
          </p:nvPr>
        </p:nvSpPr>
        <p:spPr>
          <a:xfrm>
            <a:off x="2592925" y="124691"/>
            <a:ext cx="8911687" cy="1018309"/>
          </a:xfrm>
        </p:spPr>
        <p:txBody>
          <a:bodyPr>
            <a:normAutofit fontScale="90000"/>
          </a:bodyPr>
          <a:lstStyle/>
          <a:p>
            <a:r>
              <a:rPr lang="en-US" dirty="0"/>
              <a:t>The steps involved in Otsu's method are as follows:</a:t>
            </a:r>
            <a:br>
              <a:rPr lang="en-US" dirty="0"/>
            </a:br>
            <a:endParaRPr lang="en-IN" dirty="0"/>
          </a:p>
        </p:txBody>
      </p:sp>
      <p:pic>
        <p:nvPicPr>
          <p:cNvPr id="18" name="Content Placeholder 17">
            <a:extLst>
              <a:ext uri="{FF2B5EF4-FFF2-40B4-BE49-F238E27FC236}">
                <a16:creationId xmlns:a16="http://schemas.microsoft.com/office/drawing/2014/main" id="{9B54F297-FFAC-7A61-DC94-CE4F8868FF67}"/>
              </a:ext>
            </a:extLst>
          </p:cNvPr>
          <p:cNvPicPr>
            <a:picLocks noGrp="1" noChangeAspect="1"/>
          </p:cNvPicPr>
          <p:nvPr>
            <p:ph idx="1"/>
          </p:nvPr>
        </p:nvPicPr>
        <p:blipFill>
          <a:blip r:embed="rId2"/>
          <a:stretch>
            <a:fillRect/>
          </a:stretch>
        </p:blipFill>
        <p:spPr>
          <a:xfrm>
            <a:off x="2862788" y="1039091"/>
            <a:ext cx="6858957" cy="2527954"/>
          </a:xfrm>
        </p:spPr>
      </p:pic>
      <p:pic>
        <p:nvPicPr>
          <p:cNvPr id="22" name="Picture 21">
            <a:extLst>
              <a:ext uri="{FF2B5EF4-FFF2-40B4-BE49-F238E27FC236}">
                <a16:creationId xmlns:a16="http://schemas.microsoft.com/office/drawing/2014/main" id="{54C77502-39F1-0934-FEB9-25F46FE87673}"/>
              </a:ext>
            </a:extLst>
          </p:cNvPr>
          <p:cNvPicPr>
            <a:picLocks noChangeAspect="1"/>
          </p:cNvPicPr>
          <p:nvPr/>
        </p:nvPicPr>
        <p:blipFill>
          <a:blip r:embed="rId3"/>
          <a:stretch>
            <a:fillRect/>
          </a:stretch>
        </p:blipFill>
        <p:spPr>
          <a:xfrm>
            <a:off x="2862788" y="3567044"/>
            <a:ext cx="6858957" cy="3290956"/>
          </a:xfrm>
          <a:prstGeom prst="rect">
            <a:avLst/>
          </a:prstGeom>
        </p:spPr>
      </p:pic>
    </p:spTree>
    <p:extLst>
      <p:ext uri="{BB962C8B-B14F-4D97-AF65-F5344CB8AC3E}">
        <p14:creationId xmlns:p14="http://schemas.microsoft.com/office/powerpoint/2010/main" val="100456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6A0E-9B64-FDB1-162F-FC9894EDF7AD}"/>
              </a:ext>
            </a:extLst>
          </p:cNvPr>
          <p:cNvSpPr>
            <a:spLocks noGrp="1"/>
          </p:cNvSpPr>
          <p:nvPr>
            <p:ph type="title"/>
          </p:nvPr>
        </p:nvSpPr>
        <p:spPr/>
        <p:txBody>
          <a:bodyPr/>
          <a:lstStyle/>
          <a:p>
            <a:r>
              <a:rPr lang="en-IN" dirty="0"/>
              <a:t>Applications:</a:t>
            </a:r>
          </a:p>
        </p:txBody>
      </p:sp>
      <p:sp>
        <p:nvSpPr>
          <p:cNvPr id="3" name="Content Placeholder 2">
            <a:extLst>
              <a:ext uri="{FF2B5EF4-FFF2-40B4-BE49-F238E27FC236}">
                <a16:creationId xmlns:a16="http://schemas.microsoft.com/office/drawing/2014/main" id="{0883EC93-1A23-EC90-D9B1-1C63D00EC0D6}"/>
              </a:ext>
            </a:extLst>
          </p:cNvPr>
          <p:cNvSpPr>
            <a:spLocks noGrp="1"/>
          </p:cNvSpPr>
          <p:nvPr>
            <p:ph idx="1"/>
          </p:nvPr>
        </p:nvSpPr>
        <p:spPr>
          <a:xfrm>
            <a:off x="2589212" y="2133600"/>
            <a:ext cx="8915400" cy="4317534"/>
          </a:xfrm>
        </p:spPr>
        <p:txBody>
          <a:bodyPr>
            <a:normAutofit/>
          </a:bodyPr>
          <a:lstStyle/>
          <a:p>
            <a:r>
              <a:rPr lang="en-US" dirty="0"/>
              <a:t>Object Detection and Recognition: Otsu’s method can effectively segment images into foreground and background regions, which makes it useful for detecting and recognizing objects in images</a:t>
            </a:r>
          </a:p>
          <a:p>
            <a:r>
              <a:rPr lang="en-US" dirty="0"/>
              <a:t>Medical Imaging: Otsu’s method is extensively used in medical imaging applications for segmenting images of organs and tissues. Since it can assist in identifying abnormalities or anomalies in the images and help in the diagnosis</a:t>
            </a:r>
          </a:p>
          <a:p>
            <a:r>
              <a:rPr lang="en-US" dirty="0"/>
              <a:t> Document Analysis: Otsu’s method finds its application in segmenting handwritten or printed text in document images, which can aid in optical character recognition (OCR) and document analysis.</a:t>
            </a:r>
          </a:p>
          <a:p>
            <a:r>
              <a:rPr lang="en-US" dirty="0"/>
              <a:t> Quality Control and Inspection: Otsu’s method can be used in quality control and inspection applications to detect defects or anomalies in images of manufactured products.</a:t>
            </a:r>
            <a:endParaRPr lang="en-IN" dirty="0"/>
          </a:p>
        </p:txBody>
      </p:sp>
    </p:spTree>
    <p:extLst>
      <p:ext uri="{BB962C8B-B14F-4D97-AF65-F5344CB8AC3E}">
        <p14:creationId xmlns:p14="http://schemas.microsoft.com/office/powerpoint/2010/main" val="3259141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B7D4-676C-E737-DAF1-6F9A04A154FA}"/>
              </a:ext>
            </a:extLst>
          </p:cNvPr>
          <p:cNvSpPr>
            <a:spLocks noGrp="1"/>
          </p:cNvSpPr>
          <p:nvPr>
            <p:ph type="title"/>
          </p:nvPr>
        </p:nvSpPr>
        <p:spPr/>
        <p:txBody>
          <a:bodyPr/>
          <a:lstStyle/>
          <a:p>
            <a:r>
              <a:rPr lang="en-IN" dirty="0"/>
              <a:t>Advantages of Otsu's method:</a:t>
            </a:r>
            <a:br>
              <a:rPr lang="en-IN" dirty="0"/>
            </a:br>
            <a:endParaRPr lang="en-IN" dirty="0"/>
          </a:p>
        </p:txBody>
      </p:sp>
      <p:sp>
        <p:nvSpPr>
          <p:cNvPr id="3" name="Content Placeholder 2">
            <a:extLst>
              <a:ext uri="{FF2B5EF4-FFF2-40B4-BE49-F238E27FC236}">
                <a16:creationId xmlns:a16="http://schemas.microsoft.com/office/drawing/2014/main" id="{8F909DEF-3EFB-745F-6153-35D2C0442576}"/>
              </a:ext>
            </a:extLst>
          </p:cNvPr>
          <p:cNvSpPr>
            <a:spLocks noGrp="1"/>
          </p:cNvSpPr>
          <p:nvPr>
            <p:ph idx="1"/>
          </p:nvPr>
        </p:nvSpPr>
        <p:spPr/>
        <p:txBody>
          <a:bodyPr>
            <a:normAutofit/>
          </a:bodyPr>
          <a:lstStyle/>
          <a:p>
            <a:r>
              <a:rPr lang="en-US" dirty="0"/>
              <a:t>1. It is a simple and computationally efficient method that can be easily implemented.</a:t>
            </a:r>
          </a:p>
          <a:p>
            <a:r>
              <a:rPr lang="en-US" dirty="0"/>
              <a:t>2. It is an automatic thresholding method that does not require manual input or user intervention.</a:t>
            </a:r>
          </a:p>
          <a:p>
            <a:r>
              <a:rPr lang="en-US" dirty="0"/>
              <a:t>3. It is a widely used and well-established method that has been shown to produce good results in many applications.</a:t>
            </a:r>
          </a:p>
          <a:p>
            <a:r>
              <a:rPr lang="en-US" dirty="0"/>
              <a:t>4. It can handle a wide range of image types, including grayscale and color images.</a:t>
            </a:r>
          </a:p>
          <a:p>
            <a:r>
              <a:rPr lang="en-US" dirty="0"/>
              <a:t>5. It is a global thresholding method that can be applied to the entire image or a subset of the image.</a:t>
            </a:r>
            <a:endParaRPr lang="en-IN" dirty="0"/>
          </a:p>
        </p:txBody>
      </p:sp>
    </p:spTree>
    <p:extLst>
      <p:ext uri="{BB962C8B-B14F-4D97-AF65-F5344CB8AC3E}">
        <p14:creationId xmlns:p14="http://schemas.microsoft.com/office/powerpoint/2010/main" val="3555867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039A1-204B-078E-7098-E115E31AEACC}"/>
              </a:ext>
            </a:extLst>
          </p:cNvPr>
          <p:cNvSpPr>
            <a:spLocks noGrp="1"/>
          </p:cNvSpPr>
          <p:nvPr>
            <p:ph type="title"/>
          </p:nvPr>
        </p:nvSpPr>
        <p:spPr/>
        <p:txBody>
          <a:bodyPr/>
          <a:lstStyle/>
          <a:p>
            <a:r>
              <a:rPr lang="en-IN" dirty="0"/>
              <a:t>Disadvantages of Otsu's method:</a:t>
            </a:r>
          </a:p>
        </p:txBody>
      </p:sp>
      <p:sp>
        <p:nvSpPr>
          <p:cNvPr id="3" name="Content Placeholder 2">
            <a:extLst>
              <a:ext uri="{FF2B5EF4-FFF2-40B4-BE49-F238E27FC236}">
                <a16:creationId xmlns:a16="http://schemas.microsoft.com/office/drawing/2014/main" id="{98437B4E-4943-C07F-95D2-3C5545283333}"/>
              </a:ext>
            </a:extLst>
          </p:cNvPr>
          <p:cNvSpPr>
            <a:spLocks noGrp="1"/>
          </p:cNvSpPr>
          <p:nvPr>
            <p:ph idx="1"/>
          </p:nvPr>
        </p:nvSpPr>
        <p:spPr/>
        <p:txBody>
          <a:bodyPr/>
          <a:lstStyle/>
          <a:p>
            <a:r>
              <a:rPr lang="en-US" dirty="0"/>
              <a:t>1. It assumes that the image histogram is bimodal, which may not be the case for all images. In cases where the histogram is not bimodal, Otsu's method may not produce optimal results.</a:t>
            </a:r>
          </a:p>
          <a:p>
            <a:pPr marL="0" indent="0">
              <a:buNone/>
            </a:pPr>
            <a:endParaRPr lang="en-US" dirty="0"/>
          </a:p>
          <a:p>
            <a:r>
              <a:rPr lang="en-US" dirty="0"/>
              <a:t>2. It may not work well for images with high levels of noise or low contrast.</a:t>
            </a:r>
          </a:p>
          <a:p>
            <a:pPr marL="0" indent="0">
              <a:buNone/>
            </a:pPr>
            <a:endParaRPr lang="en-US" dirty="0"/>
          </a:p>
          <a:p>
            <a:r>
              <a:rPr lang="en-US" dirty="0"/>
              <a:t>3. It may not be suitable for images with complex or irregular </a:t>
            </a:r>
            <a:r>
              <a:rPr lang="en-US"/>
              <a:t>backgrounds.</a:t>
            </a:r>
          </a:p>
          <a:p>
            <a:pPr marL="0" indent="0">
              <a:buNone/>
            </a:pPr>
            <a:endParaRPr lang="en-US" dirty="0"/>
          </a:p>
          <a:p>
            <a:r>
              <a:rPr lang="en-US" dirty="0"/>
              <a:t>4. It does not take into account spatial information or texture information, which may be important for some applications</a:t>
            </a:r>
            <a:endParaRPr lang="en-IN" dirty="0"/>
          </a:p>
        </p:txBody>
      </p:sp>
    </p:spTree>
    <p:extLst>
      <p:ext uri="{BB962C8B-B14F-4D97-AF65-F5344CB8AC3E}">
        <p14:creationId xmlns:p14="http://schemas.microsoft.com/office/powerpoint/2010/main" val="4575796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165</TotalTime>
  <Words>1370</Words>
  <Application>Microsoft Office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Century Gothic</vt:lpstr>
      <vt:lpstr>Wingdings</vt:lpstr>
      <vt:lpstr>Wingdings 3</vt:lpstr>
      <vt:lpstr>Wisp</vt:lpstr>
      <vt:lpstr> THRESHOLDING</vt:lpstr>
      <vt:lpstr>Thresholding</vt:lpstr>
      <vt:lpstr>PowerPoint Presentation</vt:lpstr>
      <vt:lpstr>Single value (Binary) thresholding </vt:lpstr>
      <vt:lpstr>Multi value thresholding</vt:lpstr>
      <vt:lpstr>PowerPoint Presentation</vt:lpstr>
      <vt:lpstr>BASIC GLOBAL THRESHOLDING</vt:lpstr>
      <vt:lpstr>PowerPoint Presentation</vt:lpstr>
      <vt:lpstr>How to select the threshold T in global thresholding?</vt:lpstr>
      <vt:lpstr>PowerPoint Presentation</vt:lpstr>
      <vt:lpstr>OPTIMUM GLOBAL THRESHOLDING USING OTSU METHOD</vt:lpstr>
      <vt:lpstr>The steps involved in Otsu's method are as follows: </vt:lpstr>
      <vt:lpstr>Applications:</vt:lpstr>
      <vt:lpstr>Advantages of Otsu's method: </vt:lpstr>
      <vt:lpstr>Disadvantages of Otsu's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FATHIMA A</dc:creator>
  <cp:lastModifiedBy>FATHIMA A</cp:lastModifiedBy>
  <cp:revision>2</cp:revision>
  <dcterms:created xsi:type="dcterms:W3CDTF">2025-02-25T04:54:03Z</dcterms:created>
  <dcterms:modified xsi:type="dcterms:W3CDTF">2026-03-04T06:42:39Z</dcterms:modified>
</cp:coreProperties>
</file>