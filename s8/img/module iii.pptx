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256" r:id="rId2"/>
    <p:sldId id="257" r:id="rId3"/>
    <p:sldId id="259" r:id="rId4"/>
    <p:sldId id="260" r:id="rId5"/>
    <p:sldId id="261" r:id="rId6"/>
    <p:sldId id="262" r:id="rId7"/>
    <p:sldId id="263" r:id="rId8"/>
    <p:sldId id="264" r:id="rId9"/>
    <p:sldId id="265" r:id="rId10"/>
    <p:sldId id="292" r:id="rId11"/>
    <p:sldId id="293" r:id="rId12"/>
    <p:sldId id="294" r:id="rId13"/>
    <p:sldId id="295" r:id="rId14"/>
    <p:sldId id="296" r:id="rId15"/>
    <p:sldId id="297" r:id="rId16"/>
    <p:sldId id="298" r:id="rId17"/>
    <p:sldId id="299" r:id="rId18"/>
    <p:sldId id="300" r:id="rId19"/>
    <p:sldId id="301" r:id="rId20"/>
    <p:sldId id="302" r:id="rId21"/>
    <p:sldId id="303" r:id="rId22"/>
    <p:sldId id="304" r:id="rId23"/>
    <p:sldId id="272" r:id="rId24"/>
    <p:sldId id="273" r:id="rId25"/>
    <p:sldId id="305" r:id="rId26"/>
    <p:sldId id="274" r:id="rId27"/>
    <p:sldId id="275" r:id="rId28"/>
    <p:sldId id="306" r:id="rId29"/>
    <p:sldId id="276" r:id="rId30"/>
    <p:sldId id="307" r:id="rId31"/>
    <p:sldId id="277" r:id="rId32"/>
    <p:sldId id="308" r:id="rId33"/>
    <p:sldId id="309" r:id="rId34"/>
    <p:sldId id="310" r:id="rId35"/>
    <p:sldId id="311" r:id="rId36"/>
    <p:sldId id="312" r:id="rId37"/>
    <p:sldId id="313" r:id="rId38"/>
    <p:sldId id="314" r:id="rId39"/>
    <p:sldId id="278" r:id="rId40"/>
    <p:sldId id="315" r:id="rId41"/>
    <p:sldId id="316" r:id="rId42"/>
    <p:sldId id="317" r:id="rId43"/>
    <p:sldId id="318" r:id="rId44"/>
    <p:sldId id="320" r:id="rId45"/>
    <p:sldId id="321" r:id="rId46"/>
    <p:sldId id="319" r:id="rId47"/>
    <p:sldId id="290" r:id="rId48"/>
    <p:sldId id="291" r:id="rId49"/>
    <p:sldId id="322" r:id="rId50"/>
    <p:sldId id="323" r:id="rId51"/>
    <p:sldId id="324" r:id="rId52"/>
    <p:sldId id="325" r:id="rId53"/>
    <p:sldId id="326" r:id="rId54"/>
    <p:sldId id="328" r:id="rId55"/>
    <p:sldId id="327" r:id="rId56"/>
    <p:sldId id="329" r:id="rId57"/>
    <p:sldId id="331" r:id="rId58"/>
    <p:sldId id="332" r:id="rId59"/>
    <p:sldId id="333" r:id="rId60"/>
    <p:sldId id="334" r:id="rId61"/>
    <p:sldId id="335" r:id="rId62"/>
    <p:sldId id="336" r:id="rId63"/>
    <p:sldId id="337" r:id="rId64"/>
    <p:sldId id="338" r:id="rId65"/>
    <p:sldId id="339"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3F07F9-9793-4C93-8AA5-957C8BF7F7FE}" v="3" dt="2025-01-29T14:28:28.818"/>
  </p1510:revLst>
</p1510:revInfo>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THIMA A" userId="07560874674b0125" providerId="LiveId" clId="{AC3F07F9-9793-4C93-8AA5-957C8BF7F7FE}"/>
    <pc:docChg chg="undo custSel addSld modSld">
      <pc:chgData name="FATHIMA A" userId="07560874674b0125" providerId="LiveId" clId="{AC3F07F9-9793-4C93-8AA5-957C8BF7F7FE}" dt="2025-02-04T06:40:21.948" v="533" actId="1076"/>
      <pc:docMkLst>
        <pc:docMk/>
      </pc:docMkLst>
      <pc:sldChg chg="modSp new mod">
        <pc:chgData name="FATHIMA A" userId="07560874674b0125" providerId="LiveId" clId="{AC3F07F9-9793-4C93-8AA5-957C8BF7F7FE}" dt="2025-01-27T04:14:14.527" v="63" actId="20577"/>
        <pc:sldMkLst>
          <pc:docMk/>
          <pc:sldMk cId="2260290237" sldId="256"/>
        </pc:sldMkLst>
        <pc:spChg chg="mod">
          <ac:chgData name="FATHIMA A" userId="07560874674b0125" providerId="LiveId" clId="{AC3F07F9-9793-4C93-8AA5-957C8BF7F7FE}" dt="2025-01-27T04:13:36.566" v="12" actId="20577"/>
          <ac:spMkLst>
            <pc:docMk/>
            <pc:sldMk cId="2260290237" sldId="256"/>
            <ac:spMk id="2" creationId="{9D4D8671-863D-7B15-F834-4B00C3172039}"/>
          </ac:spMkLst>
        </pc:spChg>
        <pc:spChg chg="mod">
          <ac:chgData name="FATHIMA A" userId="07560874674b0125" providerId="LiveId" clId="{AC3F07F9-9793-4C93-8AA5-957C8BF7F7FE}" dt="2025-01-27T04:14:14.527" v="63" actId="20577"/>
          <ac:spMkLst>
            <pc:docMk/>
            <pc:sldMk cId="2260290237" sldId="256"/>
            <ac:spMk id="3" creationId="{28369FF1-CDC1-3304-C1FB-F78354981BD6}"/>
          </ac:spMkLst>
        </pc:spChg>
      </pc:sldChg>
      <pc:sldChg chg="modSp new mod">
        <pc:chgData name="FATHIMA A" userId="07560874674b0125" providerId="LiveId" clId="{AC3F07F9-9793-4C93-8AA5-957C8BF7F7FE}" dt="2025-01-27T04:23:11.223" v="75" actId="5793"/>
        <pc:sldMkLst>
          <pc:docMk/>
          <pc:sldMk cId="3830039741" sldId="257"/>
        </pc:sldMkLst>
        <pc:spChg chg="mod">
          <ac:chgData name="FATHIMA A" userId="07560874674b0125" providerId="LiveId" clId="{AC3F07F9-9793-4C93-8AA5-957C8BF7F7FE}" dt="2025-01-27T04:18:22.362" v="69" actId="113"/>
          <ac:spMkLst>
            <pc:docMk/>
            <pc:sldMk cId="3830039741" sldId="257"/>
            <ac:spMk id="2" creationId="{48FA1EA0-AB68-CFDA-C92D-1518B8646F57}"/>
          </ac:spMkLst>
        </pc:spChg>
        <pc:spChg chg="mod">
          <ac:chgData name="FATHIMA A" userId="07560874674b0125" providerId="LiveId" clId="{AC3F07F9-9793-4C93-8AA5-957C8BF7F7FE}" dt="2025-01-27T04:23:11.223" v="75" actId="5793"/>
          <ac:spMkLst>
            <pc:docMk/>
            <pc:sldMk cId="3830039741" sldId="257"/>
            <ac:spMk id="3" creationId="{B9B8543D-C5AA-E10E-191E-A6FF91DBE9EB}"/>
          </ac:spMkLst>
        </pc:spChg>
      </pc:sldChg>
      <pc:sldChg chg="addSp delSp modSp new mod modClrScheme chgLayout">
        <pc:chgData name="FATHIMA A" userId="07560874674b0125" providerId="LiveId" clId="{AC3F07F9-9793-4C93-8AA5-957C8BF7F7FE}" dt="2025-01-27T04:46:16.160" v="87" actId="14100"/>
        <pc:sldMkLst>
          <pc:docMk/>
          <pc:sldMk cId="2915456337" sldId="258"/>
        </pc:sldMkLst>
        <pc:picChg chg="add mod">
          <ac:chgData name="FATHIMA A" userId="07560874674b0125" providerId="LiveId" clId="{AC3F07F9-9793-4C93-8AA5-957C8BF7F7FE}" dt="2025-01-27T04:46:16.160" v="87" actId="14100"/>
          <ac:picMkLst>
            <pc:docMk/>
            <pc:sldMk cId="2915456337" sldId="258"/>
            <ac:picMk id="5" creationId="{78AF5FB7-B63F-4A39-2EBD-585E88BACEBD}"/>
          </ac:picMkLst>
        </pc:picChg>
      </pc:sldChg>
      <pc:sldChg chg="addSp modSp new mod">
        <pc:chgData name="FATHIMA A" userId="07560874674b0125" providerId="LiveId" clId="{AC3F07F9-9793-4C93-8AA5-957C8BF7F7FE}" dt="2025-01-27T04:46:29.093" v="88" actId="14100"/>
        <pc:sldMkLst>
          <pc:docMk/>
          <pc:sldMk cId="494363902" sldId="259"/>
        </pc:sldMkLst>
        <pc:spChg chg="add mod">
          <ac:chgData name="FATHIMA A" userId="07560874674b0125" providerId="LiveId" clId="{AC3F07F9-9793-4C93-8AA5-957C8BF7F7FE}" dt="2025-01-27T04:46:29.093" v="88" actId="14100"/>
          <ac:spMkLst>
            <pc:docMk/>
            <pc:sldMk cId="494363902" sldId="259"/>
            <ac:spMk id="3" creationId="{9832D350-3F8F-4062-664B-E378C662419F}"/>
          </ac:spMkLst>
        </pc:spChg>
      </pc:sldChg>
      <pc:sldChg chg="addSp modSp new mod modClrScheme chgLayout">
        <pc:chgData name="FATHIMA A" userId="07560874674b0125" providerId="LiveId" clId="{AC3F07F9-9793-4C93-8AA5-957C8BF7F7FE}" dt="2025-01-27T05:19:24.517" v="173" actId="14100"/>
        <pc:sldMkLst>
          <pc:docMk/>
          <pc:sldMk cId="1044070552" sldId="260"/>
        </pc:sldMkLst>
        <pc:spChg chg="add mod ord">
          <ac:chgData name="FATHIMA A" userId="07560874674b0125" providerId="LiveId" clId="{AC3F07F9-9793-4C93-8AA5-957C8BF7F7FE}" dt="2025-01-27T05:12:15.850" v="125" actId="27636"/>
          <ac:spMkLst>
            <pc:docMk/>
            <pc:sldMk cId="1044070552" sldId="260"/>
            <ac:spMk id="2" creationId="{D754E882-4B08-B61B-939E-F3FE288722D9}"/>
          </ac:spMkLst>
        </pc:spChg>
        <pc:spChg chg="add mod ord">
          <ac:chgData name="FATHIMA A" userId="07560874674b0125" providerId="LiveId" clId="{AC3F07F9-9793-4C93-8AA5-957C8BF7F7FE}" dt="2025-01-27T05:12:22.370" v="128" actId="27636"/>
          <ac:spMkLst>
            <pc:docMk/>
            <pc:sldMk cId="1044070552" sldId="260"/>
            <ac:spMk id="3" creationId="{B6AA456A-FE53-543D-6D46-7A40D527FE1F}"/>
          </ac:spMkLst>
        </pc:spChg>
        <pc:picChg chg="add mod">
          <ac:chgData name="FATHIMA A" userId="07560874674b0125" providerId="LiveId" clId="{AC3F07F9-9793-4C93-8AA5-957C8BF7F7FE}" dt="2025-01-27T05:19:24.517" v="173" actId="14100"/>
          <ac:picMkLst>
            <pc:docMk/>
            <pc:sldMk cId="1044070552" sldId="260"/>
            <ac:picMk id="5" creationId="{79CBC9A5-2A8C-0E92-80BB-5FFAF43C8B1E}"/>
          </ac:picMkLst>
        </pc:picChg>
      </pc:sldChg>
      <pc:sldChg chg="addSp delSp modSp new mod modClrScheme chgLayout">
        <pc:chgData name="FATHIMA A" userId="07560874674b0125" providerId="LiveId" clId="{AC3F07F9-9793-4C93-8AA5-957C8BF7F7FE}" dt="2025-01-27T05:21:41.930" v="178" actId="1076"/>
        <pc:sldMkLst>
          <pc:docMk/>
          <pc:sldMk cId="2203694920" sldId="261"/>
        </pc:sldMkLst>
        <pc:spChg chg="add mod">
          <ac:chgData name="FATHIMA A" userId="07560874674b0125" providerId="LiveId" clId="{AC3F07F9-9793-4C93-8AA5-957C8BF7F7FE}" dt="2025-01-27T05:21:32.779" v="176" actId="1076"/>
          <ac:spMkLst>
            <pc:docMk/>
            <pc:sldMk cId="2203694920" sldId="261"/>
            <ac:spMk id="4" creationId="{948ADFB6-98DE-92B0-BEDE-28419752C6EE}"/>
          </ac:spMkLst>
        </pc:spChg>
        <pc:spChg chg="add mod">
          <ac:chgData name="FATHIMA A" userId="07560874674b0125" providerId="LiveId" clId="{AC3F07F9-9793-4C93-8AA5-957C8BF7F7FE}" dt="2025-01-27T05:21:37.173" v="177" actId="1076"/>
          <ac:spMkLst>
            <pc:docMk/>
            <pc:sldMk cId="2203694920" sldId="261"/>
            <ac:spMk id="5" creationId="{7B547475-690F-6F05-E768-0AA0D6902B9B}"/>
          </ac:spMkLst>
        </pc:spChg>
        <pc:picChg chg="add mod">
          <ac:chgData name="FATHIMA A" userId="07560874674b0125" providerId="LiveId" clId="{AC3F07F9-9793-4C93-8AA5-957C8BF7F7FE}" dt="2025-01-27T05:21:41.930" v="178" actId="1076"/>
          <ac:picMkLst>
            <pc:docMk/>
            <pc:sldMk cId="2203694920" sldId="261"/>
            <ac:picMk id="7" creationId="{213BC565-DBBF-90F1-D3DF-20F873D486FB}"/>
          </ac:picMkLst>
        </pc:picChg>
      </pc:sldChg>
      <pc:sldChg chg="addSp delSp modSp new mod modClrScheme chgLayout">
        <pc:chgData name="FATHIMA A" userId="07560874674b0125" providerId="LiveId" clId="{AC3F07F9-9793-4C93-8AA5-957C8BF7F7FE}" dt="2025-01-27T05:30:14.630" v="191" actId="1076"/>
        <pc:sldMkLst>
          <pc:docMk/>
          <pc:sldMk cId="1642795986" sldId="262"/>
        </pc:sldMkLst>
        <pc:spChg chg="add mod">
          <ac:chgData name="FATHIMA A" userId="07560874674b0125" providerId="LiveId" clId="{AC3F07F9-9793-4C93-8AA5-957C8BF7F7FE}" dt="2025-01-27T05:28:37.623" v="188" actId="5793"/>
          <ac:spMkLst>
            <pc:docMk/>
            <pc:sldMk cId="1642795986" sldId="262"/>
            <ac:spMk id="5" creationId="{9D4EDE81-3CE9-72B2-6E11-09E69C1A2E41}"/>
          </ac:spMkLst>
        </pc:spChg>
        <pc:picChg chg="add mod">
          <ac:chgData name="FATHIMA A" userId="07560874674b0125" providerId="LiveId" clId="{AC3F07F9-9793-4C93-8AA5-957C8BF7F7FE}" dt="2025-01-27T05:30:14.630" v="191" actId="1076"/>
          <ac:picMkLst>
            <pc:docMk/>
            <pc:sldMk cId="1642795986" sldId="262"/>
            <ac:picMk id="7" creationId="{24A55E9E-9BF9-2E5E-2A23-A4362E2CD917}"/>
          </ac:picMkLst>
        </pc:picChg>
      </pc:sldChg>
      <pc:sldChg chg="addSp modSp new mod modClrScheme chgLayout">
        <pc:chgData name="FATHIMA A" userId="07560874674b0125" providerId="LiveId" clId="{AC3F07F9-9793-4C93-8AA5-957C8BF7F7FE}" dt="2025-01-27T05:45:24.204" v="218" actId="20577"/>
        <pc:sldMkLst>
          <pc:docMk/>
          <pc:sldMk cId="1512902822" sldId="263"/>
        </pc:sldMkLst>
        <pc:spChg chg="add mod">
          <ac:chgData name="FATHIMA A" userId="07560874674b0125" providerId="LiveId" clId="{AC3F07F9-9793-4C93-8AA5-957C8BF7F7FE}" dt="2025-01-27T05:45:24.204" v="218" actId="20577"/>
          <ac:spMkLst>
            <pc:docMk/>
            <pc:sldMk cId="1512902822" sldId="263"/>
            <ac:spMk id="2" creationId="{A0350D70-5C79-FC96-14DF-856EEE6FA2AD}"/>
          </ac:spMkLst>
        </pc:spChg>
        <pc:spChg chg="add mod">
          <ac:chgData name="FATHIMA A" userId="07560874674b0125" providerId="LiveId" clId="{AC3F07F9-9793-4C93-8AA5-957C8BF7F7FE}" dt="2025-01-27T05:45:12.876" v="193" actId="700"/>
          <ac:spMkLst>
            <pc:docMk/>
            <pc:sldMk cId="1512902822" sldId="263"/>
            <ac:spMk id="3" creationId="{CA4C0238-A70E-1079-F7D4-E8FAA17E0166}"/>
          </ac:spMkLst>
        </pc:spChg>
      </pc:sldChg>
      <pc:sldChg chg="addSp modSp new mod">
        <pc:chgData name="FATHIMA A" userId="07560874674b0125" providerId="LiveId" clId="{AC3F07F9-9793-4C93-8AA5-957C8BF7F7FE}" dt="2025-01-27T06:12:48.503" v="247" actId="1076"/>
        <pc:sldMkLst>
          <pc:docMk/>
          <pc:sldMk cId="2116928467" sldId="264"/>
        </pc:sldMkLst>
        <pc:spChg chg="mod">
          <ac:chgData name="FATHIMA A" userId="07560874674b0125" providerId="LiveId" clId="{AC3F07F9-9793-4C93-8AA5-957C8BF7F7FE}" dt="2025-01-27T06:04:51.226" v="232" actId="20577"/>
          <ac:spMkLst>
            <pc:docMk/>
            <pc:sldMk cId="2116928467" sldId="264"/>
            <ac:spMk id="2" creationId="{5376B490-D547-79AD-5A36-474F4D6751E1}"/>
          </ac:spMkLst>
        </pc:spChg>
        <pc:spChg chg="mod">
          <ac:chgData name="FATHIMA A" userId="07560874674b0125" providerId="LiveId" clId="{AC3F07F9-9793-4C93-8AA5-957C8BF7F7FE}" dt="2025-01-27T06:05:13.464" v="235" actId="2711"/>
          <ac:spMkLst>
            <pc:docMk/>
            <pc:sldMk cId="2116928467" sldId="264"/>
            <ac:spMk id="3" creationId="{17BCAADC-4F76-FD52-5B80-0ADC106CEA88}"/>
          </ac:spMkLst>
        </pc:spChg>
        <pc:picChg chg="add mod">
          <ac:chgData name="FATHIMA A" userId="07560874674b0125" providerId="LiveId" clId="{AC3F07F9-9793-4C93-8AA5-957C8BF7F7FE}" dt="2025-01-27T06:12:48.503" v="247" actId="1076"/>
          <ac:picMkLst>
            <pc:docMk/>
            <pc:sldMk cId="2116928467" sldId="264"/>
            <ac:picMk id="5" creationId="{5EC759F3-AFDB-CAB9-2BD8-6CF6B259A205}"/>
          </ac:picMkLst>
        </pc:picChg>
      </pc:sldChg>
      <pc:sldChg chg="addSp delSp modSp new mod modClrScheme chgLayout">
        <pc:chgData name="FATHIMA A" userId="07560874674b0125" providerId="LiveId" clId="{AC3F07F9-9793-4C93-8AA5-957C8BF7F7FE}" dt="2025-01-27T06:32:10.381" v="254" actId="1076"/>
        <pc:sldMkLst>
          <pc:docMk/>
          <pc:sldMk cId="1320899463" sldId="265"/>
        </pc:sldMkLst>
        <pc:spChg chg="add mod">
          <ac:chgData name="FATHIMA A" userId="07560874674b0125" providerId="LiveId" clId="{AC3F07F9-9793-4C93-8AA5-957C8BF7F7FE}" dt="2025-01-27T06:29:44.670" v="252" actId="20577"/>
          <ac:spMkLst>
            <pc:docMk/>
            <pc:sldMk cId="1320899463" sldId="265"/>
            <ac:spMk id="7" creationId="{C21DA0F8-8679-476A-209E-DD57353D7AFB}"/>
          </ac:spMkLst>
        </pc:spChg>
        <pc:picChg chg="add mod">
          <ac:chgData name="FATHIMA A" userId="07560874674b0125" providerId="LiveId" clId="{AC3F07F9-9793-4C93-8AA5-957C8BF7F7FE}" dt="2025-01-27T06:32:10.381" v="254" actId="1076"/>
          <ac:picMkLst>
            <pc:docMk/>
            <pc:sldMk cId="1320899463" sldId="265"/>
            <ac:picMk id="9" creationId="{5F4BE2D8-EA0A-B07A-C565-1A84758E6F57}"/>
          </ac:picMkLst>
        </pc:picChg>
      </pc:sldChg>
      <pc:sldChg chg="addSp delSp modSp new mod modClrScheme chgLayout">
        <pc:chgData name="FATHIMA A" userId="07560874674b0125" providerId="LiveId" clId="{AC3F07F9-9793-4C93-8AA5-957C8BF7F7FE}" dt="2025-01-27T06:38:06.206" v="322" actId="1076"/>
        <pc:sldMkLst>
          <pc:docMk/>
          <pc:sldMk cId="2935697091" sldId="266"/>
        </pc:sldMkLst>
        <pc:spChg chg="add mod">
          <ac:chgData name="FATHIMA A" userId="07560874674b0125" providerId="LiveId" clId="{AC3F07F9-9793-4C93-8AA5-957C8BF7F7FE}" dt="2025-01-27T06:37:20.524" v="320" actId="20577"/>
          <ac:spMkLst>
            <pc:docMk/>
            <pc:sldMk cId="2935697091" sldId="266"/>
            <ac:spMk id="5" creationId="{F9B0389E-227E-BD65-17F4-C8B39E9B10AF}"/>
          </ac:spMkLst>
        </pc:spChg>
        <pc:picChg chg="add mod">
          <ac:chgData name="FATHIMA A" userId="07560874674b0125" providerId="LiveId" clId="{AC3F07F9-9793-4C93-8AA5-957C8BF7F7FE}" dt="2025-01-27T06:38:06.206" v="322" actId="1076"/>
          <ac:picMkLst>
            <pc:docMk/>
            <pc:sldMk cId="2935697091" sldId="266"/>
            <ac:picMk id="9" creationId="{B8BBB7C2-D1EE-783E-78D6-201D707A9AC0}"/>
          </ac:picMkLst>
        </pc:picChg>
      </pc:sldChg>
      <pc:sldChg chg="addSp delSp modSp new mod">
        <pc:chgData name="FATHIMA A" userId="07560874674b0125" providerId="LiveId" clId="{AC3F07F9-9793-4C93-8AA5-957C8BF7F7FE}" dt="2025-01-29T14:28:57.731" v="346" actId="1076"/>
        <pc:sldMkLst>
          <pc:docMk/>
          <pc:sldMk cId="2359709774" sldId="267"/>
        </pc:sldMkLst>
        <pc:spChg chg="add mod">
          <ac:chgData name="FATHIMA A" userId="07560874674b0125" providerId="LiveId" clId="{AC3F07F9-9793-4C93-8AA5-957C8BF7F7FE}" dt="2025-01-29T14:28:57.731" v="346" actId="1076"/>
          <ac:spMkLst>
            <pc:docMk/>
            <pc:sldMk cId="2359709774" sldId="267"/>
            <ac:spMk id="2" creationId="{DD678E97-3150-9EDC-1BEA-C3672999CD06}"/>
          </ac:spMkLst>
        </pc:spChg>
        <pc:picChg chg="add">
          <ac:chgData name="FATHIMA A" userId="07560874674b0125" providerId="LiveId" clId="{AC3F07F9-9793-4C93-8AA5-957C8BF7F7FE}" dt="2025-01-29T09:28:17.340" v="325" actId="22"/>
          <ac:picMkLst>
            <pc:docMk/>
            <pc:sldMk cId="2359709774" sldId="267"/>
            <ac:picMk id="4" creationId="{F4DB18D7-9412-DF95-DBE1-4800F4B008F6}"/>
          </ac:picMkLst>
        </pc:picChg>
      </pc:sldChg>
      <pc:sldChg chg="addSp delSp modSp new mod modClrScheme chgLayout">
        <pc:chgData name="FATHIMA A" userId="07560874674b0125" providerId="LiveId" clId="{AC3F07F9-9793-4C93-8AA5-957C8BF7F7FE}" dt="2025-01-30T09:34:12.274" v="392" actId="700"/>
        <pc:sldMkLst>
          <pc:docMk/>
          <pc:sldMk cId="4111263696" sldId="268"/>
        </pc:sldMkLst>
        <pc:picChg chg="add">
          <ac:chgData name="FATHIMA A" userId="07560874674b0125" providerId="LiveId" clId="{AC3F07F9-9793-4C93-8AA5-957C8BF7F7FE}" dt="2025-01-29T09:29:23.291" v="329" actId="22"/>
          <ac:picMkLst>
            <pc:docMk/>
            <pc:sldMk cId="4111263696" sldId="268"/>
            <ac:picMk id="3" creationId="{64742384-6972-AC26-E8E1-43EB5AC07AB4}"/>
          </ac:picMkLst>
        </pc:picChg>
      </pc:sldChg>
      <pc:sldChg chg="addSp delSp modSp new mod modClrScheme chgLayout">
        <pc:chgData name="FATHIMA A" userId="07560874674b0125" providerId="LiveId" clId="{AC3F07F9-9793-4C93-8AA5-957C8BF7F7FE}" dt="2025-01-29T14:51:03.145" v="374" actId="22"/>
        <pc:sldMkLst>
          <pc:docMk/>
          <pc:sldMk cId="4005433339" sldId="269"/>
        </pc:sldMkLst>
        <pc:spChg chg="add mod">
          <ac:chgData name="FATHIMA A" userId="07560874674b0125" providerId="LiveId" clId="{AC3F07F9-9793-4C93-8AA5-957C8BF7F7FE}" dt="2025-01-29T14:50:55.504" v="373" actId="20577"/>
          <ac:spMkLst>
            <pc:docMk/>
            <pc:sldMk cId="4005433339" sldId="269"/>
            <ac:spMk id="2" creationId="{9B4466B4-D7B2-E408-A5FB-CDC2D2C7B7C9}"/>
          </ac:spMkLst>
        </pc:spChg>
        <pc:picChg chg="add mod ord">
          <ac:chgData name="FATHIMA A" userId="07560874674b0125" providerId="LiveId" clId="{AC3F07F9-9793-4C93-8AA5-957C8BF7F7FE}" dt="2025-01-29T14:51:03.145" v="374" actId="22"/>
          <ac:picMkLst>
            <pc:docMk/>
            <pc:sldMk cId="4005433339" sldId="269"/>
            <ac:picMk id="5" creationId="{B03CAF2E-E8A5-148F-4056-45DE63B4CB2F}"/>
          </ac:picMkLst>
        </pc:picChg>
      </pc:sldChg>
      <pc:sldChg chg="addSp delSp modSp new mod modClrScheme chgLayout">
        <pc:chgData name="FATHIMA A" userId="07560874674b0125" providerId="LiveId" clId="{AC3F07F9-9793-4C93-8AA5-957C8BF7F7FE}" dt="2025-01-29T14:52:34.837" v="380" actId="1076"/>
        <pc:sldMkLst>
          <pc:docMk/>
          <pc:sldMk cId="3453720790" sldId="270"/>
        </pc:sldMkLst>
        <pc:picChg chg="add mod">
          <ac:chgData name="FATHIMA A" userId="07560874674b0125" providerId="LiveId" clId="{AC3F07F9-9793-4C93-8AA5-957C8BF7F7FE}" dt="2025-01-29T14:51:49.762" v="378" actId="1076"/>
          <ac:picMkLst>
            <pc:docMk/>
            <pc:sldMk cId="3453720790" sldId="270"/>
            <ac:picMk id="5" creationId="{85AA6387-6F31-B4B1-B425-82D1ECB02326}"/>
          </ac:picMkLst>
        </pc:picChg>
        <pc:picChg chg="add mod">
          <ac:chgData name="FATHIMA A" userId="07560874674b0125" providerId="LiveId" clId="{AC3F07F9-9793-4C93-8AA5-957C8BF7F7FE}" dt="2025-01-29T14:52:34.837" v="380" actId="1076"/>
          <ac:picMkLst>
            <pc:docMk/>
            <pc:sldMk cId="3453720790" sldId="270"/>
            <ac:picMk id="7" creationId="{39CE56FE-6020-963D-F5C5-9B0073EAA7A8}"/>
          </ac:picMkLst>
        </pc:picChg>
      </pc:sldChg>
      <pc:sldChg chg="addSp modSp new mod">
        <pc:chgData name="FATHIMA A" userId="07560874674b0125" providerId="LiveId" clId="{AC3F07F9-9793-4C93-8AA5-957C8BF7F7FE}" dt="2025-01-29T14:56:39.065" v="385" actId="1076"/>
        <pc:sldMkLst>
          <pc:docMk/>
          <pc:sldMk cId="2688435075" sldId="271"/>
        </pc:sldMkLst>
        <pc:picChg chg="add mod">
          <ac:chgData name="FATHIMA A" userId="07560874674b0125" providerId="LiveId" clId="{AC3F07F9-9793-4C93-8AA5-957C8BF7F7FE}" dt="2025-01-29T14:56:05.992" v="383" actId="1076"/>
          <ac:picMkLst>
            <pc:docMk/>
            <pc:sldMk cId="2688435075" sldId="271"/>
            <ac:picMk id="3" creationId="{C0268408-775A-0045-6317-7795D7CFD4B8}"/>
          </ac:picMkLst>
        </pc:picChg>
        <pc:picChg chg="add mod">
          <ac:chgData name="FATHIMA A" userId="07560874674b0125" providerId="LiveId" clId="{AC3F07F9-9793-4C93-8AA5-957C8BF7F7FE}" dt="2025-01-29T14:56:39.065" v="385" actId="1076"/>
          <ac:picMkLst>
            <pc:docMk/>
            <pc:sldMk cId="2688435075" sldId="271"/>
            <ac:picMk id="5" creationId="{AB95072F-183C-A61C-9989-1B63F562940B}"/>
          </ac:picMkLst>
        </pc:picChg>
      </pc:sldChg>
      <pc:sldChg chg="addSp modSp new mod">
        <pc:chgData name="FATHIMA A" userId="07560874674b0125" providerId="LiveId" clId="{AC3F07F9-9793-4C93-8AA5-957C8BF7F7FE}" dt="2025-01-29T14:57:05.810" v="388" actId="1076"/>
        <pc:sldMkLst>
          <pc:docMk/>
          <pc:sldMk cId="3319297700" sldId="272"/>
        </pc:sldMkLst>
        <pc:picChg chg="add mod">
          <ac:chgData name="FATHIMA A" userId="07560874674b0125" providerId="LiveId" clId="{AC3F07F9-9793-4C93-8AA5-957C8BF7F7FE}" dt="2025-01-29T14:57:05.810" v="388" actId="1076"/>
          <ac:picMkLst>
            <pc:docMk/>
            <pc:sldMk cId="3319297700" sldId="272"/>
            <ac:picMk id="3" creationId="{4EABE9C0-2D9A-81B7-03B6-CE36F28907E6}"/>
          </ac:picMkLst>
        </pc:picChg>
      </pc:sldChg>
      <pc:sldChg chg="addSp new mod">
        <pc:chgData name="FATHIMA A" userId="07560874674b0125" providerId="LiveId" clId="{AC3F07F9-9793-4C93-8AA5-957C8BF7F7FE}" dt="2025-01-29T14:57:36.600" v="390" actId="22"/>
        <pc:sldMkLst>
          <pc:docMk/>
          <pc:sldMk cId="2675106869" sldId="273"/>
        </pc:sldMkLst>
        <pc:picChg chg="add">
          <ac:chgData name="FATHIMA A" userId="07560874674b0125" providerId="LiveId" clId="{AC3F07F9-9793-4C93-8AA5-957C8BF7F7FE}" dt="2025-01-29T14:57:36.600" v="390" actId="22"/>
          <ac:picMkLst>
            <pc:docMk/>
            <pc:sldMk cId="2675106869" sldId="273"/>
            <ac:picMk id="3" creationId="{24BBE2B8-EA9F-8ACF-825C-BBF19876AA63}"/>
          </ac:picMkLst>
        </pc:picChg>
      </pc:sldChg>
      <pc:sldChg chg="addSp modSp new mod modClrScheme chgLayout">
        <pc:chgData name="FATHIMA A" userId="07560874674b0125" providerId="LiveId" clId="{AC3F07F9-9793-4C93-8AA5-957C8BF7F7FE}" dt="2025-01-30T09:37:54.086" v="426" actId="27636"/>
        <pc:sldMkLst>
          <pc:docMk/>
          <pc:sldMk cId="674459680" sldId="274"/>
        </pc:sldMkLst>
        <pc:spChg chg="add mod">
          <ac:chgData name="FATHIMA A" userId="07560874674b0125" providerId="LiveId" clId="{AC3F07F9-9793-4C93-8AA5-957C8BF7F7FE}" dt="2025-01-30T09:34:31.108" v="411" actId="20577"/>
          <ac:spMkLst>
            <pc:docMk/>
            <pc:sldMk cId="674459680" sldId="274"/>
            <ac:spMk id="2" creationId="{EB9E336E-A16B-68A4-7074-A7E4675FBF34}"/>
          </ac:spMkLst>
        </pc:spChg>
        <pc:spChg chg="add mod">
          <ac:chgData name="FATHIMA A" userId="07560874674b0125" providerId="LiveId" clId="{AC3F07F9-9793-4C93-8AA5-957C8BF7F7FE}" dt="2025-01-30T09:37:54.086" v="426" actId="27636"/>
          <ac:spMkLst>
            <pc:docMk/>
            <pc:sldMk cId="674459680" sldId="274"/>
            <ac:spMk id="3" creationId="{4D9935A3-0A7A-8F64-157A-6FE20D963599}"/>
          </ac:spMkLst>
        </pc:spChg>
      </pc:sldChg>
      <pc:sldChg chg="addSp delSp modSp new mod modClrScheme chgLayout">
        <pc:chgData name="FATHIMA A" userId="07560874674b0125" providerId="LiveId" clId="{AC3F07F9-9793-4C93-8AA5-957C8BF7F7FE}" dt="2025-01-30T09:39:09.187" v="431" actId="1076"/>
        <pc:sldMkLst>
          <pc:docMk/>
          <pc:sldMk cId="2557816652" sldId="275"/>
        </pc:sldMkLst>
        <pc:spChg chg="add mod">
          <ac:chgData name="FATHIMA A" userId="07560874674b0125" providerId="LiveId" clId="{AC3F07F9-9793-4C93-8AA5-957C8BF7F7FE}" dt="2025-01-30T09:38:02.638" v="428" actId="1076"/>
          <ac:spMkLst>
            <pc:docMk/>
            <pc:sldMk cId="2557816652" sldId="275"/>
            <ac:spMk id="7" creationId="{AFF706DB-5A95-A3D7-E5DB-27AD0A818490}"/>
          </ac:spMkLst>
        </pc:spChg>
        <pc:picChg chg="add mod">
          <ac:chgData name="FATHIMA A" userId="07560874674b0125" providerId="LiveId" clId="{AC3F07F9-9793-4C93-8AA5-957C8BF7F7FE}" dt="2025-01-30T09:38:06.529" v="429" actId="1076"/>
          <ac:picMkLst>
            <pc:docMk/>
            <pc:sldMk cId="2557816652" sldId="275"/>
            <ac:picMk id="5" creationId="{031FC233-4D46-CDDF-E8C3-D6CEB8AB642C}"/>
          </ac:picMkLst>
        </pc:picChg>
        <pc:picChg chg="add mod">
          <ac:chgData name="FATHIMA A" userId="07560874674b0125" providerId="LiveId" clId="{AC3F07F9-9793-4C93-8AA5-957C8BF7F7FE}" dt="2025-01-30T09:39:09.187" v="431" actId="1076"/>
          <ac:picMkLst>
            <pc:docMk/>
            <pc:sldMk cId="2557816652" sldId="275"/>
            <ac:picMk id="9" creationId="{A45D172A-F119-C539-438E-7677F96019CD}"/>
          </ac:picMkLst>
        </pc:picChg>
      </pc:sldChg>
      <pc:sldChg chg="addSp modSp new mod modClrScheme chgLayout">
        <pc:chgData name="FATHIMA A" userId="07560874674b0125" providerId="LiveId" clId="{AC3F07F9-9793-4C93-8AA5-957C8BF7F7FE}" dt="2025-01-30T10:38:00.203" v="438" actId="14100"/>
        <pc:sldMkLst>
          <pc:docMk/>
          <pc:sldMk cId="3695310929" sldId="276"/>
        </pc:sldMkLst>
        <pc:spChg chg="add mod">
          <ac:chgData name="FATHIMA A" userId="07560874674b0125" providerId="LiveId" clId="{AC3F07F9-9793-4C93-8AA5-957C8BF7F7FE}" dt="2025-01-30T10:33:51.719" v="434"/>
          <ac:spMkLst>
            <pc:docMk/>
            <pc:sldMk cId="3695310929" sldId="276"/>
            <ac:spMk id="2" creationId="{064E9FFD-CC61-3C8B-E420-A18EE52125E9}"/>
          </ac:spMkLst>
        </pc:spChg>
        <pc:spChg chg="add mod">
          <ac:chgData name="FATHIMA A" userId="07560874674b0125" providerId="LiveId" clId="{AC3F07F9-9793-4C93-8AA5-957C8BF7F7FE}" dt="2025-01-30T10:38:00.203" v="438" actId="14100"/>
          <ac:spMkLst>
            <pc:docMk/>
            <pc:sldMk cId="3695310929" sldId="276"/>
            <ac:spMk id="3" creationId="{391BD957-50D2-F967-14C2-35C2D6E70153}"/>
          </ac:spMkLst>
        </pc:spChg>
      </pc:sldChg>
      <pc:sldChg chg="modSp new mod">
        <pc:chgData name="FATHIMA A" userId="07560874674b0125" providerId="LiveId" clId="{AC3F07F9-9793-4C93-8AA5-957C8BF7F7FE}" dt="2025-02-04T06:01:31.821" v="482" actId="20577"/>
        <pc:sldMkLst>
          <pc:docMk/>
          <pc:sldMk cId="3343499737" sldId="277"/>
        </pc:sldMkLst>
        <pc:spChg chg="mod">
          <ac:chgData name="FATHIMA A" userId="07560874674b0125" providerId="LiveId" clId="{AC3F07F9-9793-4C93-8AA5-957C8BF7F7FE}" dt="2025-02-04T06:01:31.821" v="482" actId="20577"/>
          <ac:spMkLst>
            <pc:docMk/>
            <pc:sldMk cId="3343499737" sldId="277"/>
            <ac:spMk id="2" creationId="{75A402AD-B920-82BB-1D51-6DFD7E87EEB2}"/>
          </ac:spMkLst>
        </pc:spChg>
        <pc:spChg chg="mod">
          <ac:chgData name="FATHIMA A" userId="07560874674b0125" providerId="LiveId" clId="{AC3F07F9-9793-4C93-8AA5-957C8BF7F7FE}" dt="2025-02-04T05:48:32.538" v="466" actId="2711"/>
          <ac:spMkLst>
            <pc:docMk/>
            <pc:sldMk cId="3343499737" sldId="277"/>
            <ac:spMk id="3" creationId="{CF37CD30-3247-7118-6E4B-DB7968B15E47}"/>
          </ac:spMkLst>
        </pc:spChg>
      </pc:sldChg>
      <pc:sldChg chg="addSp delSp modSp new mod modClrScheme chgLayout">
        <pc:chgData name="FATHIMA A" userId="07560874674b0125" providerId="LiveId" clId="{AC3F07F9-9793-4C93-8AA5-957C8BF7F7FE}" dt="2025-02-04T06:01:45.823" v="486" actId="14100"/>
        <pc:sldMkLst>
          <pc:docMk/>
          <pc:sldMk cId="1645486529" sldId="278"/>
        </pc:sldMkLst>
        <pc:spChg chg="del">
          <ac:chgData name="FATHIMA A" userId="07560874674b0125" providerId="LiveId" clId="{AC3F07F9-9793-4C93-8AA5-957C8BF7F7FE}" dt="2025-02-04T06:01:42.163" v="484" actId="700"/>
          <ac:spMkLst>
            <pc:docMk/>
            <pc:sldMk cId="1645486529" sldId="278"/>
            <ac:spMk id="2" creationId="{111DA8C7-231D-462C-2F05-561EEB42EDE7}"/>
          </ac:spMkLst>
        </pc:spChg>
        <pc:spChg chg="del">
          <ac:chgData name="FATHIMA A" userId="07560874674b0125" providerId="LiveId" clId="{AC3F07F9-9793-4C93-8AA5-957C8BF7F7FE}" dt="2025-02-04T06:01:42.163" v="484" actId="700"/>
          <ac:spMkLst>
            <pc:docMk/>
            <pc:sldMk cId="1645486529" sldId="278"/>
            <ac:spMk id="3" creationId="{2A39A3DB-AA7C-433B-95DD-92D7C9C189B2}"/>
          </ac:spMkLst>
        </pc:spChg>
        <pc:picChg chg="add mod">
          <ac:chgData name="FATHIMA A" userId="07560874674b0125" providerId="LiveId" clId="{AC3F07F9-9793-4C93-8AA5-957C8BF7F7FE}" dt="2025-02-04T06:01:45.823" v="486" actId="14100"/>
          <ac:picMkLst>
            <pc:docMk/>
            <pc:sldMk cId="1645486529" sldId="278"/>
            <ac:picMk id="5" creationId="{36BD9E44-41F0-06AC-2DCB-75C4D164EEC7}"/>
          </ac:picMkLst>
        </pc:picChg>
      </pc:sldChg>
      <pc:sldChg chg="addSp new mod">
        <pc:chgData name="FATHIMA A" userId="07560874674b0125" providerId="LiveId" clId="{AC3F07F9-9793-4C93-8AA5-957C8BF7F7FE}" dt="2025-02-04T06:03:38.172" v="488" actId="22"/>
        <pc:sldMkLst>
          <pc:docMk/>
          <pc:sldMk cId="2027742187" sldId="279"/>
        </pc:sldMkLst>
        <pc:picChg chg="add">
          <ac:chgData name="FATHIMA A" userId="07560874674b0125" providerId="LiveId" clId="{AC3F07F9-9793-4C93-8AA5-957C8BF7F7FE}" dt="2025-02-04T06:03:38.172" v="488" actId="22"/>
          <ac:picMkLst>
            <pc:docMk/>
            <pc:sldMk cId="2027742187" sldId="279"/>
            <ac:picMk id="3" creationId="{E30EA357-C4C5-02F4-99DE-2C3D2D0C4E39}"/>
          </ac:picMkLst>
        </pc:picChg>
      </pc:sldChg>
      <pc:sldChg chg="addSp new mod">
        <pc:chgData name="FATHIMA A" userId="07560874674b0125" providerId="LiveId" clId="{AC3F07F9-9793-4C93-8AA5-957C8BF7F7FE}" dt="2025-02-04T06:05:43.606" v="490" actId="22"/>
        <pc:sldMkLst>
          <pc:docMk/>
          <pc:sldMk cId="1435498" sldId="280"/>
        </pc:sldMkLst>
        <pc:picChg chg="add">
          <ac:chgData name="FATHIMA A" userId="07560874674b0125" providerId="LiveId" clId="{AC3F07F9-9793-4C93-8AA5-957C8BF7F7FE}" dt="2025-02-04T06:05:43.606" v="490" actId="22"/>
          <ac:picMkLst>
            <pc:docMk/>
            <pc:sldMk cId="1435498" sldId="280"/>
            <ac:picMk id="3" creationId="{0C641F59-6879-69FA-7B30-97256BB9189D}"/>
          </ac:picMkLst>
        </pc:picChg>
      </pc:sldChg>
      <pc:sldChg chg="addSp modSp new mod">
        <pc:chgData name="FATHIMA A" userId="07560874674b0125" providerId="LiveId" clId="{AC3F07F9-9793-4C93-8AA5-957C8BF7F7FE}" dt="2025-02-04T06:08:12.412" v="493" actId="1076"/>
        <pc:sldMkLst>
          <pc:docMk/>
          <pc:sldMk cId="3605169141" sldId="281"/>
        </pc:sldMkLst>
        <pc:picChg chg="add mod">
          <ac:chgData name="FATHIMA A" userId="07560874674b0125" providerId="LiveId" clId="{AC3F07F9-9793-4C93-8AA5-957C8BF7F7FE}" dt="2025-02-04T06:08:12.412" v="493" actId="1076"/>
          <ac:picMkLst>
            <pc:docMk/>
            <pc:sldMk cId="3605169141" sldId="281"/>
            <ac:picMk id="3" creationId="{FBEAF09F-7FDF-16B6-60DE-F78C6CF069DC}"/>
          </ac:picMkLst>
        </pc:picChg>
      </pc:sldChg>
      <pc:sldChg chg="addSp new mod">
        <pc:chgData name="FATHIMA A" userId="07560874674b0125" providerId="LiveId" clId="{AC3F07F9-9793-4C93-8AA5-957C8BF7F7FE}" dt="2025-02-04T06:09:56.214" v="495" actId="22"/>
        <pc:sldMkLst>
          <pc:docMk/>
          <pc:sldMk cId="239902258" sldId="282"/>
        </pc:sldMkLst>
        <pc:picChg chg="add">
          <ac:chgData name="FATHIMA A" userId="07560874674b0125" providerId="LiveId" clId="{AC3F07F9-9793-4C93-8AA5-957C8BF7F7FE}" dt="2025-02-04T06:09:56.214" v="495" actId="22"/>
          <ac:picMkLst>
            <pc:docMk/>
            <pc:sldMk cId="239902258" sldId="282"/>
            <ac:picMk id="3" creationId="{241C4853-879A-7E3E-5EAF-5B7C2535F98B}"/>
          </ac:picMkLst>
        </pc:picChg>
      </pc:sldChg>
      <pc:sldChg chg="addSp new mod">
        <pc:chgData name="FATHIMA A" userId="07560874674b0125" providerId="LiveId" clId="{AC3F07F9-9793-4C93-8AA5-957C8BF7F7FE}" dt="2025-02-04T06:13:40.213" v="497" actId="22"/>
        <pc:sldMkLst>
          <pc:docMk/>
          <pc:sldMk cId="264347551" sldId="283"/>
        </pc:sldMkLst>
        <pc:picChg chg="add">
          <ac:chgData name="FATHIMA A" userId="07560874674b0125" providerId="LiveId" clId="{AC3F07F9-9793-4C93-8AA5-957C8BF7F7FE}" dt="2025-02-04T06:13:40.213" v="497" actId="22"/>
          <ac:picMkLst>
            <pc:docMk/>
            <pc:sldMk cId="264347551" sldId="283"/>
            <ac:picMk id="3" creationId="{AAADFCB5-FC63-8C5D-5CC3-9D9D611803F5}"/>
          </ac:picMkLst>
        </pc:picChg>
      </pc:sldChg>
      <pc:sldChg chg="addSp modSp new mod">
        <pc:chgData name="FATHIMA A" userId="07560874674b0125" providerId="LiveId" clId="{AC3F07F9-9793-4C93-8AA5-957C8BF7F7FE}" dt="2025-02-04T06:29:51.500" v="510" actId="1076"/>
        <pc:sldMkLst>
          <pc:docMk/>
          <pc:sldMk cId="712779510" sldId="284"/>
        </pc:sldMkLst>
        <pc:picChg chg="add mod">
          <ac:chgData name="FATHIMA A" userId="07560874674b0125" providerId="LiveId" clId="{AC3F07F9-9793-4C93-8AA5-957C8BF7F7FE}" dt="2025-02-04T06:16:10.109" v="501" actId="14100"/>
          <ac:picMkLst>
            <pc:docMk/>
            <pc:sldMk cId="712779510" sldId="284"/>
            <ac:picMk id="3" creationId="{B5E9B7B9-6A2F-2D4D-9FBD-5F066533C4E4}"/>
          </ac:picMkLst>
        </pc:picChg>
        <pc:picChg chg="add mod">
          <ac:chgData name="FATHIMA A" userId="07560874674b0125" providerId="LiveId" clId="{AC3F07F9-9793-4C93-8AA5-957C8BF7F7FE}" dt="2025-02-04T06:17:54.415" v="504" actId="1076"/>
          <ac:picMkLst>
            <pc:docMk/>
            <pc:sldMk cId="712779510" sldId="284"/>
            <ac:picMk id="5" creationId="{6CF0DBC4-5D14-4191-2A23-39B996B677CD}"/>
          </ac:picMkLst>
        </pc:picChg>
        <pc:picChg chg="add mod">
          <ac:chgData name="FATHIMA A" userId="07560874674b0125" providerId="LiveId" clId="{AC3F07F9-9793-4C93-8AA5-957C8BF7F7FE}" dt="2025-02-04T06:20:12.144" v="506" actId="14100"/>
          <ac:picMkLst>
            <pc:docMk/>
            <pc:sldMk cId="712779510" sldId="284"/>
            <ac:picMk id="7" creationId="{8FBC0F93-B3EF-EDED-F13F-9590987C7B77}"/>
          </ac:picMkLst>
        </pc:picChg>
        <pc:picChg chg="add mod">
          <ac:chgData name="FATHIMA A" userId="07560874674b0125" providerId="LiveId" clId="{AC3F07F9-9793-4C93-8AA5-957C8BF7F7FE}" dt="2025-02-04T06:29:51.500" v="510" actId="1076"/>
          <ac:picMkLst>
            <pc:docMk/>
            <pc:sldMk cId="712779510" sldId="284"/>
            <ac:picMk id="9" creationId="{85F4299E-5B8F-5FAA-53B6-229493C9A7D7}"/>
          </ac:picMkLst>
        </pc:picChg>
      </pc:sldChg>
      <pc:sldChg chg="addSp modSp new mod">
        <pc:chgData name="FATHIMA A" userId="07560874674b0125" providerId="LiveId" clId="{AC3F07F9-9793-4C93-8AA5-957C8BF7F7FE}" dt="2025-02-04T06:31:51.732" v="521" actId="14100"/>
        <pc:sldMkLst>
          <pc:docMk/>
          <pc:sldMk cId="3440663288" sldId="285"/>
        </pc:sldMkLst>
        <pc:picChg chg="add mod">
          <ac:chgData name="FATHIMA A" userId="07560874674b0125" providerId="LiveId" clId="{AC3F07F9-9793-4C93-8AA5-957C8BF7F7FE}" dt="2025-02-04T06:30:53.917" v="513" actId="1076"/>
          <ac:picMkLst>
            <pc:docMk/>
            <pc:sldMk cId="3440663288" sldId="285"/>
            <ac:picMk id="3" creationId="{C8ABC9A6-71D6-7E83-B260-541DCC823F4A}"/>
          </ac:picMkLst>
        </pc:picChg>
        <pc:picChg chg="add mod">
          <ac:chgData name="FATHIMA A" userId="07560874674b0125" providerId="LiveId" clId="{AC3F07F9-9793-4C93-8AA5-957C8BF7F7FE}" dt="2025-02-04T06:31:16.931" v="515" actId="1076"/>
          <ac:picMkLst>
            <pc:docMk/>
            <pc:sldMk cId="3440663288" sldId="285"/>
            <ac:picMk id="5" creationId="{C1F06CF9-C93D-0E75-B281-BA186E3D6F53}"/>
          </ac:picMkLst>
        </pc:picChg>
        <pc:picChg chg="add mod">
          <ac:chgData name="FATHIMA A" userId="07560874674b0125" providerId="LiveId" clId="{AC3F07F9-9793-4C93-8AA5-957C8BF7F7FE}" dt="2025-02-04T06:31:51.732" v="521" actId="14100"/>
          <ac:picMkLst>
            <pc:docMk/>
            <pc:sldMk cId="3440663288" sldId="285"/>
            <ac:picMk id="7" creationId="{71E6626D-F4F6-C48B-68A2-2E37FBAECCA4}"/>
          </ac:picMkLst>
        </pc:picChg>
      </pc:sldChg>
      <pc:sldChg chg="addSp modSp new mod">
        <pc:chgData name="FATHIMA A" userId="07560874674b0125" providerId="LiveId" clId="{AC3F07F9-9793-4C93-8AA5-957C8BF7F7FE}" dt="2025-02-04T06:35:26.515" v="526" actId="1076"/>
        <pc:sldMkLst>
          <pc:docMk/>
          <pc:sldMk cId="1271071939" sldId="286"/>
        </pc:sldMkLst>
        <pc:picChg chg="add mod">
          <ac:chgData name="FATHIMA A" userId="07560874674b0125" providerId="LiveId" clId="{AC3F07F9-9793-4C93-8AA5-957C8BF7F7FE}" dt="2025-02-04T06:35:07.864" v="524" actId="1076"/>
          <ac:picMkLst>
            <pc:docMk/>
            <pc:sldMk cId="1271071939" sldId="286"/>
            <ac:picMk id="3" creationId="{38BDCBA8-D421-D466-B695-95661C659579}"/>
          </ac:picMkLst>
        </pc:picChg>
        <pc:picChg chg="add mod">
          <ac:chgData name="FATHIMA A" userId="07560874674b0125" providerId="LiveId" clId="{AC3F07F9-9793-4C93-8AA5-957C8BF7F7FE}" dt="2025-02-04T06:35:26.515" v="526" actId="1076"/>
          <ac:picMkLst>
            <pc:docMk/>
            <pc:sldMk cId="1271071939" sldId="286"/>
            <ac:picMk id="5" creationId="{2D186874-4BC9-A488-C633-27ACD44CD30F}"/>
          </ac:picMkLst>
        </pc:picChg>
      </pc:sldChg>
      <pc:sldChg chg="addSp new mod">
        <pc:chgData name="FATHIMA A" userId="07560874674b0125" providerId="LiveId" clId="{AC3F07F9-9793-4C93-8AA5-957C8BF7F7FE}" dt="2025-02-04T06:36:54.751" v="528" actId="22"/>
        <pc:sldMkLst>
          <pc:docMk/>
          <pc:sldMk cId="3657083167" sldId="287"/>
        </pc:sldMkLst>
        <pc:picChg chg="add">
          <ac:chgData name="FATHIMA A" userId="07560874674b0125" providerId="LiveId" clId="{AC3F07F9-9793-4C93-8AA5-957C8BF7F7FE}" dt="2025-02-04T06:36:54.751" v="528" actId="22"/>
          <ac:picMkLst>
            <pc:docMk/>
            <pc:sldMk cId="3657083167" sldId="287"/>
            <ac:picMk id="3" creationId="{36165DC4-89BF-8577-99C7-34F86EFC02B8}"/>
          </ac:picMkLst>
        </pc:picChg>
      </pc:sldChg>
      <pc:sldChg chg="addSp new mod">
        <pc:chgData name="FATHIMA A" userId="07560874674b0125" providerId="LiveId" clId="{AC3F07F9-9793-4C93-8AA5-957C8BF7F7FE}" dt="2025-02-04T06:38:59.079" v="530" actId="22"/>
        <pc:sldMkLst>
          <pc:docMk/>
          <pc:sldMk cId="3190936466" sldId="288"/>
        </pc:sldMkLst>
        <pc:picChg chg="add">
          <ac:chgData name="FATHIMA A" userId="07560874674b0125" providerId="LiveId" clId="{AC3F07F9-9793-4C93-8AA5-957C8BF7F7FE}" dt="2025-02-04T06:38:59.079" v="530" actId="22"/>
          <ac:picMkLst>
            <pc:docMk/>
            <pc:sldMk cId="3190936466" sldId="288"/>
            <ac:picMk id="3" creationId="{FCA79FC0-B73E-A13B-6FBB-5004351DA1B9}"/>
          </ac:picMkLst>
        </pc:picChg>
      </pc:sldChg>
      <pc:sldChg chg="addSp modSp new mod">
        <pc:chgData name="FATHIMA A" userId="07560874674b0125" providerId="LiveId" clId="{AC3F07F9-9793-4C93-8AA5-957C8BF7F7FE}" dt="2025-02-04T06:40:21.948" v="533" actId="1076"/>
        <pc:sldMkLst>
          <pc:docMk/>
          <pc:sldMk cId="1776936652" sldId="289"/>
        </pc:sldMkLst>
        <pc:picChg chg="add mod">
          <ac:chgData name="FATHIMA A" userId="07560874674b0125" providerId="LiveId" clId="{AC3F07F9-9793-4C93-8AA5-957C8BF7F7FE}" dt="2025-02-04T06:40:21.948" v="533" actId="1076"/>
          <ac:picMkLst>
            <pc:docMk/>
            <pc:sldMk cId="1776936652" sldId="289"/>
            <ac:picMk id="3" creationId="{63E554F5-A9D3-113E-3717-FC87FB2FC37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6790CA-455B-4998-8AB3-3BBB7DDA11DF}" type="datetimeFigureOut">
              <a:rPr lang="en-IN" smtClean="0"/>
              <a:t>27-02-2026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F40BF0-7248-4815-BB9C-513C446F7987}" type="slidenum">
              <a:rPr lang="en-IN" smtClean="0"/>
              <a:t>‹#›</a:t>
            </a:fld>
            <a:endParaRPr lang="en-IN"/>
          </a:p>
        </p:txBody>
      </p:sp>
    </p:spTree>
    <p:extLst>
      <p:ext uri="{BB962C8B-B14F-4D97-AF65-F5344CB8AC3E}">
        <p14:creationId xmlns:p14="http://schemas.microsoft.com/office/powerpoint/2010/main" val="1399379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2F40BF0-7248-4815-BB9C-513C446F7987}" type="slidenum">
              <a:rPr lang="en-IN" smtClean="0"/>
              <a:t>6</a:t>
            </a:fld>
            <a:endParaRPr lang="en-IN"/>
          </a:p>
        </p:txBody>
      </p:sp>
    </p:spTree>
    <p:extLst>
      <p:ext uri="{BB962C8B-B14F-4D97-AF65-F5344CB8AC3E}">
        <p14:creationId xmlns:p14="http://schemas.microsoft.com/office/powerpoint/2010/main" val="2485477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F4EB6-1D92-AE02-0EBD-E9E55DE187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609C17A-D67F-EA64-10D9-B81C1425F2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D16585A-C347-102A-E2B6-AA16C66F38E1}"/>
              </a:ext>
            </a:extLst>
          </p:cNvPr>
          <p:cNvSpPr>
            <a:spLocks noGrp="1"/>
          </p:cNvSpPr>
          <p:nvPr>
            <p:ph type="dt" sz="half" idx="10"/>
          </p:nvPr>
        </p:nvSpPr>
        <p:spPr/>
        <p:txBody>
          <a:bodyPr/>
          <a:lstStyle/>
          <a:p>
            <a:fld id="{1019C3A1-0A33-49A4-9985-3919D949ECAA}" type="datetimeFigureOut">
              <a:rPr lang="en-IN" smtClean="0"/>
              <a:t>27-02-2026</a:t>
            </a:fld>
            <a:endParaRPr lang="en-IN"/>
          </a:p>
        </p:txBody>
      </p:sp>
      <p:sp>
        <p:nvSpPr>
          <p:cNvPr id="5" name="Footer Placeholder 4">
            <a:extLst>
              <a:ext uri="{FF2B5EF4-FFF2-40B4-BE49-F238E27FC236}">
                <a16:creationId xmlns:a16="http://schemas.microsoft.com/office/drawing/2014/main" id="{1844573D-7594-B05D-53E7-00452442AB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3FFD51-76BD-2436-6350-EF717DE4B69D}"/>
              </a:ext>
            </a:extLst>
          </p:cNvPr>
          <p:cNvSpPr>
            <a:spLocks noGrp="1"/>
          </p:cNvSpPr>
          <p:nvPr>
            <p:ph type="sldNum" sz="quarter" idx="12"/>
          </p:nvPr>
        </p:nvSpPr>
        <p:spPr/>
        <p:txBody>
          <a:bodyPr/>
          <a:lstStyle/>
          <a:p>
            <a:fld id="{0DF4E01C-FCC5-4C8C-B9A1-5670F7258AC8}" type="slidenum">
              <a:rPr lang="en-IN" smtClean="0"/>
              <a:t>‹#›</a:t>
            </a:fld>
            <a:endParaRPr lang="en-IN"/>
          </a:p>
        </p:txBody>
      </p:sp>
    </p:spTree>
    <p:extLst>
      <p:ext uri="{BB962C8B-B14F-4D97-AF65-F5344CB8AC3E}">
        <p14:creationId xmlns:p14="http://schemas.microsoft.com/office/powerpoint/2010/main" val="1811255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8A75B-71E6-A87A-8362-8A9328FA0D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146FD9D-3C20-0BE7-A740-5E33FD801F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4F2247-BF6D-D3CE-C469-8CE1B3ED3490}"/>
              </a:ext>
            </a:extLst>
          </p:cNvPr>
          <p:cNvSpPr>
            <a:spLocks noGrp="1"/>
          </p:cNvSpPr>
          <p:nvPr>
            <p:ph type="dt" sz="half" idx="10"/>
          </p:nvPr>
        </p:nvSpPr>
        <p:spPr/>
        <p:txBody>
          <a:bodyPr/>
          <a:lstStyle/>
          <a:p>
            <a:fld id="{1019C3A1-0A33-49A4-9985-3919D949ECAA}" type="datetimeFigureOut">
              <a:rPr lang="en-IN" smtClean="0"/>
              <a:t>27-02-2026</a:t>
            </a:fld>
            <a:endParaRPr lang="en-IN"/>
          </a:p>
        </p:txBody>
      </p:sp>
      <p:sp>
        <p:nvSpPr>
          <p:cNvPr id="5" name="Footer Placeholder 4">
            <a:extLst>
              <a:ext uri="{FF2B5EF4-FFF2-40B4-BE49-F238E27FC236}">
                <a16:creationId xmlns:a16="http://schemas.microsoft.com/office/drawing/2014/main" id="{C0F5817A-ACFF-AACF-E57A-93A82D180E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56DBF0-3534-2BF9-2119-DE9F38B54F3D}"/>
              </a:ext>
            </a:extLst>
          </p:cNvPr>
          <p:cNvSpPr>
            <a:spLocks noGrp="1"/>
          </p:cNvSpPr>
          <p:nvPr>
            <p:ph type="sldNum" sz="quarter" idx="12"/>
          </p:nvPr>
        </p:nvSpPr>
        <p:spPr/>
        <p:txBody>
          <a:bodyPr/>
          <a:lstStyle/>
          <a:p>
            <a:fld id="{0DF4E01C-FCC5-4C8C-B9A1-5670F7258AC8}" type="slidenum">
              <a:rPr lang="en-IN" smtClean="0"/>
              <a:t>‹#›</a:t>
            </a:fld>
            <a:endParaRPr lang="en-IN"/>
          </a:p>
        </p:txBody>
      </p:sp>
    </p:spTree>
    <p:extLst>
      <p:ext uri="{BB962C8B-B14F-4D97-AF65-F5344CB8AC3E}">
        <p14:creationId xmlns:p14="http://schemas.microsoft.com/office/powerpoint/2010/main" val="1041096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FFB32-CF91-3BC4-86CD-55C7F0F105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496B3E3-8C84-72FC-61AD-963ED40D99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DD3E42-B22D-0A6C-14CD-F685C35C39A5}"/>
              </a:ext>
            </a:extLst>
          </p:cNvPr>
          <p:cNvSpPr>
            <a:spLocks noGrp="1"/>
          </p:cNvSpPr>
          <p:nvPr>
            <p:ph type="dt" sz="half" idx="10"/>
          </p:nvPr>
        </p:nvSpPr>
        <p:spPr/>
        <p:txBody>
          <a:bodyPr/>
          <a:lstStyle/>
          <a:p>
            <a:fld id="{1019C3A1-0A33-49A4-9985-3919D949ECAA}" type="datetimeFigureOut">
              <a:rPr lang="en-IN" smtClean="0"/>
              <a:t>27-02-2026</a:t>
            </a:fld>
            <a:endParaRPr lang="en-IN"/>
          </a:p>
        </p:txBody>
      </p:sp>
      <p:sp>
        <p:nvSpPr>
          <p:cNvPr id="5" name="Footer Placeholder 4">
            <a:extLst>
              <a:ext uri="{FF2B5EF4-FFF2-40B4-BE49-F238E27FC236}">
                <a16:creationId xmlns:a16="http://schemas.microsoft.com/office/drawing/2014/main" id="{060DBC2B-BB18-1B1A-70C5-EC5E05A11A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689513-8651-C91B-C489-65A1B85E09FF}"/>
              </a:ext>
            </a:extLst>
          </p:cNvPr>
          <p:cNvSpPr>
            <a:spLocks noGrp="1"/>
          </p:cNvSpPr>
          <p:nvPr>
            <p:ph type="sldNum" sz="quarter" idx="12"/>
          </p:nvPr>
        </p:nvSpPr>
        <p:spPr/>
        <p:txBody>
          <a:bodyPr/>
          <a:lstStyle/>
          <a:p>
            <a:fld id="{0DF4E01C-FCC5-4C8C-B9A1-5670F7258AC8}" type="slidenum">
              <a:rPr lang="en-IN" smtClean="0"/>
              <a:t>‹#›</a:t>
            </a:fld>
            <a:endParaRPr lang="en-IN"/>
          </a:p>
        </p:txBody>
      </p:sp>
    </p:spTree>
    <p:extLst>
      <p:ext uri="{BB962C8B-B14F-4D97-AF65-F5344CB8AC3E}">
        <p14:creationId xmlns:p14="http://schemas.microsoft.com/office/powerpoint/2010/main" val="1580761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93AF6-29F0-C997-918D-EB6CA4EFADF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958C603-E3AB-C5ED-53C2-A921968C0A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6B0C52F-AADF-D8A3-E6BB-B4C1E78492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E649D80-D8DF-4878-78EB-65335D720C13}"/>
              </a:ext>
            </a:extLst>
          </p:cNvPr>
          <p:cNvSpPr>
            <a:spLocks noGrp="1"/>
          </p:cNvSpPr>
          <p:nvPr>
            <p:ph type="dt" sz="half" idx="10"/>
          </p:nvPr>
        </p:nvSpPr>
        <p:spPr/>
        <p:txBody>
          <a:bodyPr/>
          <a:lstStyle/>
          <a:p>
            <a:fld id="{1019C3A1-0A33-49A4-9985-3919D949ECAA}" type="datetimeFigureOut">
              <a:rPr lang="en-IN" smtClean="0"/>
              <a:t>27-02-2026</a:t>
            </a:fld>
            <a:endParaRPr lang="en-IN"/>
          </a:p>
        </p:txBody>
      </p:sp>
      <p:sp>
        <p:nvSpPr>
          <p:cNvPr id="6" name="Footer Placeholder 5">
            <a:extLst>
              <a:ext uri="{FF2B5EF4-FFF2-40B4-BE49-F238E27FC236}">
                <a16:creationId xmlns:a16="http://schemas.microsoft.com/office/drawing/2014/main" id="{C8192E74-2F1F-49F6-B161-FFF6A6E818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79A762-03AD-8AED-4D44-A411F51EC4EE}"/>
              </a:ext>
            </a:extLst>
          </p:cNvPr>
          <p:cNvSpPr>
            <a:spLocks noGrp="1"/>
          </p:cNvSpPr>
          <p:nvPr>
            <p:ph type="sldNum" sz="quarter" idx="12"/>
          </p:nvPr>
        </p:nvSpPr>
        <p:spPr/>
        <p:txBody>
          <a:bodyPr/>
          <a:lstStyle/>
          <a:p>
            <a:fld id="{0DF4E01C-FCC5-4C8C-B9A1-5670F7258AC8}" type="slidenum">
              <a:rPr lang="en-IN" smtClean="0"/>
              <a:t>‹#›</a:t>
            </a:fld>
            <a:endParaRPr lang="en-IN"/>
          </a:p>
        </p:txBody>
      </p:sp>
    </p:spTree>
    <p:extLst>
      <p:ext uri="{BB962C8B-B14F-4D97-AF65-F5344CB8AC3E}">
        <p14:creationId xmlns:p14="http://schemas.microsoft.com/office/powerpoint/2010/main" val="916362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DB934-1024-D739-0685-141848EEBA5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0629128-7079-E0D0-7602-BA93A51FC1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ABC199-67A4-6C0E-F3D9-D7E5AFAD99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91C3E9F-1CCC-F179-87C2-4282E7B79D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E0240A-07A1-EA18-4D72-D4F6CEA727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A3B0240-E083-8D5F-55D7-C32E181A33BA}"/>
              </a:ext>
            </a:extLst>
          </p:cNvPr>
          <p:cNvSpPr>
            <a:spLocks noGrp="1"/>
          </p:cNvSpPr>
          <p:nvPr>
            <p:ph type="dt" sz="half" idx="10"/>
          </p:nvPr>
        </p:nvSpPr>
        <p:spPr/>
        <p:txBody>
          <a:bodyPr/>
          <a:lstStyle/>
          <a:p>
            <a:fld id="{1019C3A1-0A33-49A4-9985-3919D949ECAA}" type="datetimeFigureOut">
              <a:rPr lang="en-IN" smtClean="0"/>
              <a:t>27-02-2026</a:t>
            </a:fld>
            <a:endParaRPr lang="en-IN"/>
          </a:p>
        </p:txBody>
      </p:sp>
      <p:sp>
        <p:nvSpPr>
          <p:cNvPr id="8" name="Footer Placeholder 7">
            <a:extLst>
              <a:ext uri="{FF2B5EF4-FFF2-40B4-BE49-F238E27FC236}">
                <a16:creationId xmlns:a16="http://schemas.microsoft.com/office/drawing/2014/main" id="{5A734CFB-118E-3733-085F-59C475B2692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4C7A1F6-ED89-EC9E-D45E-7D12DAAE0218}"/>
              </a:ext>
            </a:extLst>
          </p:cNvPr>
          <p:cNvSpPr>
            <a:spLocks noGrp="1"/>
          </p:cNvSpPr>
          <p:nvPr>
            <p:ph type="sldNum" sz="quarter" idx="12"/>
          </p:nvPr>
        </p:nvSpPr>
        <p:spPr/>
        <p:txBody>
          <a:bodyPr/>
          <a:lstStyle/>
          <a:p>
            <a:fld id="{0DF4E01C-FCC5-4C8C-B9A1-5670F7258AC8}" type="slidenum">
              <a:rPr lang="en-IN" smtClean="0"/>
              <a:t>‹#›</a:t>
            </a:fld>
            <a:endParaRPr lang="en-IN"/>
          </a:p>
        </p:txBody>
      </p:sp>
    </p:spTree>
    <p:extLst>
      <p:ext uri="{BB962C8B-B14F-4D97-AF65-F5344CB8AC3E}">
        <p14:creationId xmlns:p14="http://schemas.microsoft.com/office/powerpoint/2010/main" val="1507960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BDF9F-CCF2-574C-8377-72195154CD9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CA1A538-5417-94FA-B263-3871CF18B779}"/>
              </a:ext>
            </a:extLst>
          </p:cNvPr>
          <p:cNvSpPr>
            <a:spLocks noGrp="1"/>
          </p:cNvSpPr>
          <p:nvPr>
            <p:ph type="dt" sz="half" idx="10"/>
          </p:nvPr>
        </p:nvSpPr>
        <p:spPr/>
        <p:txBody>
          <a:bodyPr/>
          <a:lstStyle/>
          <a:p>
            <a:fld id="{1019C3A1-0A33-49A4-9985-3919D949ECAA}" type="datetimeFigureOut">
              <a:rPr lang="en-IN" smtClean="0"/>
              <a:t>27-02-2026</a:t>
            </a:fld>
            <a:endParaRPr lang="en-IN"/>
          </a:p>
        </p:txBody>
      </p:sp>
      <p:sp>
        <p:nvSpPr>
          <p:cNvPr id="4" name="Footer Placeholder 3">
            <a:extLst>
              <a:ext uri="{FF2B5EF4-FFF2-40B4-BE49-F238E27FC236}">
                <a16:creationId xmlns:a16="http://schemas.microsoft.com/office/drawing/2014/main" id="{E4D881DE-37F3-A551-62CD-F9FBE6F9429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A6C0BE0-0FE5-37BB-0AFF-895418A3E478}"/>
              </a:ext>
            </a:extLst>
          </p:cNvPr>
          <p:cNvSpPr>
            <a:spLocks noGrp="1"/>
          </p:cNvSpPr>
          <p:nvPr>
            <p:ph type="sldNum" sz="quarter" idx="12"/>
          </p:nvPr>
        </p:nvSpPr>
        <p:spPr/>
        <p:txBody>
          <a:bodyPr/>
          <a:lstStyle/>
          <a:p>
            <a:fld id="{0DF4E01C-FCC5-4C8C-B9A1-5670F7258AC8}" type="slidenum">
              <a:rPr lang="en-IN" smtClean="0"/>
              <a:t>‹#›</a:t>
            </a:fld>
            <a:endParaRPr lang="en-IN"/>
          </a:p>
        </p:txBody>
      </p:sp>
    </p:spTree>
    <p:extLst>
      <p:ext uri="{BB962C8B-B14F-4D97-AF65-F5344CB8AC3E}">
        <p14:creationId xmlns:p14="http://schemas.microsoft.com/office/powerpoint/2010/main" val="2693456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964B52-6B14-C045-9FEE-D2D1B6EC163D}"/>
              </a:ext>
            </a:extLst>
          </p:cNvPr>
          <p:cNvSpPr>
            <a:spLocks noGrp="1"/>
          </p:cNvSpPr>
          <p:nvPr>
            <p:ph type="dt" sz="half" idx="10"/>
          </p:nvPr>
        </p:nvSpPr>
        <p:spPr/>
        <p:txBody>
          <a:bodyPr/>
          <a:lstStyle/>
          <a:p>
            <a:fld id="{1019C3A1-0A33-49A4-9985-3919D949ECAA}" type="datetimeFigureOut">
              <a:rPr lang="en-IN" smtClean="0"/>
              <a:t>27-02-2026</a:t>
            </a:fld>
            <a:endParaRPr lang="en-IN"/>
          </a:p>
        </p:txBody>
      </p:sp>
      <p:sp>
        <p:nvSpPr>
          <p:cNvPr id="3" name="Footer Placeholder 2">
            <a:extLst>
              <a:ext uri="{FF2B5EF4-FFF2-40B4-BE49-F238E27FC236}">
                <a16:creationId xmlns:a16="http://schemas.microsoft.com/office/drawing/2014/main" id="{2496FBBA-9275-0E88-1A6A-BD342C17728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E9F7DA1-FF4E-D106-6D7C-3160B39BBEE5}"/>
              </a:ext>
            </a:extLst>
          </p:cNvPr>
          <p:cNvSpPr>
            <a:spLocks noGrp="1"/>
          </p:cNvSpPr>
          <p:nvPr>
            <p:ph type="sldNum" sz="quarter" idx="12"/>
          </p:nvPr>
        </p:nvSpPr>
        <p:spPr/>
        <p:txBody>
          <a:bodyPr/>
          <a:lstStyle/>
          <a:p>
            <a:fld id="{0DF4E01C-FCC5-4C8C-B9A1-5670F7258AC8}" type="slidenum">
              <a:rPr lang="en-IN" smtClean="0"/>
              <a:t>‹#›</a:t>
            </a:fld>
            <a:endParaRPr lang="en-IN"/>
          </a:p>
        </p:txBody>
      </p:sp>
    </p:spTree>
    <p:extLst>
      <p:ext uri="{BB962C8B-B14F-4D97-AF65-F5344CB8AC3E}">
        <p14:creationId xmlns:p14="http://schemas.microsoft.com/office/powerpoint/2010/main" val="27908475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DC9E4-F90A-E0A6-079F-3518B94CD6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6EFE1D0-4CEB-88D3-20C6-918FD1F2E0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F684761-B447-6339-8278-5113872C3A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C2A297-3196-CA77-259F-11179384C95E}"/>
              </a:ext>
            </a:extLst>
          </p:cNvPr>
          <p:cNvSpPr>
            <a:spLocks noGrp="1"/>
          </p:cNvSpPr>
          <p:nvPr>
            <p:ph type="dt" sz="half" idx="10"/>
          </p:nvPr>
        </p:nvSpPr>
        <p:spPr/>
        <p:txBody>
          <a:bodyPr/>
          <a:lstStyle/>
          <a:p>
            <a:fld id="{1019C3A1-0A33-49A4-9985-3919D949ECAA}" type="datetimeFigureOut">
              <a:rPr lang="en-IN" smtClean="0"/>
              <a:t>27-02-2026</a:t>
            </a:fld>
            <a:endParaRPr lang="en-IN"/>
          </a:p>
        </p:txBody>
      </p:sp>
      <p:sp>
        <p:nvSpPr>
          <p:cNvPr id="6" name="Footer Placeholder 5">
            <a:extLst>
              <a:ext uri="{FF2B5EF4-FFF2-40B4-BE49-F238E27FC236}">
                <a16:creationId xmlns:a16="http://schemas.microsoft.com/office/drawing/2014/main" id="{7B08A881-F550-DD1E-215C-C173E1C77D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4A08701-5AA9-A052-2220-65D6EEB82076}"/>
              </a:ext>
            </a:extLst>
          </p:cNvPr>
          <p:cNvSpPr>
            <a:spLocks noGrp="1"/>
          </p:cNvSpPr>
          <p:nvPr>
            <p:ph type="sldNum" sz="quarter" idx="12"/>
          </p:nvPr>
        </p:nvSpPr>
        <p:spPr/>
        <p:txBody>
          <a:bodyPr/>
          <a:lstStyle/>
          <a:p>
            <a:fld id="{0DF4E01C-FCC5-4C8C-B9A1-5670F7258AC8}" type="slidenum">
              <a:rPr lang="en-IN" smtClean="0"/>
              <a:t>‹#›</a:t>
            </a:fld>
            <a:endParaRPr lang="en-IN"/>
          </a:p>
        </p:txBody>
      </p:sp>
    </p:spTree>
    <p:extLst>
      <p:ext uri="{BB962C8B-B14F-4D97-AF65-F5344CB8AC3E}">
        <p14:creationId xmlns:p14="http://schemas.microsoft.com/office/powerpoint/2010/main" val="1648847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71C48-5F82-C78D-6565-B430A9DAD4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F0BF1B0-7B2A-21A8-A813-B08826BD98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9E9DAA1-FD19-611C-37E0-F01DEE2EEE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35BBD1-1229-B006-D705-2565E95A522C}"/>
              </a:ext>
            </a:extLst>
          </p:cNvPr>
          <p:cNvSpPr>
            <a:spLocks noGrp="1"/>
          </p:cNvSpPr>
          <p:nvPr>
            <p:ph type="dt" sz="half" idx="10"/>
          </p:nvPr>
        </p:nvSpPr>
        <p:spPr/>
        <p:txBody>
          <a:bodyPr/>
          <a:lstStyle/>
          <a:p>
            <a:fld id="{1019C3A1-0A33-49A4-9985-3919D949ECAA}" type="datetimeFigureOut">
              <a:rPr lang="en-IN" smtClean="0"/>
              <a:t>27-02-2026</a:t>
            </a:fld>
            <a:endParaRPr lang="en-IN"/>
          </a:p>
        </p:txBody>
      </p:sp>
      <p:sp>
        <p:nvSpPr>
          <p:cNvPr id="6" name="Footer Placeholder 5">
            <a:extLst>
              <a:ext uri="{FF2B5EF4-FFF2-40B4-BE49-F238E27FC236}">
                <a16:creationId xmlns:a16="http://schemas.microsoft.com/office/drawing/2014/main" id="{EA5E9B78-3165-7ED9-C7C7-1FD9DD77FC9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47BF35-6C98-B937-35C3-A755A7DE862F}"/>
              </a:ext>
            </a:extLst>
          </p:cNvPr>
          <p:cNvSpPr>
            <a:spLocks noGrp="1"/>
          </p:cNvSpPr>
          <p:nvPr>
            <p:ph type="sldNum" sz="quarter" idx="12"/>
          </p:nvPr>
        </p:nvSpPr>
        <p:spPr/>
        <p:txBody>
          <a:bodyPr/>
          <a:lstStyle/>
          <a:p>
            <a:fld id="{0DF4E01C-FCC5-4C8C-B9A1-5670F7258AC8}" type="slidenum">
              <a:rPr lang="en-IN" smtClean="0"/>
              <a:t>‹#›</a:t>
            </a:fld>
            <a:endParaRPr lang="en-IN"/>
          </a:p>
        </p:txBody>
      </p:sp>
    </p:spTree>
    <p:extLst>
      <p:ext uri="{BB962C8B-B14F-4D97-AF65-F5344CB8AC3E}">
        <p14:creationId xmlns:p14="http://schemas.microsoft.com/office/powerpoint/2010/main" val="200499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03D2B-003C-8A58-7FBC-AD16588DC3D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7E8B25-77F7-643A-477F-92F944003A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0CD604-92D7-E5C1-F05A-1709EEBFA2EB}"/>
              </a:ext>
            </a:extLst>
          </p:cNvPr>
          <p:cNvSpPr>
            <a:spLocks noGrp="1"/>
          </p:cNvSpPr>
          <p:nvPr>
            <p:ph type="dt" sz="half" idx="10"/>
          </p:nvPr>
        </p:nvSpPr>
        <p:spPr/>
        <p:txBody>
          <a:bodyPr/>
          <a:lstStyle/>
          <a:p>
            <a:fld id="{1019C3A1-0A33-49A4-9985-3919D949ECAA}" type="datetimeFigureOut">
              <a:rPr lang="en-IN" smtClean="0"/>
              <a:t>27-02-2026</a:t>
            </a:fld>
            <a:endParaRPr lang="en-IN"/>
          </a:p>
        </p:txBody>
      </p:sp>
      <p:sp>
        <p:nvSpPr>
          <p:cNvPr id="5" name="Footer Placeholder 4">
            <a:extLst>
              <a:ext uri="{FF2B5EF4-FFF2-40B4-BE49-F238E27FC236}">
                <a16:creationId xmlns:a16="http://schemas.microsoft.com/office/drawing/2014/main" id="{3AD2ACE4-739B-2634-1412-51CE0BF4F7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505162-77BA-E0ED-3384-2D4271A68392}"/>
              </a:ext>
            </a:extLst>
          </p:cNvPr>
          <p:cNvSpPr>
            <a:spLocks noGrp="1"/>
          </p:cNvSpPr>
          <p:nvPr>
            <p:ph type="sldNum" sz="quarter" idx="12"/>
          </p:nvPr>
        </p:nvSpPr>
        <p:spPr/>
        <p:txBody>
          <a:bodyPr/>
          <a:lstStyle/>
          <a:p>
            <a:fld id="{0DF4E01C-FCC5-4C8C-B9A1-5670F7258AC8}" type="slidenum">
              <a:rPr lang="en-IN" smtClean="0"/>
              <a:t>‹#›</a:t>
            </a:fld>
            <a:endParaRPr lang="en-IN"/>
          </a:p>
        </p:txBody>
      </p:sp>
    </p:spTree>
    <p:extLst>
      <p:ext uri="{BB962C8B-B14F-4D97-AF65-F5344CB8AC3E}">
        <p14:creationId xmlns:p14="http://schemas.microsoft.com/office/powerpoint/2010/main" val="2167509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36FEC7-A978-AC6B-26CB-7CD9327033F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85EAC42-10E5-D9F3-DE27-C81509816D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711946-A7A9-D216-6684-1E2163049A53}"/>
              </a:ext>
            </a:extLst>
          </p:cNvPr>
          <p:cNvSpPr>
            <a:spLocks noGrp="1"/>
          </p:cNvSpPr>
          <p:nvPr>
            <p:ph type="dt" sz="half" idx="10"/>
          </p:nvPr>
        </p:nvSpPr>
        <p:spPr/>
        <p:txBody>
          <a:bodyPr/>
          <a:lstStyle/>
          <a:p>
            <a:fld id="{1019C3A1-0A33-49A4-9985-3919D949ECAA}" type="datetimeFigureOut">
              <a:rPr lang="en-IN" smtClean="0"/>
              <a:t>27-02-2026</a:t>
            </a:fld>
            <a:endParaRPr lang="en-IN"/>
          </a:p>
        </p:txBody>
      </p:sp>
      <p:sp>
        <p:nvSpPr>
          <p:cNvPr id="5" name="Footer Placeholder 4">
            <a:extLst>
              <a:ext uri="{FF2B5EF4-FFF2-40B4-BE49-F238E27FC236}">
                <a16:creationId xmlns:a16="http://schemas.microsoft.com/office/drawing/2014/main" id="{3A723E42-6C89-6AC2-7BB0-631C2DFAD1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A4E2DF-96B9-998C-95EE-D74A2910D9DA}"/>
              </a:ext>
            </a:extLst>
          </p:cNvPr>
          <p:cNvSpPr>
            <a:spLocks noGrp="1"/>
          </p:cNvSpPr>
          <p:nvPr>
            <p:ph type="sldNum" sz="quarter" idx="12"/>
          </p:nvPr>
        </p:nvSpPr>
        <p:spPr/>
        <p:txBody>
          <a:bodyPr/>
          <a:lstStyle/>
          <a:p>
            <a:fld id="{0DF4E01C-FCC5-4C8C-B9A1-5670F7258AC8}" type="slidenum">
              <a:rPr lang="en-IN" smtClean="0"/>
              <a:t>‹#›</a:t>
            </a:fld>
            <a:endParaRPr lang="en-IN"/>
          </a:p>
        </p:txBody>
      </p:sp>
    </p:spTree>
    <p:extLst>
      <p:ext uri="{BB962C8B-B14F-4D97-AF65-F5344CB8AC3E}">
        <p14:creationId xmlns:p14="http://schemas.microsoft.com/office/powerpoint/2010/main" val="455405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E80DB8-63AA-0566-939F-DB85672494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391E50-6B32-F5C5-3535-C504F14872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6525CE-0EB5-E5D3-27D6-6E05B64A68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19C3A1-0A33-49A4-9985-3919D949ECAA}" type="datetimeFigureOut">
              <a:rPr lang="en-IN" smtClean="0"/>
              <a:t>27-02-2026</a:t>
            </a:fld>
            <a:endParaRPr lang="en-IN"/>
          </a:p>
        </p:txBody>
      </p:sp>
      <p:sp>
        <p:nvSpPr>
          <p:cNvPr id="5" name="Footer Placeholder 4">
            <a:extLst>
              <a:ext uri="{FF2B5EF4-FFF2-40B4-BE49-F238E27FC236}">
                <a16:creationId xmlns:a16="http://schemas.microsoft.com/office/drawing/2014/main" id="{AED9F173-6829-9097-272E-22C89F4206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7B97459-6803-3EDC-586B-58E0C104AF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F4E01C-FCC5-4C8C-B9A1-5670F7258AC8}" type="slidenum">
              <a:rPr lang="en-IN" smtClean="0"/>
              <a:t>‹#›</a:t>
            </a:fld>
            <a:endParaRPr lang="en-IN"/>
          </a:p>
        </p:txBody>
      </p:sp>
    </p:spTree>
    <p:extLst>
      <p:ext uri="{BB962C8B-B14F-4D97-AF65-F5344CB8AC3E}">
        <p14:creationId xmlns:p14="http://schemas.microsoft.com/office/powerpoint/2010/main" val="34699118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D8671-863D-7B15-F834-4B00C3172039}"/>
              </a:ext>
            </a:extLst>
          </p:cNvPr>
          <p:cNvSpPr>
            <a:spLocks noGrp="1"/>
          </p:cNvSpPr>
          <p:nvPr>
            <p:ph type="ctrTitle"/>
          </p:nvPr>
        </p:nvSpPr>
        <p:spPr/>
        <p:txBody>
          <a:bodyPr/>
          <a:lstStyle/>
          <a:p>
            <a:r>
              <a:rPr lang="en-IN" dirty="0"/>
              <a:t>MODULE III</a:t>
            </a:r>
          </a:p>
        </p:txBody>
      </p:sp>
      <p:sp>
        <p:nvSpPr>
          <p:cNvPr id="3" name="Subtitle 2">
            <a:extLst>
              <a:ext uri="{FF2B5EF4-FFF2-40B4-BE49-F238E27FC236}">
                <a16:creationId xmlns:a16="http://schemas.microsoft.com/office/drawing/2014/main" id="{28369FF1-CDC1-3304-C1FB-F78354981BD6}"/>
              </a:ext>
            </a:extLst>
          </p:cNvPr>
          <p:cNvSpPr>
            <a:spLocks noGrp="1"/>
          </p:cNvSpPr>
          <p:nvPr>
            <p:ph type="subTitle" idx="1"/>
          </p:nvPr>
        </p:nvSpPr>
        <p:spPr/>
        <p:txBody>
          <a:bodyPr/>
          <a:lstStyle/>
          <a:p>
            <a:r>
              <a:rPr lang="en-IN" dirty="0"/>
              <a:t>Image Enhancement in Spatial and Frequency Domain</a:t>
            </a:r>
          </a:p>
        </p:txBody>
      </p:sp>
    </p:spTree>
    <p:extLst>
      <p:ext uri="{BB962C8B-B14F-4D97-AF65-F5344CB8AC3E}">
        <p14:creationId xmlns:p14="http://schemas.microsoft.com/office/powerpoint/2010/main" val="22602902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A1EA0-AB68-CFDA-C92D-1518B8646F57}"/>
              </a:ext>
            </a:extLst>
          </p:cNvPr>
          <p:cNvSpPr>
            <a:spLocks noGrp="1"/>
          </p:cNvSpPr>
          <p:nvPr>
            <p:ph type="title"/>
          </p:nvPr>
        </p:nvSpPr>
        <p:spPr/>
        <p:txBody>
          <a:bodyPr/>
          <a:lstStyle/>
          <a:p>
            <a:r>
              <a:rPr lang="en-IN" b="1" dirty="0"/>
              <a:t>Image enhancement</a:t>
            </a:r>
          </a:p>
        </p:txBody>
      </p:sp>
      <p:sp>
        <p:nvSpPr>
          <p:cNvPr id="3" name="Content Placeholder 2">
            <a:extLst>
              <a:ext uri="{FF2B5EF4-FFF2-40B4-BE49-F238E27FC236}">
                <a16:creationId xmlns:a16="http://schemas.microsoft.com/office/drawing/2014/main" id="{B9B8543D-C5AA-E10E-191E-A6FF91DBE9EB}"/>
              </a:ext>
            </a:extLst>
          </p:cNvPr>
          <p:cNvSpPr>
            <a:spLocks noGrp="1"/>
          </p:cNvSpPr>
          <p:nvPr>
            <p:ph idx="1"/>
          </p:nvPr>
        </p:nvSpPr>
        <p:spPr/>
        <p:txBody>
          <a:bodyPr/>
          <a:lstStyle/>
          <a:p>
            <a:r>
              <a:rPr lang="en-US" dirty="0"/>
              <a:t>Image enhancement in image processing refers to techniques used to improve the quality or visual appearance of an image. </a:t>
            </a:r>
          </a:p>
          <a:p>
            <a:pPr marL="0" indent="0">
              <a:buNone/>
            </a:pPr>
            <a:endParaRPr lang="en-US" dirty="0"/>
          </a:p>
          <a:p>
            <a:r>
              <a:rPr lang="en-US" dirty="0"/>
              <a:t>The goal is to make certain features of the image more noticeable or more interpretable.</a:t>
            </a:r>
          </a:p>
          <a:p>
            <a:pPr marL="0" indent="0">
              <a:buNone/>
            </a:pPr>
            <a:endParaRPr lang="en-US" dirty="0"/>
          </a:p>
          <a:p>
            <a:r>
              <a:rPr lang="en-US" dirty="0"/>
              <a:t> These enhancements can be achieved through various methods, depending on the nature of the image and the desired outcome. </a:t>
            </a:r>
            <a:endParaRPr lang="en-IN" dirty="0"/>
          </a:p>
        </p:txBody>
      </p:sp>
    </p:spTree>
    <p:extLst>
      <p:ext uri="{BB962C8B-B14F-4D97-AF65-F5344CB8AC3E}">
        <p14:creationId xmlns:p14="http://schemas.microsoft.com/office/powerpoint/2010/main" val="3830039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32D350-3F8F-4062-664B-E378C662419F}"/>
              </a:ext>
            </a:extLst>
          </p:cNvPr>
          <p:cNvSpPr txBox="1"/>
          <p:nvPr/>
        </p:nvSpPr>
        <p:spPr>
          <a:xfrm>
            <a:off x="1501628" y="1283516"/>
            <a:ext cx="9834853" cy="3046988"/>
          </a:xfrm>
          <a:prstGeom prst="rect">
            <a:avLst/>
          </a:prstGeom>
          <a:noFill/>
        </p:spPr>
        <p:txBody>
          <a:bodyPr wrap="square">
            <a:spAutoFit/>
          </a:bodyPr>
          <a:lstStyle/>
          <a:p>
            <a:pPr marL="285750" indent="-285750" algn="just">
              <a:buFont typeface="Wingdings" panose="05000000000000000000" pitchFamily="2" charset="2"/>
              <a:buChar char="Ø"/>
            </a:pPr>
            <a:r>
              <a:rPr lang="en-US" sz="2400" dirty="0"/>
              <a:t>These techniques can be used individually or in combination, depending on the desired enhancement effect.</a:t>
            </a:r>
          </a:p>
          <a:p>
            <a:pPr algn="just"/>
            <a:endParaRPr lang="en-US" sz="2400" dirty="0"/>
          </a:p>
          <a:p>
            <a:pPr algn="just"/>
            <a:endParaRPr lang="en-US" sz="2400" dirty="0"/>
          </a:p>
          <a:p>
            <a:pPr marL="285750" indent="-285750" algn="just">
              <a:buFont typeface="Wingdings" panose="05000000000000000000" pitchFamily="2" charset="2"/>
              <a:buChar char="Ø"/>
            </a:pPr>
            <a:r>
              <a:rPr lang="en-US" sz="2400" dirty="0"/>
              <a:t> The choice of technique often depends on the type of image (grayscale, color, noisy, etc.), the specific features to be enhanced (edges, textures, contrast), and the context in which the image will be used (e.g., medical imaging, satellite imagery, or general photography).</a:t>
            </a:r>
            <a:endParaRPr lang="en-IN" sz="2400" dirty="0"/>
          </a:p>
        </p:txBody>
      </p:sp>
    </p:spTree>
    <p:extLst>
      <p:ext uri="{BB962C8B-B14F-4D97-AF65-F5344CB8AC3E}">
        <p14:creationId xmlns:p14="http://schemas.microsoft.com/office/powerpoint/2010/main" val="494363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4E882-4B08-B61B-939E-F3FE288722D9}"/>
              </a:ext>
            </a:extLst>
          </p:cNvPr>
          <p:cNvSpPr>
            <a:spLocks noGrp="1"/>
          </p:cNvSpPr>
          <p:nvPr>
            <p:ph type="ctrTitle"/>
          </p:nvPr>
        </p:nvSpPr>
        <p:spPr>
          <a:xfrm>
            <a:off x="1524000" y="1122363"/>
            <a:ext cx="9144000" cy="152764"/>
          </a:xfrm>
        </p:spPr>
        <p:txBody>
          <a:bodyPr>
            <a:normAutofit fontScale="90000"/>
          </a:bodyPr>
          <a:lstStyle/>
          <a:p>
            <a:r>
              <a:rPr lang="en-IN" dirty="0"/>
              <a:t>Point Operations</a:t>
            </a:r>
          </a:p>
        </p:txBody>
      </p:sp>
      <p:sp>
        <p:nvSpPr>
          <p:cNvPr id="3" name="Subtitle 2">
            <a:extLst>
              <a:ext uri="{FF2B5EF4-FFF2-40B4-BE49-F238E27FC236}">
                <a16:creationId xmlns:a16="http://schemas.microsoft.com/office/drawing/2014/main" id="{B6AA456A-FE53-543D-6D46-7A40D527FE1F}"/>
              </a:ext>
            </a:extLst>
          </p:cNvPr>
          <p:cNvSpPr>
            <a:spLocks noGrp="1"/>
          </p:cNvSpPr>
          <p:nvPr>
            <p:ph type="subTitle" idx="1"/>
          </p:nvPr>
        </p:nvSpPr>
        <p:spPr>
          <a:xfrm>
            <a:off x="613064" y="1568224"/>
            <a:ext cx="10727103" cy="3721551"/>
          </a:xfrm>
        </p:spPr>
        <p:txBody>
          <a:bodyPr>
            <a:normAutofit/>
          </a:bodyPr>
          <a:lstStyle/>
          <a:p>
            <a:pPr marL="342900" indent="-342900" algn="just">
              <a:buFont typeface="Wingdings" panose="05000000000000000000" pitchFamily="2" charset="2"/>
              <a:buChar char="Ø"/>
            </a:pPr>
            <a:r>
              <a:rPr lang="en-US" dirty="0"/>
              <a:t>Point operations in image processing are techniques where the output pixel value at any given location in the image depends only on the input pixel value at the same location. </a:t>
            </a:r>
          </a:p>
          <a:p>
            <a:pPr marL="342900" indent="-342900" algn="just">
              <a:buFont typeface="Wingdings" panose="05000000000000000000" pitchFamily="2" charset="2"/>
              <a:buChar char="Ø"/>
            </a:pPr>
            <a:r>
              <a:rPr lang="en-US" dirty="0"/>
              <a:t>These operations are called "point operations" because each pixel is processed independently, without considering its neighbors.</a:t>
            </a:r>
          </a:p>
          <a:p>
            <a:pPr marL="342900" indent="-342900" algn="just">
              <a:buFont typeface="Wingdings" panose="05000000000000000000" pitchFamily="2" charset="2"/>
              <a:buChar char="Ø"/>
            </a:pPr>
            <a:endParaRPr lang="en-US" dirty="0"/>
          </a:p>
          <a:p>
            <a:pPr marL="342900" indent="-342900" algn="just">
              <a:buFont typeface="Wingdings" panose="05000000000000000000" pitchFamily="2" charset="2"/>
              <a:buChar char="Ø"/>
            </a:pPr>
            <a:r>
              <a:rPr lang="en-US" dirty="0"/>
              <a:t> The key idea is that the transformation is applied on a pixel-by-pixel basis, using a mathematical operation or function.</a:t>
            </a:r>
            <a:endParaRPr lang="en-IN" dirty="0"/>
          </a:p>
        </p:txBody>
      </p:sp>
    </p:spTree>
    <p:extLst>
      <p:ext uri="{BB962C8B-B14F-4D97-AF65-F5344CB8AC3E}">
        <p14:creationId xmlns:p14="http://schemas.microsoft.com/office/powerpoint/2010/main" val="1044070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7EA9CA-43EC-AF2A-CF08-23748CCF5EF5}"/>
              </a:ext>
            </a:extLst>
          </p:cNvPr>
          <p:cNvPicPr>
            <a:picLocks noChangeAspect="1"/>
          </p:cNvPicPr>
          <p:nvPr/>
        </p:nvPicPr>
        <p:blipFill>
          <a:blip r:embed="rId2"/>
          <a:stretch>
            <a:fillRect/>
          </a:stretch>
        </p:blipFill>
        <p:spPr>
          <a:xfrm>
            <a:off x="2389909" y="529936"/>
            <a:ext cx="6964095" cy="3927907"/>
          </a:xfrm>
          <a:prstGeom prst="rect">
            <a:avLst/>
          </a:prstGeom>
        </p:spPr>
      </p:pic>
    </p:spTree>
    <p:extLst>
      <p:ext uri="{BB962C8B-B14F-4D97-AF65-F5344CB8AC3E}">
        <p14:creationId xmlns:p14="http://schemas.microsoft.com/office/powerpoint/2010/main" val="2203694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F9BA13-0BBB-1B58-8731-65BD3E7FDBDC}"/>
              </a:ext>
            </a:extLst>
          </p:cNvPr>
          <p:cNvSpPr>
            <a:spLocks noGrp="1"/>
          </p:cNvSpPr>
          <p:nvPr>
            <p:ph type="title"/>
          </p:nvPr>
        </p:nvSpPr>
        <p:spPr/>
        <p:txBody>
          <a:bodyPr/>
          <a:lstStyle/>
          <a:p>
            <a:r>
              <a:rPr lang="en-IN" dirty="0"/>
              <a:t>Types of Point Operations</a:t>
            </a:r>
          </a:p>
        </p:txBody>
      </p:sp>
      <p:sp>
        <p:nvSpPr>
          <p:cNvPr id="6" name="Content Placeholder 5">
            <a:extLst>
              <a:ext uri="{FF2B5EF4-FFF2-40B4-BE49-F238E27FC236}">
                <a16:creationId xmlns:a16="http://schemas.microsoft.com/office/drawing/2014/main" id="{1EE9FD86-B331-B9D2-6650-7F4F25B56D56}"/>
              </a:ext>
            </a:extLst>
          </p:cNvPr>
          <p:cNvSpPr>
            <a:spLocks noGrp="1"/>
          </p:cNvSpPr>
          <p:nvPr>
            <p:ph idx="1"/>
          </p:nvPr>
        </p:nvSpPr>
        <p:spPr/>
        <p:txBody>
          <a:bodyPr>
            <a:normAutofit fontScale="92500" lnSpcReduction="10000"/>
          </a:bodyPr>
          <a:lstStyle/>
          <a:p>
            <a:pPr>
              <a:lnSpc>
                <a:spcPct val="200000"/>
              </a:lnSpc>
            </a:pPr>
            <a:r>
              <a:rPr lang="en-US" dirty="0"/>
              <a:t>Clipping and Thresholding</a:t>
            </a:r>
          </a:p>
          <a:p>
            <a:pPr>
              <a:lnSpc>
                <a:spcPct val="200000"/>
              </a:lnSpc>
            </a:pPr>
            <a:r>
              <a:rPr lang="en-US" dirty="0"/>
              <a:t>Digital Negative</a:t>
            </a:r>
          </a:p>
          <a:p>
            <a:pPr>
              <a:lnSpc>
                <a:spcPct val="200000"/>
              </a:lnSpc>
            </a:pPr>
            <a:r>
              <a:rPr lang="en-US" dirty="0"/>
              <a:t>Intensity Level Slicing</a:t>
            </a:r>
          </a:p>
          <a:p>
            <a:pPr>
              <a:lnSpc>
                <a:spcPct val="200000"/>
              </a:lnSpc>
            </a:pPr>
            <a:r>
              <a:rPr lang="en-US" dirty="0"/>
              <a:t> Bit Extraction</a:t>
            </a:r>
          </a:p>
          <a:p>
            <a:pPr>
              <a:lnSpc>
                <a:spcPct val="200000"/>
              </a:lnSpc>
            </a:pPr>
            <a:r>
              <a:rPr lang="en-US" dirty="0"/>
              <a:t> Range Compression </a:t>
            </a:r>
            <a:endParaRPr lang="en-IN" dirty="0"/>
          </a:p>
        </p:txBody>
      </p:sp>
    </p:spTree>
    <p:extLst>
      <p:ext uri="{BB962C8B-B14F-4D97-AF65-F5344CB8AC3E}">
        <p14:creationId xmlns:p14="http://schemas.microsoft.com/office/powerpoint/2010/main" val="1642795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50D70-5C79-FC96-14DF-856EEE6FA2AD}"/>
              </a:ext>
            </a:extLst>
          </p:cNvPr>
          <p:cNvSpPr>
            <a:spLocks noGrp="1"/>
          </p:cNvSpPr>
          <p:nvPr>
            <p:ph type="ctrTitle" idx="4294967295"/>
          </p:nvPr>
        </p:nvSpPr>
        <p:spPr>
          <a:xfrm>
            <a:off x="2774373" y="2005590"/>
            <a:ext cx="9417627" cy="2387600"/>
          </a:xfrm>
        </p:spPr>
        <p:txBody>
          <a:bodyPr>
            <a:normAutofit/>
          </a:bodyPr>
          <a:lstStyle/>
          <a:p>
            <a:r>
              <a:rPr lang="en-IN" sz="5400" dirty="0"/>
              <a:t>Clipping and Thresholding</a:t>
            </a:r>
          </a:p>
        </p:txBody>
      </p:sp>
    </p:spTree>
    <p:extLst>
      <p:ext uri="{BB962C8B-B14F-4D97-AF65-F5344CB8AC3E}">
        <p14:creationId xmlns:p14="http://schemas.microsoft.com/office/powerpoint/2010/main" val="1512902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6B490-D547-79AD-5A36-474F4D6751E1}"/>
              </a:ext>
            </a:extLst>
          </p:cNvPr>
          <p:cNvSpPr>
            <a:spLocks noGrp="1"/>
          </p:cNvSpPr>
          <p:nvPr>
            <p:ph type="title"/>
          </p:nvPr>
        </p:nvSpPr>
        <p:spPr/>
        <p:txBody>
          <a:bodyPr/>
          <a:lstStyle/>
          <a:p>
            <a:r>
              <a:rPr lang="en-IN" dirty="0"/>
              <a:t>Clipping</a:t>
            </a:r>
          </a:p>
        </p:txBody>
      </p:sp>
      <p:sp>
        <p:nvSpPr>
          <p:cNvPr id="3" name="Content Placeholder 2">
            <a:extLst>
              <a:ext uri="{FF2B5EF4-FFF2-40B4-BE49-F238E27FC236}">
                <a16:creationId xmlns:a16="http://schemas.microsoft.com/office/drawing/2014/main" id="{17BCAADC-4F76-FD52-5B80-0ADC106CEA88}"/>
              </a:ext>
            </a:extLst>
          </p:cNvPr>
          <p:cNvSpPr>
            <a:spLocks noGrp="1"/>
          </p:cNvSpPr>
          <p:nvPr>
            <p:ph idx="1"/>
          </p:nvPr>
        </p:nvSpPr>
        <p:spPr/>
        <p:txBody>
          <a:bodyPr/>
          <a:lstStyle/>
          <a:p>
            <a:r>
              <a:rPr lang="en-US" b="1" dirty="0">
                <a:latin typeface="+mj-lt"/>
              </a:rPr>
              <a:t>Clipping</a:t>
            </a:r>
            <a:r>
              <a:rPr lang="en-US" dirty="0">
                <a:latin typeface="+mj-lt"/>
              </a:rPr>
              <a:t> in image processing refers to the process of restricting or limiting the pixel values of an image within a specified range. </a:t>
            </a:r>
          </a:p>
          <a:p>
            <a:r>
              <a:rPr lang="en-US" dirty="0">
                <a:latin typeface="+mj-lt"/>
              </a:rPr>
              <a:t>Any pixel value that exceeds the upper or lower limit of the range is "clipped" to that limit. </a:t>
            </a:r>
          </a:p>
          <a:p>
            <a:r>
              <a:rPr lang="en-US" dirty="0">
                <a:latin typeface="+mj-lt"/>
              </a:rPr>
              <a:t>Clipping is often used to adjust the contrast, handle outliers, or ensure that pixel values remain within a valid range for display or further processing.</a:t>
            </a:r>
            <a:endParaRPr lang="en-IN" dirty="0">
              <a:latin typeface="+mj-lt"/>
            </a:endParaRPr>
          </a:p>
        </p:txBody>
      </p:sp>
    </p:spTree>
    <p:extLst>
      <p:ext uri="{BB962C8B-B14F-4D97-AF65-F5344CB8AC3E}">
        <p14:creationId xmlns:p14="http://schemas.microsoft.com/office/powerpoint/2010/main" val="2116928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30523F5-177B-FE15-60B8-660F6ED6266E}"/>
              </a:ext>
            </a:extLst>
          </p:cNvPr>
          <p:cNvSpPr>
            <a:spLocks noGrp="1"/>
          </p:cNvSpPr>
          <p:nvPr>
            <p:ph idx="4294967295"/>
          </p:nvPr>
        </p:nvSpPr>
        <p:spPr>
          <a:xfrm>
            <a:off x="1039091" y="1046307"/>
            <a:ext cx="10515600" cy="4351338"/>
          </a:xfrm>
        </p:spPr>
        <p:txBody>
          <a:bodyPr>
            <a:normAutofit lnSpcReduction="10000"/>
          </a:bodyPr>
          <a:lstStyle/>
          <a:p>
            <a:r>
              <a:rPr lang="en-US" dirty="0"/>
              <a:t>Clipping is mainly used to control the dynamic range of pixel values and to eliminate unwanted extreme intensity values that may degrade image quality.</a:t>
            </a:r>
          </a:p>
          <a:p>
            <a:pPr marL="0" indent="0">
              <a:buNone/>
            </a:pPr>
            <a:endParaRPr lang="en-US" dirty="0"/>
          </a:p>
          <a:p>
            <a:pPr marL="0" indent="0">
              <a:buNone/>
            </a:pPr>
            <a:r>
              <a:rPr lang="en-US" b="1" dirty="0"/>
              <a:t>Clipping is the process of limiting pixel intensity values such that:</a:t>
            </a:r>
          </a:p>
          <a:p>
            <a:r>
              <a:rPr lang="en-US" dirty="0"/>
              <a:t>Pixel values below a minimum threshold are set to that minimum value.</a:t>
            </a:r>
          </a:p>
          <a:p>
            <a:r>
              <a:rPr lang="en-US" dirty="0"/>
              <a:t>Pixel values above a maximum threshold are set to that maximum value.</a:t>
            </a:r>
          </a:p>
          <a:p>
            <a:r>
              <a:rPr lang="en-US" dirty="0"/>
              <a:t>Pixel values within the range remain unchanged.</a:t>
            </a:r>
          </a:p>
          <a:p>
            <a:endParaRPr lang="en-IN" dirty="0"/>
          </a:p>
        </p:txBody>
      </p:sp>
    </p:spTree>
    <p:extLst>
      <p:ext uri="{BB962C8B-B14F-4D97-AF65-F5344CB8AC3E}">
        <p14:creationId xmlns:p14="http://schemas.microsoft.com/office/powerpoint/2010/main" val="1320899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071BE2A-BC5F-7868-11D4-0DAF04658594}"/>
                  </a:ext>
                </a:extLst>
              </p:cNvPr>
              <p:cNvSpPr txBox="1"/>
              <p:nvPr/>
            </p:nvSpPr>
            <p:spPr>
              <a:xfrm>
                <a:off x="2535382" y="648134"/>
                <a:ext cx="8416636" cy="3192605"/>
              </a:xfrm>
              <a:prstGeom prst="rect">
                <a:avLst/>
              </a:prstGeom>
              <a:noFill/>
            </p:spPr>
            <p:txBody>
              <a:bodyPr wrap="square">
                <a:spAutoFit/>
              </a:bodyPr>
              <a:lstStyle/>
              <a:p>
                <a:pPr>
                  <a:buNone/>
                </a:pPr>
                <a:br>
                  <a:rPr lang="en-IN" dirty="0"/>
                </a:br>
                <a:endParaRPr lang="en-IN" dirty="0"/>
              </a:p>
              <a:p>
                <a:pPr>
                  <a:buNone/>
                </a:pPr>
                <a:r>
                  <a:rPr lang="en-IN" b="1" dirty="0"/>
                  <a:t>Mathematical Representation</a:t>
                </a:r>
              </a:p>
              <a:p>
                <a:pPr>
                  <a:buNone/>
                </a:pPr>
                <a:r>
                  <a:rPr lang="en-IN" dirty="0"/>
                  <a:t>Let </a:t>
                </a:r>
                <a14:m>
                  <m:oMath xmlns:m="http://schemas.openxmlformats.org/officeDocument/2006/math">
                    <m:r>
                      <a:rPr lang="en-IN" i="1">
                        <a:latin typeface="Cambria Math" panose="02040503050406030204" pitchFamily="18" charset="0"/>
                      </a:rPr>
                      <m:t>𝑟</m:t>
                    </m:r>
                  </m:oMath>
                </a14:m>
                <a:r>
                  <a:rPr lang="en-IN" dirty="0"/>
                  <a:t>be the input pixel intensity and </a:t>
                </a:r>
                <a14:m>
                  <m:oMath xmlns:m="http://schemas.openxmlformats.org/officeDocument/2006/math">
                    <m:r>
                      <a:rPr lang="en-IN" i="1">
                        <a:latin typeface="Cambria Math" panose="02040503050406030204" pitchFamily="18" charset="0"/>
                      </a:rPr>
                      <m:t>𝑠</m:t>
                    </m:r>
                  </m:oMath>
                </a14:m>
                <a:r>
                  <a:rPr lang="en-IN" dirty="0"/>
                  <a:t>be the output pixel intensity. Clipping is defined as:</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𝑠</m:t>
                      </m:r>
                      <m:r>
                        <a:rPr lang="en-IN" i="0">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𝑚𝑖𝑛</m:t>
                                    </m:r>
                                  </m:sub>
                                </m:sSub>
                                <m:r>
                                  <a:rPr lang="ar-AE" i="0">
                                    <a:latin typeface="Cambria Math" panose="02040503050406030204" pitchFamily="18" charset="0"/>
                                  </a:rPr>
                                  <m:t>,</m:t>
                                </m:r>
                              </m:e>
                              <m:e>
                                <m:r>
                                  <a:rPr lang="ar-AE" i="1">
                                    <a:latin typeface="Cambria Math" panose="02040503050406030204" pitchFamily="18" charset="0"/>
                                  </a:rPr>
                                  <m:t>𝑟</m:t>
                                </m:r>
                                <m:r>
                                  <a:rPr lang="ar-AE" i="0">
                                    <a:latin typeface="Cambria Math" panose="02040503050406030204" pitchFamily="18" charset="0"/>
                                  </a:rPr>
                                  <m:t>&lt;</m:t>
                                </m:r>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𝑚𝑖𝑛</m:t>
                                    </m:r>
                                  </m:sub>
                                </m:sSub>
                              </m:e>
                            </m:mr>
                            <m:mr>
                              <m:e>
                                <m:r>
                                  <a:rPr lang="ar-AE" i="1">
                                    <a:latin typeface="Cambria Math" panose="02040503050406030204" pitchFamily="18" charset="0"/>
                                  </a:rPr>
                                  <m:t>𝑟</m:t>
                                </m:r>
                                <m:r>
                                  <a:rPr lang="ar-AE" i="0">
                                    <a:latin typeface="Cambria Math" panose="02040503050406030204" pitchFamily="18" charset="0"/>
                                  </a:rPr>
                                  <m:t>,</m:t>
                                </m:r>
                              </m:e>
                              <m:e>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𝑚𝑖𝑛</m:t>
                                    </m:r>
                                  </m:sub>
                                </m:sSub>
                                <m:r>
                                  <a:rPr lang="ar-AE" i="0">
                                    <a:latin typeface="Cambria Math" panose="02040503050406030204" pitchFamily="18" charset="0"/>
                                  </a:rPr>
                                  <m:t>≤</m:t>
                                </m:r>
                                <m:r>
                                  <a:rPr lang="ar-AE" i="1">
                                    <a:latin typeface="Cambria Math" panose="02040503050406030204" pitchFamily="18" charset="0"/>
                                  </a:rPr>
                                  <m:t>𝑟</m:t>
                                </m:r>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𝑚𝑎𝑥</m:t>
                                    </m:r>
                                  </m:sub>
                                </m:sSub>
                              </m:e>
                            </m:mr>
                            <m:mr>
                              <m:e>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𝑚𝑎𝑥</m:t>
                                    </m:r>
                                  </m:sub>
                                </m:sSub>
                                <m:r>
                                  <a:rPr lang="ar-AE" i="0">
                                    <a:latin typeface="Cambria Math" panose="02040503050406030204" pitchFamily="18" charset="0"/>
                                  </a:rPr>
                                  <m:t>,</m:t>
                                </m:r>
                              </m:e>
                              <m:e>
                                <m:r>
                                  <a:rPr lang="ar-AE" i="1">
                                    <a:latin typeface="Cambria Math" panose="02040503050406030204" pitchFamily="18" charset="0"/>
                                  </a:rPr>
                                  <m:t>𝑟</m:t>
                                </m:r>
                                <m:r>
                                  <a:rPr lang="ar-AE" i="0">
                                    <a:latin typeface="Cambria Math" panose="02040503050406030204" pitchFamily="18" charset="0"/>
                                  </a:rPr>
                                  <m:t>&gt;</m:t>
                                </m:r>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𝑚𝑎𝑥</m:t>
                                    </m:r>
                                  </m:sub>
                                </m:sSub>
                              </m:e>
                            </m:mr>
                          </m:m>
                        </m:e>
                      </m:d>
                    </m:oMath>
                  </m:oMathPara>
                </a14:m>
                <a:endParaRPr lang="ar-AE" dirty="0"/>
              </a:p>
              <a:p>
                <a:pPr>
                  <a:buNone/>
                </a:pPr>
                <a:r>
                  <a:rPr lang="en-IN" dirty="0"/>
                  <a:t>where</a:t>
                </a:r>
              </a:p>
              <a:p>
                <a:pPr>
                  <a:buFont typeface="Arial" panose="020B0604020202020204" pitchFamily="34" charset="0"/>
                  <a:buChar char="•"/>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𝑚𝑖𝑛</m:t>
                        </m:r>
                      </m:sub>
                    </m:sSub>
                  </m:oMath>
                </a14:m>
                <a:r>
                  <a:rPr lang="ar-AE" dirty="0"/>
                  <a:t>= </a:t>
                </a:r>
                <a:r>
                  <a:rPr lang="en-IN" dirty="0"/>
                  <a:t>lower clipping limit</a:t>
                </a:r>
              </a:p>
              <a:p>
                <a:pPr>
                  <a:buFont typeface="Arial" panose="020B0604020202020204" pitchFamily="34" charset="0"/>
                  <a:buChar char="•"/>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𝑚𝑎𝑥</m:t>
                        </m:r>
                      </m:sub>
                    </m:sSub>
                  </m:oMath>
                </a14:m>
                <a:r>
                  <a:rPr lang="ar-AE" dirty="0"/>
                  <a:t>= </a:t>
                </a:r>
                <a:r>
                  <a:rPr lang="en-IN" dirty="0"/>
                  <a:t>upper clipping limit</a:t>
                </a:r>
              </a:p>
            </p:txBody>
          </p:sp>
        </mc:Choice>
        <mc:Fallback xmlns="">
          <p:sp>
            <p:nvSpPr>
              <p:cNvPr id="3" name="TextBox 2">
                <a:extLst>
                  <a:ext uri="{FF2B5EF4-FFF2-40B4-BE49-F238E27FC236}">
                    <a16:creationId xmlns:a16="http://schemas.microsoft.com/office/drawing/2014/main" id="{1071BE2A-BC5F-7868-11D4-0DAF04658594}"/>
                  </a:ext>
                </a:extLst>
              </p:cNvPr>
              <p:cNvSpPr txBox="1">
                <a:spLocks noRot="1" noChangeAspect="1" noMove="1" noResize="1" noEditPoints="1" noAdjustHandles="1" noChangeArrowheads="1" noChangeShapeType="1" noTextEdit="1"/>
              </p:cNvSpPr>
              <p:nvPr/>
            </p:nvSpPr>
            <p:spPr>
              <a:xfrm>
                <a:off x="2535382" y="648134"/>
                <a:ext cx="8416636" cy="3192605"/>
              </a:xfrm>
              <a:prstGeom prst="rect">
                <a:avLst/>
              </a:prstGeom>
              <a:blipFill>
                <a:blip r:embed="rId2"/>
                <a:stretch>
                  <a:fillRect l="-652" b="-2099"/>
                </a:stretch>
              </a:blipFill>
            </p:spPr>
            <p:txBody>
              <a:bodyPr/>
              <a:lstStyle/>
              <a:p>
                <a:r>
                  <a:rPr lang="en-IN">
                    <a:noFill/>
                  </a:rPr>
                  <a:t> </a:t>
                </a:r>
              </a:p>
            </p:txBody>
          </p:sp>
        </mc:Fallback>
      </mc:AlternateContent>
    </p:spTree>
    <p:extLst>
      <p:ext uri="{BB962C8B-B14F-4D97-AF65-F5344CB8AC3E}">
        <p14:creationId xmlns:p14="http://schemas.microsoft.com/office/powerpoint/2010/main" val="432904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43EEE9-DD62-D12F-4268-5B1FC3BB907A}"/>
              </a:ext>
            </a:extLst>
          </p:cNvPr>
          <p:cNvSpPr>
            <a:spLocks noGrp="1"/>
          </p:cNvSpPr>
          <p:nvPr>
            <p:ph type="title"/>
          </p:nvPr>
        </p:nvSpPr>
        <p:spPr/>
        <p:txBody>
          <a:bodyPr/>
          <a:lstStyle/>
          <a:p>
            <a:r>
              <a:rPr lang="en-US" b="1" dirty="0"/>
              <a:t>Working Principle</a:t>
            </a:r>
            <a:br>
              <a:rPr lang="en-US" b="1" dirty="0"/>
            </a:br>
            <a:endParaRPr lang="en-IN" dirty="0"/>
          </a:p>
        </p:txBody>
      </p:sp>
      <p:sp>
        <p:nvSpPr>
          <p:cNvPr id="5" name="Content Placeholder 4">
            <a:extLst>
              <a:ext uri="{FF2B5EF4-FFF2-40B4-BE49-F238E27FC236}">
                <a16:creationId xmlns:a16="http://schemas.microsoft.com/office/drawing/2014/main" id="{81F16BB7-2305-ED0F-7E12-3F12D0138FA1}"/>
              </a:ext>
            </a:extLst>
          </p:cNvPr>
          <p:cNvSpPr>
            <a:spLocks noGrp="1"/>
          </p:cNvSpPr>
          <p:nvPr>
            <p:ph idx="1"/>
          </p:nvPr>
        </p:nvSpPr>
        <p:spPr/>
        <p:txBody>
          <a:bodyPr/>
          <a:lstStyle/>
          <a:p>
            <a:r>
              <a:rPr lang="en-US" dirty="0"/>
              <a:t>The input image is scanned pixel by pixel.</a:t>
            </a:r>
          </a:p>
          <a:p>
            <a:r>
              <a:rPr lang="en-US" dirty="0"/>
              <a:t>Each pixel value is compared with the predefined minimum and maximum limits.</a:t>
            </a:r>
          </a:p>
          <a:p>
            <a:r>
              <a:rPr lang="en-US" dirty="0"/>
              <a:t>If the pixel value lies outside the range, it is replaced by the nearest boundary value.</a:t>
            </a:r>
          </a:p>
          <a:p>
            <a:r>
              <a:rPr lang="en-US" dirty="0"/>
              <a:t>The processed pixels together form the clipped output image.</a:t>
            </a:r>
          </a:p>
          <a:p>
            <a:endParaRPr lang="en-IN" dirty="0"/>
          </a:p>
        </p:txBody>
      </p:sp>
    </p:spTree>
    <p:extLst>
      <p:ext uri="{BB962C8B-B14F-4D97-AF65-F5344CB8AC3E}">
        <p14:creationId xmlns:p14="http://schemas.microsoft.com/office/powerpoint/2010/main" val="2323328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10C5B-0489-68D8-EDB1-AC44FF9F0EF2}"/>
              </a:ext>
            </a:extLst>
          </p:cNvPr>
          <p:cNvSpPr>
            <a:spLocks noGrp="1"/>
          </p:cNvSpPr>
          <p:nvPr>
            <p:ph type="title"/>
          </p:nvPr>
        </p:nvSpPr>
        <p:spPr/>
        <p:txBody>
          <a:bodyPr/>
          <a:lstStyle/>
          <a:p>
            <a:r>
              <a:rPr lang="en-IN" dirty="0"/>
              <a:t>THRESHOLDING</a:t>
            </a:r>
          </a:p>
        </p:txBody>
      </p:sp>
      <p:pic>
        <p:nvPicPr>
          <p:cNvPr id="5" name="Content Placeholder 4">
            <a:extLst>
              <a:ext uri="{FF2B5EF4-FFF2-40B4-BE49-F238E27FC236}">
                <a16:creationId xmlns:a16="http://schemas.microsoft.com/office/drawing/2014/main" id="{B8B3DEB6-F848-9C8A-99F5-69061494A668}"/>
              </a:ext>
            </a:extLst>
          </p:cNvPr>
          <p:cNvPicPr>
            <a:picLocks noGrp="1" noChangeAspect="1"/>
          </p:cNvPicPr>
          <p:nvPr>
            <p:ph idx="1"/>
          </p:nvPr>
        </p:nvPicPr>
        <p:blipFill>
          <a:blip r:embed="rId2"/>
          <a:stretch>
            <a:fillRect/>
          </a:stretch>
        </p:blipFill>
        <p:spPr>
          <a:xfrm>
            <a:off x="838200" y="2078182"/>
            <a:ext cx="10515600" cy="3200400"/>
          </a:xfrm>
          <a:prstGeom prst="rect">
            <a:avLst/>
          </a:prstGeom>
        </p:spPr>
      </p:pic>
    </p:spTree>
    <p:extLst>
      <p:ext uri="{BB962C8B-B14F-4D97-AF65-F5344CB8AC3E}">
        <p14:creationId xmlns:p14="http://schemas.microsoft.com/office/powerpoint/2010/main" val="954662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D174739-4E33-8F1A-5D9B-0B791617B17B}"/>
              </a:ext>
            </a:extLst>
          </p:cNvPr>
          <p:cNvPicPr>
            <a:picLocks noGrp="1" noChangeAspect="1"/>
          </p:cNvPicPr>
          <p:nvPr>
            <p:ph idx="4294967295"/>
          </p:nvPr>
        </p:nvPicPr>
        <p:blipFill>
          <a:blip r:embed="rId2"/>
          <a:stretch>
            <a:fillRect/>
          </a:stretch>
        </p:blipFill>
        <p:spPr>
          <a:xfrm>
            <a:off x="1039091" y="1308966"/>
            <a:ext cx="10515600" cy="2816225"/>
          </a:xfrm>
          <a:prstGeom prst="rect">
            <a:avLst/>
          </a:prstGeom>
        </p:spPr>
      </p:pic>
    </p:spTree>
    <p:extLst>
      <p:ext uri="{BB962C8B-B14F-4D97-AF65-F5344CB8AC3E}">
        <p14:creationId xmlns:p14="http://schemas.microsoft.com/office/powerpoint/2010/main" val="2458153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7D93F14-1E41-EB10-770B-4EE8F358A510}"/>
              </a:ext>
            </a:extLst>
          </p:cNvPr>
          <p:cNvPicPr>
            <a:picLocks noChangeAspect="1"/>
          </p:cNvPicPr>
          <p:nvPr/>
        </p:nvPicPr>
        <p:blipFill>
          <a:blip r:embed="rId2"/>
          <a:stretch>
            <a:fillRect/>
          </a:stretch>
        </p:blipFill>
        <p:spPr>
          <a:xfrm>
            <a:off x="301337" y="620424"/>
            <a:ext cx="11689772" cy="3722976"/>
          </a:xfrm>
          <a:prstGeom prst="rect">
            <a:avLst/>
          </a:prstGeom>
        </p:spPr>
      </p:pic>
      <p:pic>
        <p:nvPicPr>
          <p:cNvPr id="7" name="Picture 6">
            <a:extLst>
              <a:ext uri="{FF2B5EF4-FFF2-40B4-BE49-F238E27FC236}">
                <a16:creationId xmlns:a16="http://schemas.microsoft.com/office/drawing/2014/main" id="{D2C2EFF3-C3D0-7075-0C75-1B137757354E}"/>
              </a:ext>
            </a:extLst>
          </p:cNvPr>
          <p:cNvPicPr>
            <a:picLocks noChangeAspect="1"/>
          </p:cNvPicPr>
          <p:nvPr/>
        </p:nvPicPr>
        <p:blipFill>
          <a:blip r:embed="rId3"/>
          <a:stretch>
            <a:fillRect/>
          </a:stretch>
        </p:blipFill>
        <p:spPr>
          <a:xfrm>
            <a:off x="3763434" y="4156364"/>
            <a:ext cx="5484476" cy="2483427"/>
          </a:xfrm>
          <a:prstGeom prst="rect">
            <a:avLst/>
          </a:prstGeom>
        </p:spPr>
      </p:pic>
    </p:spTree>
    <p:extLst>
      <p:ext uri="{BB962C8B-B14F-4D97-AF65-F5344CB8AC3E}">
        <p14:creationId xmlns:p14="http://schemas.microsoft.com/office/powerpoint/2010/main" val="3002079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F8558-CD47-D3D7-E833-A62275F2AE34}"/>
              </a:ext>
            </a:extLst>
          </p:cNvPr>
          <p:cNvSpPr>
            <a:spLocks noGrp="1"/>
          </p:cNvSpPr>
          <p:nvPr>
            <p:ph type="title"/>
          </p:nvPr>
        </p:nvSpPr>
        <p:spPr/>
        <p:txBody>
          <a:bodyPr/>
          <a:lstStyle/>
          <a:p>
            <a:r>
              <a:rPr lang="en-IN" dirty="0"/>
              <a:t>DIGITAL NEGATIVE</a:t>
            </a:r>
          </a:p>
        </p:txBody>
      </p:sp>
      <p:sp>
        <p:nvSpPr>
          <p:cNvPr id="3" name="Content Placeholder 2">
            <a:extLst>
              <a:ext uri="{FF2B5EF4-FFF2-40B4-BE49-F238E27FC236}">
                <a16:creationId xmlns:a16="http://schemas.microsoft.com/office/drawing/2014/main" id="{89A8070C-B72C-E723-271F-124DB3C49064}"/>
              </a:ext>
            </a:extLst>
          </p:cNvPr>
          <p:cNvSpPr>
            <a:spLocks noGrp="1"/>
          </p:cNvSpPr>
          <p:nvPr>
            <p:ph idx="1"/>
          </p:nvPr>
        </p:nvSpPr>
        <p:spPr/>
        <p:txBody>
          <a:bodyPr/>
          <a:lstStyle/>
          <a:p>
            <a:pPr algn="just"/>
            <a:r>
              <a:rPr lang="en-US" dirty="0"/>
              <a:t>A </a:t>
            </a:r>
            <a:r>
              <a:rPr lang="en-US" b="1" dirty="0"/>
              <a:t>digital negative</a:t>
            </a:r>
            <a:r>
              <a:rPr lang="en-US" dirty="0"/>
              <a:t> is a fundamental </a:t>
            </a:r>
            <a:r>
              <a:rPr lang="en-US" b="1" dirty="0"/>
              <a:t>point operation</a:t>
            </a:r>
            <a:r>
              <a:rPr lang="en-US" dirty="0"/>
              <a:t> in digital image processing that transforms an image by </a:t>
            </a:r>
            <a:r>
              <a:rPr lang="en-US" b="1" dirty="0"/>
              <a:t>reversing its gray levels</a:t>
            </a:r>
            <a:r>
              <a:rPr lang="en-US" dirty="0"/>
              <a:t>.</a:t>
            </a:r>
          </a:p>
          <a:p>
            <a:pPr algn="just"/>
            <a:r>
              <a:rPr lang="en-US" dirty="0"/>
              <a:t> This operation produces an effect similar to photographic negatives, where bright areas become dark and dark areas become bright.</a:t>
            </a:r>
          </a:p>
          <a:p>
            <a:pPr algn="just"/>
            <a:r>
              <a:rPr lang="en-US" dirty="0"/>
              <a:t>Since each output pixel depends only on the corresponding input pixel, digital negative is classified as a </a:t>
            </a:r>
            <a:r>
              <a:rPr lang="en-US" b="1" dirty="0"/>
              <a:t>point processing technique</a:t>
            </a:r>
            <a:r>
              <a:rPr lang="en-US" dirty="0"/>
              <a:t>.</a:t>
            </a:r>
          </a:p>
          <a:p>
            <a:pPr algn="just"/>
            <a:r>
              <a:rPr lang="en-US" dirty="0"/>
              <a:t>Digital negative is an image transformation in which the gray level of each pixel is replaced by its </a:t>
            </a:r>
            <a:r>
              <a:rPr lang="en-US" b="1" dirty="0"/>
              <a:t>complement with respect to the maximum gray level</a:t>
            </a:r>
            <a:r>
              <a:rPr lang="en-US" dirty="0"/>
              <a:t> of the image.</a:t>
            </a:r>
          </a:p>
          <a:p>
            <a:pPr algn="just"/>
            <a:endParaRPr lang="en-IN" dirty="0"/>
          </a:p>
        </p:txBody>
      </p:sp>
    </p:spTree>
    <p:extLst>
      <p:ext uri="{BB962C8B-B14F-4D97-AF65-F5344CB8AC3E}">
        <p14:creationId xmlns:p14="http://schemas.microsoft.com/office/powerpoint/2010/main" val="2981194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4F1DD5-CBB9-0958-D834-774057108DF8}"/>
              </a:ext>
            </a:extLst>
          </p:cNvPr>
          <p:cNvPicPr>
            <a:picLocks noChangeAspect="1"/>
          </p:cNvPicPr>
          <p:nvPr/>
        </p:nvPicPr>
        <p:blipFill>
          <a:blip r:embed="rId2"/>
          <a:stretch>
            <a:fillRect/>
          </a:stretch>
        </p:blipFill>
        <p:spPr>
          <a:xfrm>
            <a:off x="0" y="966355"/>
            <a:ext cx="12192000" cy="2608118"/>
          </a:xfrm>
          <a:prstGeom prst="rect">
            <a:avLst/>
          </a:prstGeom>
        </p:spPr>
      </p:pic>
    </p:spTree>
    <p:extLst>
      <p:ext uri="{BB962C8B-B14F-4D97-AF65-F5344CB8AC3E}">
        <p14:creationId xmlns:p14="http://schemas.microsoft.com/office/powerpoint/2010/main" val="31196833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2F9F18F-A5A5-CFBA-4E26-B82F2DA8EEC7}"/>
              </a:ext>
            </a:extLst>
          </p:cNvPr>
          <p:cNvSpPr>
            <a:spLocks noGrp="1"/>
          </p:cNvSpPr>
          <p:nvPr>
            <p:ph type="title"/>
          </p:nvPr>
        </p:nvSpPr>
        <p:spPr/>
        <p:txBody>
          <a:bodyPr/>
          <a:lstStyle/>
          <a:p>
            <a:r>
              <a:rPr lang="en-US" b="1" dirty="0"/>
              <a:t>Applications</a:t>
            </a:r>
            <a:br>
              <a:rPr lang="en-US" b="1" dirty="0"/>
            </a:br>
            <a:endParaRPr lang="en-IN" dirty="0"/>
          </a:p>
        </p:txBody>
      </p:sp>
      <p:sp>
        <p:nvSpPr>
          <p:cNvPr id="6" name="Content Placeholder 5">
            <a:extLst>
              <a:ext uri="{FF2B5EF4-FFF2-40B4-BE49-F238E27FC236}">
                <a16:creationId xmlns:a16="http://schemas.microsoft.com/office/drawing/2014/main" id="{AFDB467C-0F42-DCF1-82AE-2519E10C8A75}"/>
              </a:ext>
            </a:extLst>
          </p:cNvPr>
          <p:cNvSpPr txBox="1">
            <a:spLocks noGrp="1"/>
          </p:cNvSpPr>
          <p:nvPr>
            <p:ph idx="1"/>
          </p:nvPr>
        </p:nvSpPr>
        <p:spPr>
          <a:xfrm>
            <a:off x="838200" y="1825625"/>
            <a:ext cx="10515600" cy="3803477"/>
          </a:xfrm>
          <a:prstGeom prst="rect">
            <a:avLst/>
          </a:prstGeom>
          <a:noFill/>
        </p:spPr>
        <p:txBody>
          <a:bodyPr wrap="square">
            <a:spAutoFit/>
          </a:bodyPr>
          <a:lstStyle/>
          <a:p>
            <a:pPr>
              <a:lnSpc>
                <a:spcPct val="200000"/>
              </a:lnSpc>
              <a:buFont typeface="Arial" panose="020B0604020202020204" pitchFamily="34" charset="0"/>
              <a:buChar char="•"/>
            </a:pPr>
            <a:r>
              <a:rPr lang="en-US" dirty="0"/>
              <a:t>Medical imaging (X-ray images)</a:t>
            </a:r>
          </a:p>
          <a:p>
            <a:pPr>
              <a:lnSpc>
                <a:spcPct val="200000"/>
              </a:lnSpc>
              <a:buFont typeface="Arial" panose="020B0604020202020204" pitchFamily="34" charset="0"/>
              <a:buChar char="•"/>
            </a:pPr>
            <a:r>
              <a:rPr lang="en-US" dirty="0"/>
              <a:t>Photographic image enhancement</a:t>
            </a:r>
          </a:p>
          <a:p>
            <a:pPr>
              <a:lnSpc>
                <a:spcPct val="200000"/>
              </a:lnSpc>
              <a:buFont typeface="Arial" panose="020B0604020202020204" pitchFamily="34" charset="0"/>
              <a:buChar char="•"/>
            </a:pPr>
            <a:r>
              <a:rPr lang="en-US" dirty="0"/>
              <a:t>Satellite and remote sensing images</a:t>
            </a:r>
          </a:p>
          <a:p>
            <a:pPr>
              <a:lnSpc>
                <a:spcPct val="200000"/>
              </a:lnSpc>
              <a:buFont typeface="Arial" panose="020B0604020202020204" pitchFamily="34" charset="0"/>
              <a:buChar char="•"/>
            </a:pPr>
            <a:r>
              <a:rPr lang="en-US" dirty="0"/>
              <a:t>Enhancing white or gray details on dark backgrounds</a:t>
            </a:r>
          </a:p>
        </p:txBody>
      </p:sp>
    </p:spTree>
    <p:extLst>
      <p:ext uri="{BB962C8B-B14F-4D97-AF65-F5344CB8AC3E}">
        <p14:creationId xmlns:p14="http://schemas.microsoft.com/office/powerpoint/2010/main" val="2904456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6A2982-1DE4-BA32-9C35-C7BE0448DE0A}"/>
              </a:ext>
            </a:extLst>
          </p:cNvPr>
          <p:cNvPicPr>
            <a:picLocks noChangeAspect="1"/>
          </p:cNvPicPr>
          <p:nvPr/>
        </p:nvPicPr>
        <p:blipFill>
          <a:blip r:embed="rId2"/>
          <a:stretch>
            <a:fillRect/>
          </a:stretch>
        </p:blipFill>
        <p:spPr>
          <a:xfrm>
            <a:off x="1631373" y="1280812"/>
            <a:ext cx="7894105" cy="4984906"/>
          </a:xfrm>
          <a:prstGeom prst="rect">
            <a:avLst/>
          </a:prstGeom>
        </p:spPr>
      </p:pic>
    </p:spTree>
    <p:extLst>
      <p:ext uri="{BB962C8B-B14F-4D97-AF65-F5344CB8AC3E}">
        <p14:creationId xmlns:p14="http://schemas.microsoft.com/office/powerpoint/2010/main" val="12011299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1A4C0-4EAB-DDC9-AACA-8065ABC6F0BF}"/>
              </a:ext>
            </a:extLst>
          </p:cNvPr>
          <p:cNvSpPr>
            <a:spLocks noGrp="1"/>
          </p:cNvSpPr>
          <p:nvPr>
            <p:ph type="title"/>
          </p:nvPr>
        </p:nvSpPr>
        <p:spPr/>
        <p:txBody>
          <a:bodyPr/>
          <a:lstStyle/>
          <a:p>
            <a:r>
              <a:rPr lang="en-IN" dirty="0"/>
              <a:t>INTENSITY LEVEL SLICING</a:t>
            </a:r>
          </a:p>
        </p:txBody>
      </p:sp>
      <p:sp>
        <p:nvSpPr>
          <p:cNvPr id="3" name="Content Placeholder 2">
            <a:extLst>
              <a:ext uri="{FF2B5EF4-FFF2-40B4-BE49-F238E27FC236}">
                <a16:creationId xmlns:a16="http://schemas.microsoft.com/office/drawing/2014/main" id="{8F6E9D75-9DE6-DC08-E6B1-F6000ADD5EF1}"/>
              </a:ext>
            </a:extLst>
          </p:cNvPr>
          <p:cNvSpPr>
            <a:spLocks noGrp="1"/>
          </p:cNvSpPr>
          <p:nvPr>
            <p:ph idx="1"/>
          </p:nvPr>
        </p:nvSpPr>
        <p:spPr/>
        <p:txBody>
          <a:bodyPr/>
          <a:lstStyle/>
          <a:p>
            <a:pPr algn="just"/>
            <a:r>
              <a:rPr lang="en-US" dirty="0"/>
              <a:t>Intensity level slicing is an important </a:t>
            </a:r>
            <a:r>
              <a:rPr lang="en-US" b="1" dirty="0"/>
              <a:t>point operation</a:t>
            </a:r>
            <a:r>
              <a:rPr lang="en-US" dirty="0"/>
              <a:t> in digital image processing used to </a:t>
            </a:r>
            <a:r>
              <a:rPr lang="en-US" b="1" dirty="0"/>
              <a:t>highlight a specific range of gray levels</a:t>
            </a:r>
            <a:r>
              <a:rPr lang="en-US" dirty="0"/>
              <a:t> in an image. </a:t>
            </a:r>
          </a:p>
          <a:p>
            <a:pPr algn="just"/>
            <a:r>
              <a:rPr lang="en-US" dirty="0"/>
              <a:t>This technique emphasizes certain features of interest while suppressing or reducing the importance of other intensity values.</a:t>
            </a:r>
            <a:endParaRPr lang="en-IN" dirty="0"/>
          </a:p>
        </p:txBody>
      </p:sp>
    </p:spTree>
    <p:extLst>
      <p:ext uri="{BB962C8B-B14F-4D97-AF65-F5344CB8AC3E}">
        <p14:creationId xmlns:p14="http://schemas.microsoft.com/office/powerpoint/2010/main" val="702713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21C2E98-124B-FB36-C838-DC795B09C72B}"/>
              </a:ext>
            </a:extLst>
          </p:cNvPr>
          <p:cNvPicPr>
            <a:picLocks noGrp="1" noChangeAspect="1"/>
          </p:cNvPicPr>
          <p:nvPr>
            <p:ph idx="4294967295"/>
          </p:nvPr>
        </p:nvPicPr>
        <p:blipFill>
          <a:blip r:embed="rId2"/>
          <a:stretch>
            <a:fillRect/>
          </a:stretch>
        </p:blipFill>
        <p:spPr>
          <a:xfrm>
            <a:off x="2157412" y="883227"/>
            <a:ext cx="9012815" cy="4796992"/>
          </a:xfrm>
          <a:prstGeom prst="rect">
            <a:avLst/>
          </a:prstGeom>
        </p:spPr>
      </p:pic>
    </p:spTree>
    <p:extLst>
      <p:ext uri="{BB962C8B-B14F-4D97-AF65-F5344CB8AC3E}">
        <p14:creationId xmlns:p14="http://schemas.microsoft.com/office/powerpoint/2010/main" val="6391505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A812F-0FD8-2726-1509-ECBEFCE95E7B}"/>
              </a:ext>
            </a:extLst>
          </p:cNvPr>
          <p:cNvSpPr>
            <a:spLocks noGrp="1"/>
          </p:cNvSpPr>
          <p:nvPr>
            <p:ph type="title"/>
          </p:nvPr>
        </p:nvSpPr>
        <p:spPr/>
        <p:txBody>
          <a:bodyPr/>
          <a:lstStyle/>
          <a:p>
            <a:r>
              <a:rPr lang="en-IN" b="1" dirty="0"/>
              <a:t>Working Principle</a:t>
            </a:r>
            <a:br>
              <a:rPr lang="en-IN" b="1" dirty="0"/>
            </a:b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55B80A-9E6B-454E-97C6-26283962A700}"/>
                  </a:ext>
                </a:extLst>
              </p:cNvPr>
              <p:cNvSpPr>
                <a:spLocks noGrp="1"/>
              </p:cNvSpPr>
              <p:nvPr>
                <p:ph idx="1"/>
              </p:nvPr>
            </p:nvSpPr>
            <p:spPr/>
            <p:txBody>
              <a:bodyPr/>
              <a:lstStyle/>
              <a:p>
                <a:r>
                  <a:rPr lang="en-IN" dirty="0"/>
                  <a:t>A specific range of </a:t>
                </a:r>
                <a:r>
                  <a:rPr lang="en-IN" dirty="0" err="1"/>
                  <a:t>gray</a:t>
                </a:r>
                <a:r>
                  <a:rPr lang="en-IN" dirty="0"/>
                  <a:t> levels </a:t>
                </a:r>
                <a14:m>
                  <m:oMath xmlns:m="http://schemas.openxmlformats.org/officeDocument/2006/math">
                    <m:d>
                      <m:dPr>
                        <m:begChr m:val="["/>
                        <m:endChr m:val="]"/>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a:latin typeface="Cambria Math" panose="02040503050406030204" pitchFamily="18" charset="0"/>
                              </a:rPr>
                              <m:t>1</m:t>
                            </m:r>
                          </m:sub>
                        </m:sSub>
                      </m:e>
                      <m:e>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a:latin typeface="Cambria Math" panose="02040503050406030204" pitchFamily="18" charset="0"/>
                              </a:rPr>
                              <m:t>2</m:t>
                            </m:r>
                          </m:sub>
                        </m:sSub>
                      </m:e>
                    </m:d>
                  </m:oMath>
                </a14:m>
                <a:r>
                  <a:rPr lang="en-IN" dirty="0"/>
                  <a:t>is selected based on the feature of interest.</a:t>
                </a:r>
              </a:p>
              <a:p>
                <a:r>
                  <a:rPr lang="en-IN" dirty="0"/>
                  <a:t>Each pixel in the image is examined individually.</a:t>
                </a:r>
              </a:p>
              <a:p>
                <a:r>
                  <a:rPr lang="en-IN" dirty="0"/>
                  <a:t>Pixels whose intensity lies within the selected range are assigned a high intensity value.</a:t>
                </a:r>
              </a:p>
              <a:p>
                <a:r>
                  <a:rPr lang="en-IN" dirty="0"/>
                  <a:t>Pixels outside the range are either set to zero or kept unchanged.</a:t>
                </a:r>
              </a:p>
              <a:p>
                <a:r>
                  <a:rPr lang="en-IN" dirty="0"/>
                  <a:t>The resulting image highlights the desired features clearly.</a:t>
                </a:r>
              </a:p>
              <a:p>
                <a:endParaRPr lang="en-IN" dirty="0"/>
              </a:p>
            </p:txBody>
          </p:sp>
        </mc:Choice>
        <mc:Fallback xmlns="">
          <p:sp>
            <p:nvSpPr>
              <p:cNvPr id="3" name="Content Placeholder 2">
                <a:extLst>
                  <a:ext uri="{FF2B5EF4-FFF2-40B4-BE49-F238E27FC236}">
                    <a16:creationId xmlns:a16="http://schemas.microsoft.com/office/drawing/2014/main" id="{3755B80A-9E6B-454E-97C6-26283962A700}"/>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12066511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E21AB-9687-AE81-B2A8-84505E1D6C40}"/>
              </a:ext>
            </a:extLst>
          </p:cNvPr>
          <p:cNvSpPr>
            <a:spLocks noGrp="1"/>
          </p:cNvSpPr>
          <p:nvPr>
            <p:ph type="title"/>
          </p:nvPr>
        </p:nvSpPr>
        <p:spPr/>
        <p:txBody>
          <a:bodyPr/>
          <a:lstStyle/>
          <a:p>
            <a:r>
              <a:rPr lang="en-US" b="1" dirty="0"/>
              <a:t>Applications</a:t>
            </a:r>
            <a:br>
              <a:rPr lang="en-US" b="1" dirty="0"/>
            </a:br>
            <a:endParaRPr lang="en-IN" dirty="0"/>
          </a:p>
        </p:txBody>
      </p:sp>
      <p:sp>
        <p:nvSpPr>
          <p:cNvPr id="3" name="Content Placeholder 2">
            <a:extLst>
              <a:ext uri="{FF2B5EF4-FFF2-40B4-BE49-F238E27FC236}">
                <a16:creationId xmlns:a16="http://schemas.microsoft.com/office/drawing/2014/main" id="{6F99BB27-D877-ED6A-156A-03950EB003C2}"/>
              </a:ext>
            </a:extLst>
          </p:cNvPr>
          <p:cNvSpPr>
            <a:spLocks noGrp="1"/>
          </p:cNvSpPr>
          <p:nvPr>
            <p:ph idx="1"/>
          </p:nvPr>
        </p:nvSpPr>
        <p:spPr/>
        <p:txBody>
          <a:bodyPr/>
          <a:lstStyle/>
          <a:p>
            <a:r>
              <a:rPr lang="en-US" dirty="0"/>
              <a:t>Medical imaging (highlighting bones or tissues)</a:t>
            </a:r>
          </a:p>
          <a:p>
            <a:r>
              <a:rPr lang="en-US" dirty="0"/>
              <a:t>Remote sensing (land and water identification)</a:t>
            </a:r>
          </a:p>
          <a:p>
            <a:r>
              <a:rPr lang="en-US" dirty="0"/>
              <a:t>Industrial inspection</a:t>
            </a:r>
          </a:p>
          <a:p>
            <a:r>
              <a:rPr lang="en-US" dirty="0"/>
              <a:t>Image analysis and segmentation</a:t>
            </a:r>
          </a:p>
          <a:p>
            <a:endParaRPr lang="en-IN" dirty="0"/>
          </a:p>
        </p:txBody>
      </p:sp>
    </p:spTree>
    <p:extLst>
      <p:ext uri="{BB962C8B-B14F-4D97-AF65-F5344CB8AC3E}">
        <p14:creationId xmlns:p14="http://schemas.microsoft.com/office/powerpoint/2010/main" val="1255257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ABE9C0-2D9A-81B7-03B6-CE36F28907E6}"/>
              </a:ext>
            </a:extLst>
          </p:cNvPr>
          <p:cNvPicPr>
            <a:picLocks noChangeAspect="1"/>
          </p:cNvPicPr>
          <p:nvPr/>
        </p:nvPicPr>
        <p:blipFill>
          <a:blip r:embed="rId2"/>
          <a:stretch>
            <a:fillRect/>
          </a:stretch>
        </p:blipFill>
        <p:spPr>
          <a:xfrm>
            <a:off x="715230" y="297085"/>
            <a:ext cx="7154273" cy="2857899"/>
          </a:xfrm>
          <a:prstGeom prst="rect">
            <a:avLst/>
          </a:prstGeom>
        </p:spPr>
      </p:pic>
    </p:spTree>
    <p:extLst>
      <p:ext uri="{BB962C8B-B14F-4D97-AF65-F5344CB8AC3E}">
        <p14:creationId xmlns:p14="http://schemas.microsoft.com/office/powerpoint/2010/main" val="33192977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44135-1A1B-192E-F136-2E8260DE7A18}"/>
              </a:ext>
            </a:extLst>
          </p:cNvPr>
          <p:cNvSpPr>
            <a:spLocks noGrp="1"/>
          </p:cNvSpPr>
          <p:nvPr>
            <p:ph type="title"/>
          </p:nvPr>
        </p:nvSpPr>
        <p:spPr/>
        <p:txBody>
          <a:bodyPr/>
          <a:lstStyle/>
          <a:p>
            <a:r>
              <a:rPr lang="en-IN" dirty="0"/>
              <a:t>Bit Extraction</a:t>
            </a:r>
          </a:p>
        </p:txBody>
      </p:sp>
      <p:sp>
        <p:nvSpPr>
          <p:cNvPr id="4" name="Content Placeholder 3">
            <a:extLst>
              <a:ext uri="{FF2B5EF4-FFF2-40B4-BE49-F238E27FC236}">
                <a16:creationId xmlns:a16="http://schemas.microsoft.com/office/drawing/2014/main" id="{48009C92-CFC1-5D85-E6C7-6C12C141466C}"/>
              </a:ext>
            </a:extLst>
          </p:cNvPr>
          <p:cNvSpPr>
            <a:spLocks noGrp="1"/>
          </p:cNvSpPr>
          <p:nvPr>
            <p:ph idx="1"/>
          </p:nvPr>
        </p:nvSpPr>
        <p:spPr/>
        <p:txBody>
          <a:bodyPr>
            <a:normAutofit fontScale="92500" lnSpcReduction="10000"/>
          </a:bodyPr>
          <a:lstStyle/>
          <a:p>
            <a:r>
              <a:rPr lang="en-US" dirty="0"/>
              <a:t>Bit extraction is a technique in digital image processing where a gray-scale image is decomposed into its individual bit planes.</a:t>
            </a:r>
          </a:p>
          <a:p>
            <a:r>
              <a:rPr lang="en-US" dirty="0"/>
              <a:t>Each bit plane represents the contribution of a particular bit (from LSB to MSB) to the image.</a:t>
            </a:r>
          </a:p>
          <a:p>
            <a:pPr marL="0" indent="0">
              <a:buNone/>
            </a:pPr>
            <a:endParaRPr lang="en-IN" b="1" dirty="0"/>
          </a:p>
          <a:p>
            <a:pPr marL="0" indent="0">
              <a:buNone/>
            </a:pPr>
            <a:r>
              <a:rPr lang="en-IN" b="1" dirty="0"/>
              <a:t>Why it is used?</a:t>
            </a:r>
          </a:p>
          <a:p>
            <a:r>
              <a:rPr lang="en-IN" dirty="0"/>
              <a:t>To </a:t>
            </a:r>
            <a:r>
              <a:rPr lang="en-IN" dirty="0" err="1"/>
              <a:t>analyze</a:t>
            </a:r>
            <a:r>
              <a:rPr lang="en-IN" dirty="0"/>
              <a:t> image details</a:t>
            </a:r>
          </a:p>
          <a:p>
            <a:r>
              <a:rPr lang="en-IN" dirty="0"/>
              <a:t>MSB planes → contain major visual information</a:t>
            </a:r>
          </a:p>
          <a:p>
            <a:r>
              <a:rPr lang="en-IN" dirty="0"/>
              <a:t>LSB planes → contain fine details / noise</a:t>
            </a:r>
          </a:p>
          <a:p>
            <a:r>
              <a:rPr lang="en-IN" dirty="0"/>
              <a:t>Used in image compression, watermarking, and enhancement</a:t>
            </a:r>
          </a:p>
          <a:p>
            <a:pPr marL="0" indent="0">
              <a:buNone/>
            </a:pPr>
            <a:endParaRPr lang="en-IN" b="1" dirty="0"/>
          </a:p>
        </p:txBody>
      </p:sp>
    </p:spTree>
    <p:extLst>
      <p:ext uri="{BB962C8B-B14F-4D97-AF65-F5344CB8AC3E}">
        <p14:creationId xmlns:p14="http://schemas.microsoft.com/office/powerpoint/2010/main" val="2675106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96F7567-9F5B-F5B9-E7B8-8669AEE2AABB}"/>
                  </a:ext>
                </a:extLst>
              </p:cNvPr>
              <p:cNvSpPr>
                <a:spLocks noGrp="1"/>
              </p:cNvSpPr>
              <p:nvPr>
                <p:ph idx="4294967295"/>
              </p:nvPr>
            </p:nvSpPr>
            <p:spPr>
              <a:xfrm>
                <a:off x="2057400" y="838489"/>
                <a:ext cx="10515600" cy="4351338"/>
              </a:xfrm>
            </p:spPr>
            <p:txBody>
              <a:bodyPr/>
              <a:lstStyle/>
              <a:p>
                <a:pPr marL="0" indent="0">
                  <a:buNone/>
                </a:pPr>
                <a:r>
                  <a:rPr lang="en-IN" b="1" dirty="0"/>
                  <a:t>8-bit Gray-Scale Image</a:t>
                </a:r>
              </a:p>
              <a:p>
                <a:r>
                  <a:rPr lang="en-IN" dirty="0"/>
                  <a:t>Each pixel is represented by </a:t>
                </a:r>
                <a:r>
                  <a:rPr lang="en-IN" b="1" dirty="0"/>
                  <a:t>8 bits</a:t>
                </a:r>
                <a:r>
                  <a:rPr lang="en-IN" dirty="0"/>
                  <a:t>:</a:t>
                </a:r>
              </a:p>
              <a:p>
                <a:pPr marL="0" indent="0">
                  <a:buNone/>
                </a:pPr>
                <a14:m>
                  <m:oMathPara xmlns:m="http://schemas.openxmlformats.org/officeDocument/2006/math">
                    <m:oMathParaPr>
                      <m:jc m:val="centerGroup"/>
                    </m:oMathParaPr>
                    <m:oMath xmlns:m="http://schemas.openxmlformats.org/officeDocument/2006/math">
                      <m:sSub>
                        <m:sSubPr>
                          <m:ctrlPr>
                            <a:rPr lang="ar-AE" i="1" smtClean="0">
                              <a:latin typeface="Cambria Math" panose="02040503050406030204" pitchFamily="18" charset="0"/>
                            </a:rPr>
                          </m:ctrlPr>
                        </m:sSubPr>
                        <m:e>
                          <m:r>
                            <a:rPr lang="ar-AE" i="1">
                              <a:latin typeface="Cambria Math" panose="02040503050406030204" pitchFamily="18" charset="0"/>
                            </a:rPr>
                            <m:t>𝑏</m:t>
                          </m:r>
                        </m:e>
                        <m:sub>
                          <m:r>
                            <a:rPr lang="ar-AE">
                              <a:latin typeface="Cambria Math" panose="02040503050406030204" pitchFamily="18" charset="0"/>
                            </a:rPr>
                            <m:t>7</m:t>
                          </m:r>
                        </m:sub>
                      </m:sSub>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a:latin typeface="Cambria Math" panose="02040503050406030204" pitchFamily="18" charset="0"/>
                            </a:rPr>
                            <m:t>6</m:t>
                          </m:r>
                        </m:sub>
                      </m:sSub>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a:latin typeface="Cambria Math" panose="02040503050406030204" pitchFamily="18" charset="0"/>
                            </a:rPr>
                            <m:t>5</m:t>
                          </m:r>
                        </m:sub>
                      </m:sSub>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a:latin typeface="Cambria Math" panose="02040503050406030204" pitchFamily="18" charset="0"/>
                            </a:rPr>
                            <m:t>4</m:t>
                          </m:r>
                        </m:sub>
                      </m:sSub>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a:latin typeface="Cambria Math" panose="02040503050406030204" pitchFamily="18" charset="0"/>
                            </a:rPr>
                            <m:t>3</m:t>
                          </m:r>
                        </m:sub>
                      </m:sSub>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a:latin typeface="Cambria Math" panose="02040503050406030204" pitchFamily="18" charset="0"/>
                            </a:rPr>
                            <m:t>2</m:t>
                          </m:r>
                        </m:sub>
                      </m:sSub>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a:latin typeface="Cambria Math" panose="02040503050406030204" pitchFamily="18" charset="0"/>
                            </a:rPr>
                            <m:t>1</m:t>
                          </m:r>
                        </m:sub>
                      </m:sSub>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a:latin typeface="Cambria Math" panose="02040503050406030204" pitchFamily="18" charset="0"/>
                            </a:rPr>
                            <m:t>0</m:t>
                          </m:r>
                        </m:sub>
                      </m:sSub>
                    </m:oMath>
                  </m:oMathPara>
                </a14:m>
                <a:endParaRPr lang="ar-AE" b="0"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a:latin typeface="Cambria Math" panose="02040503050406030204" pitchFamily="18" charset="0"/>
                          </a:rPr>
                          <m:t>7</m:t>
                        </m:r>
                      </m:sub>
                    </m:sSub>
                  </m:oMath>
                </a14:m>
                <a:r>
                  <a:rPr lang="ar-AE" dirty="0"/>
                  <a:t>→ </a:t>
                </a:r>
                <a:r>
                  <a:rPr lang="en-IN" b="1" dirty="0"/>
                  <a:t>MSB</a:t>
                </a:r>
                <a:r>
                  <a:rPr lang="en-IN" dirty="0"/>
                  <a:t> (most significant bit)</a:t>
                </a:r>
              </a:p>
              <a:p>
                <a:pPr marL="0" indent="0">
                  <a:buNone/>
                </a:pPr>
                <a:endParaRPr lang="en-IN"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a:latin typeface="Cambria Math" panose="02040503050406030204" pitchFamily="18" charset="0"/>
                          </a:rPr>
                          <m:t>0</m:t>
                        </m:r>
                      </m:sub>
                    </m:sSub>
                  </m:oMath>
                </a14:m>
                <a:r>
                  <a:rPr lang="ar-AE" dirty="0"/>
                  <a:t>→ </a:t>
                </a:r>
                <a:r>
                  <a:rPr lang="en-IN" b="1" dirty="0"/>
                  <a:t>LSB</a:t>
                </a:r>
                <a:r>
                  <a:rPr lang="en-IN" dirty="0"/>
                  <a:t> (least significant bit)</a:t>
                </a:r>
              </a:p>
              <a:p>
                <a:endParaRPr lang="en-IN" dirty="0"/>
              </a:p>
            </p:txBody>
          </p:sp>
        </mc:Choice>
        <mc:Fallback xmlns="">
          <p:sp>
            <p:nvSpPr>
              <p:cNvPr id="3" name="Content Placeholder 2">
                <a:extLst>
                  <a:ext uri="{FF2B5EF4-FFF2-40B4-BE49-F238E27FC236}">
                    <a16:creationId xmlns:a16="http://schemas.microsoft.com/office/drawing/2014/main" id="{496F7567-9F5B-F5B9-E7B8-8669AEE2AABB}"/>
                  </a:ext>
                </a:extLst>
              </p:cNvPr>
              <p:cNvSpPr>
                <a:spLocks noGrp="1" noRot="1" noChangeAspect="1" noMove="1" noResize="1" noEditPoints="1" noAdjustHandles="1" noChangeArrowheads="1" noChangeShapeType="1" noTextEdit="1"/>
              </p:cNvSpPr>
              <p:nvPr>
                <p:ph idx="4294967295"/>
              </p:nvPr>
            </p:nvSpPr>
            <p:spPr>
              <a:xfrm>
                <a:off x="2057400" y="838489"/>
                <a:ext cx="10515600" cy="4351338"/>
              </a:xfrm>
              <a:blipFill>
                <a:blip r:embed="rId2"/>
                <a:stretch>
                  <a:fillRect l="-1217" t="-2384"/>
                </a:stretch>
              </a:blipFill>
            </p:spPr>
            <p:txBody>
              <a:bodyPr/>
              <a:lstStyle/>
              <a:p>
                <a:r>
                  <a:rPr lang="en-IN">
                    <a:noFill/>
                  </a:rPr>
                  <a:t> </a:t>
                </a:r>
              </a:p>
            </p:txBody>
          </p:sp>
        </mc:Fallback>
      </mc:AlternateContent>
    </p:spTree>
    <p:extLst>
      <p:ext uri="{BB962C8B-B14F-4D97-AF65-F5344CB8AC3E}">
        <p14:creationId xmlns:p14="http://schemas.microsoft.com/office/powerpoint/2010/main" val="17415753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E336E-A16B-68A4-7074-A7E4675FBF34}"/>
              </a:ext>
            </a:extLst>
          </p:cNvPr>
          <p:cNvSpPr>
            <a:spLocks noGrp="1"/>
          </p:cNvSpPr>
          <p:nvPr>
            <p:ph type="title"/>
          </p:nvPr>
        </p:nvSpPr>
        <p:spPr/>
        <p:txBody>
          <a:bodyPr/>
          <a:lstStyle/>
          <a:p>
            <a:r>
              <a:rPr lang="en-IN" dirty="0"/>
              <a:t>Range compression</a:t>
            </a:r>
          </a:p>
        </p:txBody>
      </p:sp>
      <p:sp>
        <p:nvSpPr>
          <p:cNvPr id="3" name="Content Placeholder 2">
            <a:extLst>
              <a:ext uri="{FF2B5EF4-FFF2-40B4-BE49-F238E27FC236}">
                <a16:creationId xmlns:a16="http://schemas.microsoft.com/office/drawing/2014/main" id="{4D9935A3-0A7A-8F64-157A-6FE20D963599}"/>
              </a:ext>
            </a:extLst>
          </p:cNvPr>
          <p:cNvSpPr>
            <a:spLocks noGrp="1"/>
          </p:cNvSpPr>
          <p:nvPr>
            <p:ph idx="1"/>
          </p:nvPr>
        </p:nvSpPr>
        <p:spPr/>
        <p:txBody>
          <a:bodyPr>
            <a:normAutofit fontScale="92500" lnSpcReduction="10000"/>
          </a:bodyPr>
          <a:lstStyle/>
          <a:p>
            <a:r>
              <a:rPr lang="en-US" b="1" dirty="0"/>
              <a:t>Range compression</a:t>
            </a:r>
            <a:r>
              <a:rPr lang="en-US" dirty="0"/>
              <a:t> (also known as </a:t>
            </a:r>
            <a:r>
              <a:rPr lang="en-US" b="1" dirty="0"/>
              <a:t>dynamic range compression</a:t>
            </a:r>
            <a:r>
              <a:rPr lang="en-US" dirty="0"/>
              <a:t>) in image processing refers to a technique used to reduce the range of pixel intensity values in an image. </a:t>
            </a:r>
          </a:p>
          <a:p>
            <a:r>
              <a:rPr lang="en-US" dirty="0"/>
              <a:t>The goal is to make the darker areas lighter and the lighter areas darker, thereby compressing the dynamic range of pixel values. </a:t>
            </a:r>
          </a:p>
          <a:p>
            <a:r>
              <a:rPr lang="en-US" dirty="0"/>
              <a:t>This can be particularly useful in images with very high contrast, where details in both the dark and bright regions might be lost because the pixel values are stretched over a large range.</a:t>
            </a:r>
          </a:p>
          <a:p>
            <a:r>
              <a:rPr lang="en-US" b="1" dirty="0"/>
              <a:t>Compression Function</a:t>
            </a:r>
            <a:r>
              <a:rPr lang="en-US" dirty="0"/>
              <a:t>: A non-linear function is applied to the pixel values in the image to "compress" the difference between the lowest and highest intensity levels. </a:t>
            </a:r>
          </a:p>
          <a:p>
            <a:endParaRPr lang="en-IN" dirty="0"/>
          </a:p>
        </p:txBody>
      </p:sp>
    </p:spTree>
    <p:extLst>
      <p:ext uri="{BB962C8B-B14F-4D97-AF65-F5344CB8AC3E}">
        <p14:creationId xmlns:p14="http://schemas.microsoft.com/office/powerpoint/2010/main" val="6744596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31FC233-4D46-CDDF-E8C3-D6CEB8AB642C}"/>
              </a:ext>
            </a:extLst>
          </p:cNvPr>
          <p:cNvPicPr>
            <a:picLocks noChangeAspect="1"/>
          </p:cNvPicPr>
          <p:nvPr/>
        </p:nvPicPr>
        <p:blipFill>
          <a:blip r:embed="rId2"/>
          <a:stretch>
            <a:fillRect/>
          </a:stretch>
        </p:blipFill>
        <p:spPr>
          <a:xfrm>
            <a:off x="2802002" y="1504441"/>
            <a:ext cx="3886742" cy="409632"/>
          </a:xfrm>
          <a:prstGeom prst="rect">
            <a:avLst/>
          </a:prstGeom>
        </p:spPr>
      </p:pic>
      <p:sp>
        <p:nvSpPr>
          <p:cNvPr id="7" name="TextBox 6">
            <a:extLst>
              <a:ext uri="{FF2B5EF4-FFF2-40B4-BE49-F238E27FC236}">
                <a16:creationId xmlns:a16="http://schemas.microsoft.com/office/drawing/2014/main" id="{AFF706DB-5A95-A3D7-E5DB-27AD0A818490}"/>
              </a:ext>
            </a:extLst>
          </p:cNvPr>
          <p:cNvSpPr txBox="1"/>
          <p:nvPr/>
        </p:nvSpPr>
        <p:spPr>
          <a:xfrm>
            <a:off x="1479958" y="549289"/>
            <a:ext cx="6094602" cy="646331"/>
          </a:xfrm>
          <a:prstGeom prst="rect">
            <a:avLst/>
          </a:prstGeom>
          <a:noFill/>
        </p:spPr>
        <p:txBody>
          <a:bodyPr wrap="square">
            <a:spAutoFit/>
          </a:bodyPr>
          <a:lstStyle/>
          <a:p>
            <a:r>
              <a:rPr lang="en-US" dirty="0"/>
              <a:t>This often involves using a mathematical transformation such as a logarithmic or gamma function.</a:t>
            </a:r>
          </a:p>
        </p:txBody>
      </p:sp>
      <p:pic>
        <p:nvPicPr>
          <p:cNvPr id="9" name="Picture 8">
            <a:extLst>
              <a:ext uri="{FF2B5EF4-FFF2-40B4-BE49-F238E27FC236}">
                <a16:creationId xmlns:a16="http://schemas.microsoft.com/office/drawing/2014/main" id="{A45D172A-F119-C539-438E-7677F96019CD}"/>
              </a:ext>
            </a:extLst>
          </p:cNvPr>
          <p:cNvPicPr>
            <a:picLocks noChangeAspect="1"/>
          </p:cNvPicPr>
          <p:nvPr/>
        </p:nvPicPr>
        <p:blipFill>
          <a:blip r:embed="rId3"/>
          <a:stretch>
            <a:fillRect/>
          </a:stretch>
        </p:blipFill>
        <p:spPr>
          <a:xfrm>
            <a:off x="1203792" y="2509709"/>
            <a:ext cx="8526065" cy="1838582"/>
          </a:xfrm>
          <a:prstGeom prst="rect">
            <a:avLst/>
          </a:prstGeom>
        </p:spPr>
      </p:pic>
    </p:spTree>
    <p:extLst>
      <p:ext uri="{BB962C8B-B14F-4D97-AF65-F5344CB8AC3E}">
        <p14:creationId xmlns:p14="http://schemas.microsoft.com/office/powerpoint/2010/main" val="25578166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0E8BB1-98E1-20EC-D269-7AE900C803D4}"/>
              </a:ext>
            </a:extLst>
          </p:cNvPr>
          <p:cNvSpPr txBox="1"/>
          <p:nvPr/>
        </p:nvSpPr>
        <p:spPr>
          <a:xfrm>
            <a:off x="1049481" y="654627"/>
            <a:ext cx="10162309" cy="3539430"/>
          </a:xfrm>
          <a:prstGeom prst="rect">
            <a:avLst/>
          </a:prstGeom>
          <a:noFill/>
        </p:spPr>
        <p:txBody>
          <a:bodyPr wrap="square">
            <a:spAutoFit/>
          </a:bodyPr>
          <a:lstStyle/>
          <a:p>
            <a:pPr marL="285750" indent="-285750">
              <a:buFont typeface="Wingdings" panose="05000000000000000000" pitchFamily="2" charset="2"/>
              <a:buChar char="Ø"/>
            </a:pPr>
            <a:r>
              <a:rPr lang="en-US" sz="2800" dirty="0"/>
              <a:t>Range compression is a gray-level transformation used to reduce the dynamic range of an image. </a:t>
            </a:r>
          </a:p>
          <a:p>
            <a:endParaRPr lang="en-US" sz="2800" dirty="0"/>
          </a:p>
          <a:p>
            <a:pPr marL="285750" indent="-285750">
              <a:buFont typeface="Wingdings" panose="05000000000000000000" pitchFamily="2" charset="2"/>
              <a:buChar char="Ø"/>
            </a:pPr>
            <a:r>
              <a:rPr lang="en-US" sz="2800" dirty="0"/>
              <a:t>It maps a wide range of input intensities into a smaller range suitable for display. </a:t>
            </a:r>
          </a:p>
          <a:p>
            <a:pPr marL="285750" indent="-285750">
              <a:buFont typeface="Wingdings" panose="05000000000000000000" pitchFamily="2" charset="2"/>
              <a:buChar char="Ø"/>
            </a:pPr>
            <a:endParaRPr lang="en-US" sz="2800" dirty="0"/>
          </a:p>
          <a:p>
            <a:pPr marL="285750" indent="-285750">
              <a:buFont typeface="Wingdings" panose="05000000000000000000" pitchFamily="2" charset="2"/>
              <a:buChar char="Ø"/>
            </a:pPr>
            <a:r>
              <a:rPr lang="en-US" sz="2800" dirty="0"/>
              <a:t>Logarithmic and power-law transformations are commonly used for range compression, especially in medical and satellite imaging.</a:t>
            </a:r>
            <a:endParaRPr lang="en-IN" sz="2800" dirty="0"/>
          </a:p>
        </p:txBody>
      </p:sp>
    </p:spTree>
    <p:extLst>
      <p:ext uri="{BB962C8B-B14F-4D97-AF65-F5344CB8AC3E}">
        <p14:creationId xmlns:p14="http://schemas.microsoft.com/office/powerpoint/2010/main" val="34334341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E9FFD-CC61-3C8B-E420-A18EE52125E9}"/>
              </a:ext>
            </a:extLst>
          </p:cNvPr>
          <p:cNvSpPr>
            <a:spLocks noGrp="1"/>
          </p:cNvSpPr>
          <p:nvPr>
            <p:ph type="title"/>
          </p:nvPr>
        </p:nvSpPr>
        <p:spPr/>
        <p:txBody>
          <a:bodyPr/>
          <a:lstStyle/>
          <a:p>
            <a:r>
              <a:rPr lang="en-IN" dirty="0"/>
              <a:t>Spatial operations </a:t>
            </a:r>
          </a:p>
        </p:txBody>
      </p:sp>
      <p:sp>
        <p:nvSpPr>
          <p:cNvPr id="3" name="Content Placeholder 2">
            <a:extLst>
              <a:ext uri="{FF2B5EF4-FFF2-40B4-BE49-F238E27FC236}">
                <a16:creationId xmlns:a16="http://schemas.microsoft.com/office/drawing/2014/main" id="{391BD957-50D2-F967-14C2-35C2D6E70153}"/>
              </a:ext>
            </a:extLst>
          </p:cNvPr>
          <p:cNvSpPr>
            <a:spLocks noGrp="1"/>
          </p:cNvSpPr>
          <p:nvPr>
            <p:ph idx="1"/>
          </p:nvPr>
        </p:nvSpPr>
        <p:spPr>
          <a:xfrm>
            <a:off x="838200" y="1825625"/>
            <a:ext cx="10893136" cy="4351338"/>
          </a:xfrm>
        </p:spPr>
        <p:txBody>
          <a:bodyPr>
            <a:normAutofit/>
          </a:bodyPr>
          <a:lstStyle/>
          <a:p>
            <a:pPr algn="just"/>
            <a:r>
              <a:rPr lang="en-US" sz="3200" dirty="0"/>
              <a:t>Spatial operations in image processing involve techniques that modify or enhance an image by directly manipulating the pixel values based on their spatial relationship to other pixels. </a:t>
            </a:r>
          </a:p>
          <a:p>
            <a:pPr algn="just"/>
            <a:r>
              <a:rPr lang="en-US" sz="3200" dirty="0"/>
              <a:t>These operations are performed in the domain of the image, meaning that the calculations are applied to the pixels and their neighborhoods.</a:t>
            </a:r>
            <a:endParaRPr lang="en-IN" sz="3200" dirty="0"/>
          </a:p>
        </p:txBody>
      </p:sp>
    </p:spTree>
    <p:extLst>
      <p:ext uri="{BB962C8B-B14F-4D97-AF65-F5344CB8AC3E}">
        <p14:creationId xmlns:p14="http://schemas.microsoft.com/office/powerpoint/2010/main" val="36953109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3902A67-8269-9CAC-BF21-354F346CB46C}"/>
              </a:ext>
            </a:extLst>
          </p:cNvPr>
          <p:cNvPicPr>
            <a:picLocks noGrp="1" noChangeAspect="1"/>
          </p:cNvPicPr>
          <p:nvPr>
            <p:ph idx="4294967295"/>
          </p:nvPr>
        </p:nvPicPr>
        <p:blipFill>
          <a:blip r:embed="rId2"/>
          <a:stretch>
            <a:fillRect/>
          </a:stretch>
        </p:blipFill>
        <p:spPr>
          <a:xfrm>
            <a:off x="1298864" y="662637"/>
            <a:ext cx="8499186" cy="5532726"/>
          </a:xfrm>
          <a:prstGeom prst="rect">
            <a:avLst/>
          </a:prstGeom>
        </p:spPr>
      </p:pic>
    </p:spTree>
    <p:extLst>
      <p:ext uri="{BB962C8B-B14F-4D97-AF65-F5344CB8AC3E}">
        <p14:creationId xmlns:p14="http://schemas.microsoft.com/office/powerpoint/2010/main" val="7658426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402AD-B920-82BB-1D51-6DFD7E87EEB2}"/>
              </a:ext>
            </a:extLst>
          </p:cNvPr>
          <p:cNvSpPr>
            <a:spLocks noGrp="1"/>
          </p:cNvSpPr>
          <p:nvPr>
            <p:ph type="title"/>
          </p:nvPr>
        </p:nvSpPr>
        <p:spPr/>
        <p:txBody>
          <a:bodyPr/>
          <a:lstStyle/>
          <a:p>
            <a:r>
              <a:rPr lang="en-IN" dirty="0"/>
              <a:t>Spatial Convolution and Correlation</a:t>
            </a:r>
          </a:p>
        </p:txBody>
      </p:sp>
      <p:sp>
        <p:nvSpPr>
          <p:cNvPr id="3" name="Content Placeholder 2">
            <a:extLst>
              <a:ext uri="{FF2B5EF4-FFF2-40B4-BE49-F238E27FC236}">
                <a16:creationId xmlns:a16="http://schemas.microsoft.com/office/drawing/2014/main" id="{CF37CD30-3247-7118-6E4B-DB7968B15E47}"/>
              </a:ext>
            </a:extLst>
          </p:cNvPr>
          <p:cNvSpPr>
            <a:spLocks noGrp="1"/>
          </p:cNvSpPr>
          <p:nvPr>
            <p:ph idx="1"/>
          </p:nvPr>
        </p:nvSpPr>
        <p:spPr/>
        <p:txBody>
          <a:bodyPr>
            <a:normAutofit/>
          </a:bodyPr>
          <a:lstStyle/>
          <a:p>
            <a:pPr marL="0" indent="0">
              <a:buNone/>
            </a:pPr>
            <a:r>
              <a:rPr lang="en-IN" sz="3200" b="1" dirty="0"/>
              <a:t>Correlation</a:t>
            </a:r>
            <a:endParaRPr lang="en-US" sz="3200" b="1" dirty="0"/>
          </a:p>
          <a:p>
            <a:r>
              <a:rPr lang="en-US" b="1" dirty="0"/>
              <a:t>Correlation</a:t>
            </a:r>
            <a:r>
              <a:rPr lang="en-US" dirty="0"/>
              <a:t> is a spatial operation where a mask is slid over the image and multiplied directly with the corresponding neighborhood pixels </a:t>
            </a:r>
            <a:r>
              <a:rPr lang="en-US" b="1" dirty="0"/>
              <a:t>without flipping the mask</a:t>
            </a:r>
            <a:r>
              <a:rPr lang="en-US" dirty="0"/>
              <a:t>.</a:t>
            </a:r>
          </a:p>
          <a:p>
            <a:endParaRPr lang="en-US" dirty="0"/>
          </a:p>
        </p:txBody>
      </p:sp>
    </p:spTree>
    <p:extLst>
      <p:ext uri="{BB962C8B-B14F-4D97-AF65-F5344CB8AC3E}">
        <p14:creationId xmlns:p14="http://schemas.microsoft.com/office/powerpoint/2010/main" val="33434997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7317693-0A72-7A84-11DD-31A99CB3E53F}"/>
              </a:ext>
            </a:extLst>
          </p:cNvPr>
          <p:cNvPicPr>
            <a:picLocks noGrp="1" noChangeAspect="1"/>
          </p:cNvPicPr>
          <p:nvPr>
            <p:ph sz="half" idx="4294967295"/>
          </p:nvPr>
        </p:nvPicPr>
        <p:blipFill>
          <a:blip r:embed="rId2"/>
          <a:stretch>
            <a:fillRect/>
          </a:stretch>
        </p:blipFill>
        <p:spPr>
          <a:xfrm>
            <a:off x="1558636" y="425738"/>
            <a:ext cx="7730836" cy="1891434"/>
          </a:xfrm>
          <a:prstGeom prst="rect">
            <a:avLst/>
          </a:prstGeom>
        </p:spPr>
      </p:pic>
      <p:pic>
        <p:nvPicPr>
          <p:cNvPr id="9" name="Picture 8">
            <a:extLst>
              <a:ext uri="{FF2B5EF4-FFF2-40B4-BE49-F238E27FC236}">
                <a16:creationId xmlns:a16="http://schemas.microsoft.com/office/drawing/2014/main" id="{97BD89AF-8AF4-FDD8-72EA-403B9419F3DA}"/>
              </a:ext>
            </a:extLst>
          </p:cNvPr>
          <p:cNvPicPr>
            <a:picLocks noChangeAspect="1"/>
          </p:cNvPicPr>
          <p:nvPr/>
        </p:nvPicPr>
        <p:blipFill>
          <a:blip r:embed="rId3"/>
          <a:stretch>
            <a:fillRect/>
          </a:stretch>
        </p:blipFill>
        <p:spPr>
          <a:xfrm>
            <a:off x="0" y="2447539"/>
            <a:ext cx="7030431" cy="3645672"/>
          </a:xfrm>
          <a:prstGeom prst="rect">
            <a:avLst/>
          </a:prstGeom>
        </p:spPr>
      </p:pic>
      <p:pic>
        <p:nvPicPr>
          <p:cNvPr id="11" name="Picture 10">
            <a:extLst>
              <a:ext uri="{FF2B5EF4-FFF2-40B4-BE49-F238E27FC236}">
                <a16:creationId xmlns:a16="http://schemas.microsoft.com/office/drawing/2014/main" id="{0DF51F56-8058-118F-F625-E09B99B25F0C}"/>
              </a:ext>
            </a:extLst>
          </p:cNvPr>
          <p:cNvPicPr>
            <a:picLocks noChangeAspect="1"/>
          </p:cNvPicPr>
          <p:nvPr/>
        </p:nvPicPr>
        <p:blipFill>
          <a:blip r:embed="rId4"/>
          <a:stretch>
            <a:fillRect/>
          </a:stretch>
        </p:blipFill>
        <p:spPr>
          <a:xfrm>
            <a:off x="6888062" y="3192507"/>
            <a:ext cx="3486637" cy="1428949"/>
          </a:xfrm>
          <a:prstGeom prst="rect">
            <a:avLst/>
          </a:prstGeom>
        </p:spPr>
      </p:pic>
      <p:pic>
        <p:nvPicPr>
          <p:cNvPr id="13" name="Picture 12">
            <a:extLst>
              <a:ext uri="{FF2B5EF4-FFF2-40B4-BE49-F238E27FC236}">
                <a16:creationId xmlns:a16="http://schemas.microsoft.com/office/drawing/2014/main" id="{FD633556-208B-DBB6-0895-8C8429D5A1FE}"/>
              </a:ext>
            </a:extLst>
          </p:cNvPr>
          <p:cNvPicPr>
            <a:picLocks noChangeAspect="1"/>
          </p:cNvPicPr>
          <p:nvPr/>
        </p:nvPicPr>
        <p:blipFill>
          <a:blip r:embed="rId5"/>
          <a:stretch>
            <a:fillRect/>
          </a:stretch>
        </p:blipFill>
        <p:spPr>
          <a:xfrm>
            <a:off x="6736459" y="5049053"/>
            <a:ext cx="4496427" cy="895475"/>
          </a:xfrm>
          <a:prstGeom prst="rect">
            <a:avLst/>
          </a:prstGeom>
        </p:spPr>
      </p:pic>
    </p:spTree>
    <p:extLst>
      <p:ext uri="{BB962C8B-B14F-4D97-AF65-F5344CB8AC3E}">
        <p14:creationId xmlns:p14="http://schemas.microsoft.com/office/powerpoint/2010/main" val="994696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FCBC1A-4B9A-A663-051C-AEC438180743}"/>
              </a:ext>
            </a:extLst>
          </p:cNvPr>
          <p:cNvSpPr>
            <a:spLocks noGrp="1"/>
          </p:cNvSpPr>
          <p:nvPr>
            <p:ph type="title"/>
          </p:nvPr>
        </p:nvSpPr>
        <p:spPr>
          <a:xfrm>
            <a:off x="838200" y="365125"/>
            <a:ext cx="10515600" cy="2346902"/>
          </a:xfrm>
        </p:spPr>
        <p:txBody>
          <a:bodyPr/>
          <a:lstStyle/>
          <a:p>
            <a:r>
              <a:rPr lang="en-US" b="1" dirty="0"/>
              <a:t>What does the Correlation Value Indicate?</a:t>
            </a:r>
            <a:br>
              <a:rPr lang="en-US" b="1" dirty="0"/>
            </a:br>
            <a:endParaRPr lang="en-IN" dirty="0"/>
          </a:p>
        </p:txBody>
      </p:sp>
      <p:sp>
        <p:nvSpPr>
          <p:cNvPr id="5" name="Content Placeholder 4">
            <a:extLst>
              <a:ext uri="{FF2B5EF4-FFF2-40B4-BE49-F238E27FC236}">
                <a16:creationId xmlns:a16="http://schemas.microsoft.com/office/drawing/2014/main" id="{291363AA-853A-FC8F-4BCA-969CBB5272C3}"/>
              </a:ext>
            </a:extLst>
          </p:cNvPr>
          <p:cNvSpPr>
            <a:spLocks noGrp="1"/>
          </p:cNvSpPr>
          <p:nvPr>
            <p:ph idx="1"/>
          </p:nvPr>
        </p:nvSpPr>
        <p:spPr>
          <a:xfrm>
            <a:off x="838200" y="3096491"/>
            <a:ext cx="10515600" cy="3080472"/>
          </a:xfrm>
        </p:spPr>
        <p:txBody>
          <a:bodyPr/>
          <a:lstStyle/>
          <a:p>
            <a:r>
              <a:rPr lang="en-US" dirty="0"/>
              <a:t>The correlation value indicates how closely the image region matches the given mask (template) at a particular location.</a:t>
            </a:r>
          </a:p>
          <a:p>
            <a:endParaRPr lang="en-US" dirty="0"/>
          </a:p>
          <a:p>
            <a:endParaRPr lang="en-IN" dirty="0"/>
          </a:p>
        </p:txBody>
      </p:sp>
    </p:spTree>
    <p:extLst>
      <p:ext uri="{BB962C8B-B14F-4D97-AF65-F5344CB8AC3E}">
        <p14:creationId xmlns:p14="http://schemas.microsoft.com/office/powerpoint/2010/main" val="26795499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F0D9A4-AE2F-69A1-FA39-6CDA11952CD6}"/>
              </a:ext>
            </a:extLst>
          </p:cNvPr>
          <p:cNvSpPr>
            <a:spLocks noGrp="1"/>
          </p:cNvSpPr>
          <p:nvPr>
            <p:ph sz="half" idx="4294967295"/>
          </p:nvPr>
        </p:nvSpPr>
        <p:spPr>
          <a:xfrm>
            <a:off x="945573" y="394855"/>
            <a:ext cx="7031181" cy="5891645"/>
          </a:xfrm>
        </p:spPr>
        <p:txBody>
          <a:bodyPr>
            <a:normAutofit fontScale="85000" lnSpcReduction="10000"/>
          </a:bodyPr>
          <a:lstStyle/>
          <a:p>
            <a:pPr marL="0" indent="0">
              <a:buNone/>
            </a:pPr>
            <a:r>
              <a:rPr lang="en-US" b="1" dirty="0"/>
              <a:t> Large Positive Value</a:t>
            </a:r>
          </a:p>
          <a:p>
            <a:r>
              <a:rPr lang="en-US" dirty="0"/>
              <a:t>Strong </a:t>
            </a:r>
            <a:r>
              <a:rPr lang="en-US" b="1" dirty="0"/>
              <a:t>similarity</a:t>
            </a:r>
            <a:r>
              <a:rPr lang="en-US" dirty="0"/>
              <a:t> between image region and mask</a:t>
            </a:r>
          </a:p>
          <a:p>
            <a:r>
              <a:rPr lang="en-US" dirty="0"/>
              <a:t>Pattern in the image matches the mask orientation</a:t>
            </a:r>
          </a:p>
          <a:p>
            <a:r>
              <a:rPr lang="en-US" dirty="0"/>
              <a:t>Indicates presence of a </a:t>
            </a:r>
            <a:r>
              <a:rPr lang="en-US" b="1" dirty="0"/>
              <a:t>feature</a:t>
            </a:r>
            <a:r>
              <a:rPr lang="en-US" dirty="0"/>
              <a:t> (edge, line, texture)</a:t>
            </a:r>
          </a:p>
          <a:p>
            <a:pPr marL="0" indent="0">
              <a:buNone/>
            </a:pPr>
            <a:endParaRPr lang="en-US" dirty="0"/>
          </a:p>
          <a:p>
            <a:pPr marL="0" indent="0">
              <a:buNone/>
            </a:pPr>
            <a:r>
              <a:rPr lang="en-US" b="1" dirty="0"/>
              <a:t> Large Negative Value</a:t>
            </a:r>
          </a:p>
          <a:p>
            <a:r>
              <a:rPr lang="en-US" dirty="0"/>
              <a:t>Strong match, but in the </a:t>
            </a:r>
            <a:r>
              <a:rPr lang="en-US" b="1" dirty="0"/>
              <a:t>opposite direction</a:t>
            </a:r>
            <a:endParaRPr lang="en-US" dirty="0"/>
          </a:p>
          <a:p>
            <a:r>
              <a:rPr lang="en-US" dirty="0"/>
              <a:t>Indicates an </a:t>
            </a:r>
            <a:r>
              <a:rPr lang="en-US" b="1" dirty="0"/>
              <a:t>edge with reversed contrast</a:t>
            </a:r>
            <a:endParaRPr lang="en-US" dirty="0"/>
          </a:p>
          <a:p>
            <a:r>
              <a:rPr lang="en-US" dirty="0"/>
              <a:t>Very important in edge detection</a:t>
            </a:r>
          </a:p>
          <a:p>
            <a:pPr marL="0" indent="0">
              <a:buNone/>
            </a:pPr>
            <a:endParaRPr lang="en-US" dirty="0"/>
          </a:p>
          <a:p>
            <a:pPr marL="0" indent="0">
              <a:buNone/>
            </a:pPr>
            <a:r>
              <a:rPr lang="en-US" b="1" dirty="0"/>
              <a:t> Value Near Zero</a:t>
            </a:r>
          </a:p>
          <a:p>
            <a:r>
              <a:rPr lang="en-US" dirty="0"/>
              <a:t>Weak or no match</a:t>
            </a:r>
          </a:p>
          <a:p>
            <a:r>
              <a:rPr lang="en-US" dirty="0"/>
              <a:t>Region is </a:t>
            </a:r>
            <a:r>
              <a:rPr lang="en-US" b="1" dirty="0"/>
              <a:t>uniform</a:t>
            </a:r>
            <a:r>
              <a:rPr lang="en-US" dirty="0"/>
              <a:t> or does not contain the feature</a:t>
            </a:r>
          </a:p>
          <a:p>
            <a:r>
              <a:rPr lang="en-US" dirty="0"/>
              <a:t>No significant structure detected</a:t>
            </a:r>
          </a:p>
          <a:p>
            <a:endParaRPr lang="en-IN" dirty="0"/>
          </a:p>
        </p:txBody>
      </p:sp>
    </p:spTree>
    <p:extLst>
      <p:ext uri="{BB962C8B-B14F-4D97-AF65-F5344CB8AC3E}">
        <p14:creationId xmlns:p14="http://schemas.microsoft.com/office/powerpoint/2010/main" val="24586990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D6D6A-B481-435F-504F-4DD3CBA7F59C}"/>
              </a:ext>
            </a:extLst>
          </p:cNvPr>
          <p:cNvSpPr>
            <a:spLocks noGrp="1"/>
          </p:cNvSpPr>
          <p:nvPr>
            <p:ph type="title"/>
          </p:nvPr>
        </p:nvSpPr>
        <p:spPr/>
        <p:txBody>
          <a:bodyPr/>
          <a:lstStyle/>
          <a:p>
            <a:r>
              <a:rPr lang="en-IN" b="1" dirty="0"/>
              <a:t>Applications</a:t>
            </a:r>
          </a:p>
        </p:txBody>
      </p:sp>
      <p:sp>
        <p:nvSpPr>
          <p:cNvPr id="3" name="Content Placeholder 2">
            <a:extLst>
              <a:ext uri="{FF2B5EF4-FFF2-40B4-BE49-F238E27FC236}">
                <a16:creationId xmlns:a16="http://schemas.microsoft.com/office/drawing/2014/main" id="{8B3FF4F1-2B7E-6371-A484-63FFB46C0E81}"/>
              </a:ext>
            </a:extLst>
          </p:cNvPr>
          <p:cNvSpPr>
            <a:spLocks noGrp="1"/>
          </p:cNvSpPr>
          <p:nvPr>
            <p:ph idx="1"/>
          </p:nvPr>
        </p:nvSpPr>
        <p:spPr/>
        <p:txBody>
          <a:bodyPr>
            <a:normAutofit fontScale="92500" lnSpcReduction="20000"/>
          </a:bodyPr>
          <a:lstStyle/>
          <a:p>
            <a:r>
              <a:rPr lang="en-IN" dirty="0"/>
              <a:t>Template matching</a:t>
            </a:r>
          </a:p>
          <a:p>
            <a:r>
              <a:rPr lang="en-IN" dirty="0"/>
              <a:t>Edge detection</a:t>
            </a:r>
          </a:p>
          <a:p>
            <a:r>
              <a:rPr lang="en-IN" dirty="0"/>
              <a:t>Feature extraction</a:t>
            </a:r>
          </a:p>
          <a:p>
            <a:r>
              <a:rPr lang="en-IN" dirty="0"/>
              <a:t>Image registration</a:t>
            </a:r>
          </a:p>
          <a:p>
            <a:r>
              <a:rPr lang="en-IN" dirty="0"/>
              <a:t>Motion detection</a:t>
            </a:r>
          </a:p>
          <a:p>
            <a:r>
              <a:rPr lang="en-IN" dirty="0"/>
              <a:t>Object recognition</a:t>
            </a:r>
          </a:p>
          <a:p>
            <a:r>
              <a:rPr lang="en-IN" dirty="0"/>
              <a:t>Pattern recognition</a:t>
            </a:r>
          </a:p>
          <a:p>
            <a:r>
              <a:rPr lang="en-IN" dirty="0"/>
              <a:t>Texture analysis</a:t>
            </a:r>
          </a:p>
          <a:p>
            <a:r>
              <a:rPr lang="en-IN" dirty="0"/>
              <a:t>Video surveillance</a:t>
            </a:r>
          </a:p>
          <a:p>
            <a:r>
              <a:rPr lang="en-IN" dirty="0"/>
              <a:t>Medical image analysis</a:t>
            </a:r>
          </a:p>
          <a:p>
            <a:endParaRPr lang="en-IN" dirty="0"/>
          </a:p>
        </p:txBody>
      </p:sp>
    </p:spTree>
    <p:extLst>
      <p:ext uri="{BB962C8B-B14F-4D97-AF65-F5344CB8AC3E}">
        <p14:creationId xmlns:p14="http://schemas.microsoft.com/office/powerpoint/2010/main" val="41627777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2EB96-C1B3-C399-ED86-D2F90B81B59A}"/>
              </a:ext>
            </a:extLst>
          </p:cNvPr>
          <p:cNvSpPr>
            <a:spLocks noGrp="1"/>
          </p:cNvSpPr>
          <p:nvPr>
            <p:ph type="title"/>
          </p:nvPr>
        </p:nvSpPr>
        <p:spPr/>
        <p:txBody>
          <a:bodyPr/>
          <a:lstStyle/>
          <a:p>
            <a:r>
              <a:rPr lang="en-IN" b="1" dirty="0"/>
              <a:t>Convolution</a:t>
            </a:r>
          </a:p>
        </p:txBody>
      </p:sp>
      <p:sp>
        <p:nvSpPr>
          <p:cNvPr id="3" name="Content Placeholder 2">
            <a:extLst>
              <a:ext uri="{FF2B5EF4-FFF2-40B4-BE49-F238E27FC236}">
                <a16:creationId xmlns:a16="http://schemas.microsoft.com/office/drawing/2014/main" id="{99EFB92F-5D6A-471C-D501-215A4AA5B409}"/>
              </a:ext>
            </a:extLst>
          </p:cNvPr>
          <p:cNvSpPr>
            <a:spLocks noGrp="1"/>
          </p:cNvSpPr>
          <p:nvPr>
            <p:ph idx="1"/>
          </p:nvPr>
        </p:nvSpPr>
        <p:spPr>
          <a:xfrm>
            <a:off x="892382" y="1825624"/>
            <a:ext cx="10461417" cy="8842343"/>
          </a:xfrm>
        </p:spPr>
        <p:txBody>
          <a:bodyPr/>
          <a:lstStyle/>
          <a:p>
            <a:r>
              <a:rPr lang="en-US" dirty="0"/>
              <a:t>It is a spatial operation similar to correlation, but the mask is </a:t>
            </a:r>
            <a:r>
              <a:rPr lang="en-US" b="1" dirty="0"/>
              <a:t>rotated by 180°</a:t>
            </a:r>
            <a:r>
              <a:rPr lang="en-US" dirty="0"/>
              <a:t> before being applied to the image.</a:t>
            </a:r>
          </a:p>
          <a:p>
            <a:endParaRPr lang="en-IN" dirty="0"/>
          </a:p>
        </p:txBody>
      </p:sp>
      <p:pic>
        <p:nvPicPr>
          <p:cNvPr id="5" name="Picture 4">
            <a:extLst>
              <a:ext uri="{FF2B5EF4-FFF2-40B4-BE49-F238E27FC236}">
                <a16:creationId xmlns:a16="http://schemas.microsoft.com/office/drawing/2014/main" id="{6E8C95B6-CE46-892A-2AF0-656A80BCE069}"/>
              </a:ext>
            </a:extLst>
          </p:cNvPr>
          <p:cNvPicPr>
            <a:picLocks noChangeAspect="1"/>
          </p:cNvPicPr>
          <p:nvPr/>
        </p:nvPicPr>
        <p:blipFill>
          <a:blip r:embed="rId2"/>
          <a:stretch>
            <a:fillRect/>
          </a:stretch>
        </p:blipFill>
        <p:spPr>
          <a:xfrm>
            <a:off x="3460829" y="2885999"/>
            <a:ext cx="5297779" cy="1801748"/>
          </a:xfrm>
          <a:prstGeom prst="rect">
            <a:avLst/>
          </a:prstGeom>
        </p:spPr>
      </p:pic>
    </p:spTree>
    <p:extLst>
      <p:ext uri="{BB962C8B-B14F-4D97-AF65-F5344CB8AC3E}">
        <p14:creationId xmlns:p14="http://schemas.microsoft.com/office/powerpoint/2010/main" val="11418498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2FFC979-9DED-17AB-CD15-D760A14CF9B7}"/>
              </a:ext>
            </a:extLst>
          </p:cNvPr>
          <p:cNvPicPr>
            <a:picLocks noChangeAspect="1"/>
          </p:cNvPicPr>
          <p:nvPr/>
        </p:nvPicPr>
        <p:blipFill>
          <a:blip r:embed="rId2"/>
          <a:stretch>
            <a:fillRect/>
          </a:stretch>
        </p:blipFill>
        <p:spPr>
          <a:xfrm>
            <a:off x="2125598" y="500820"/>
            <a:ext cx="6879506" cy="2928180"/>
          </a:xfrm>
          <a:prstGeom prst="rect">
            <a:avLst/>
          </a:prstGeom>
        </p:spPr>
      </p:pic>
      <p:pic>
        <p:nvPicPr>
          <p:cNvPr id="7" name="Picture 6">
            <a:extLst>
              <a:ext uri="{FF2B5EF4-FFF2-40B4-BE49-F238E27FC236}">
                <a16:creationId xmlns:a16="http://schemas.microsoft.com/office/drawing/2014/main" id="{A2FFA79D-D15E-71EA-FE58-41999D532E92}"/>
              </a:ext>
            </a:extLst>
          </p:cNvPr>
          <p:cNvPicPr>
            <a:picLocks noChangeAspect="1"/>
          </p:cNvPicPr>
          <p:nvPr/>
        </p:nvPicPr>
        <p:blipFill>
          <a:blip r:embed="rId3"/>
          <a:stretch>
            <a:fillRect/>
          </a:stretch>
        </p:blipFill>
        <p:spPr>
          <a:xfrm>
            <a:off x="457315" y="3935392"/>
            <a:ext cx="5258534" cy="1467055"/>
          </a:xfrm>
          <a:prstGeom prst="rect">
            <a:avLst/>
          </a:prstGeom>
        </p:spPr>
      </p:pic>
      <p:sp>
        <p:nvSpPr>
          <p:cNvPr id="9" name="TextBox 8">
            <a:extLst>
              <a:ext uri="{FF2B5EF4-FFF2-40B4-BE49-F238E27FC236}">
                <a16:creationId xmlns:a16="http://schemas.microsoft.com/office/drawing/2014/main" id="{49679EE7-C4FB-B683-C3BE-C7DA34CCEB00}"/>
              </a:ext>
            </a:extLst>
          </p:cNvPr>
          <p:cNvSpPr txBox="1"/>
          <p:nvPr/>
        </p:nvSpPr>
        <p:spPr>
          <a:xfrm>
            <a:off x="382083" y="3750726"/>
            <a:ext cx="6094070" cy="369332"/>
          </a:xfrm>
          <a:prstGeom prst="rect">
            <a:avLst/>
          </a:prstGeom>
          <a:noFill/>
        </p:spPr>
        <p:txBody>
          <a:bodyPr wrap="square">
            <a:spAutoFit/>
          </a:bodyPr>
          <a:lstStyle/>
          <a:p>
            <a:r>
              <a:rPr lang="en-US" dirty="0"/>
              <a:t>Rotate the Mask by 180°</a:t>
            </a:r>
            <a:r>
              <a:rPr lang="en-US" b="1" dirty="0"/>
              <a:t>= horizontal flip + vertical flip</a:t>
            </a:r>
            <a:endParaRPr lang="en-IN" dirty="0"/>
          </a:p>
        </p:txBody>
      </p:sp>
      <p:pic>
        <p:nvPicPr>
          <p:cNvPr id="11" name="Picture 10">
            <a:extLst>
              <a:ext uri="{FF2B5EF4-FFF2-40B4-BE49-F238E27FC236}">
                <a16:creationId xmlns:a16="http://schemas.microsoft.com/office/drawing/2014/main" id="{1903E1E9-3964-5A47-550A-4CE205FCF697}"/>
              </a:ext>
            </a:extLst>
          </p:cNvPr>
          <p:cNvPicPr>
            <a:picLocks noChangeAspect="1"/>
          </p:cNvPicPr>
          <p:nvPr/>
        </p:nvPicPr>
        <p:blipFill>
          <a:blip r:embed="rId4"/>
          <a:stretch>
            <a:fillRect/>
          </a:stretch>
        </p:blipFill>
        <p:spPr>
          <a:xfrm>
            <a:off x="6969844" y="3633921"/>
            <a:ext cx="3229426" cy="1428949"/>
          </a:xfrm>
          <a:prstGeom prst="rect">
            <a:avLst/>
          </a:prstGeom>
        </p:spPr>
      </p:pic>
      <p:pic>
        <p:nvPicPr>
          <p:cNvPr id="13" name="Picture 12">
            <a:extLst>
              <a:ext uri="{FF2B5EF4-FFF2-40B4-BE49-F238E27FC236}">
                <a16:creationId xmlns:a16="http://schemas.microsoft.com/office/drawing/2014/main" id="{F04BAEC5-E093-358F-18C1-336E3B1F7880}"/>
              </a:ext>
            </a:extLst>
          </p:cNvPr>
          <p:cNvPicPr>
            <a:picLocks noChangeAspect="1"/>
          </p:cNvPicPr>
          <p:nvPr/>
        </p:nvPicPr>
        <p:blipFill>
          <a:blip r:embed="rId5"/>
          <a:stretch>
            <a:fillRect/>
          </a:stretch>
        </p:blipFill>
        <p:spPr>
          <a:xfrm>
            <a:off x="6723548" y="5174408"/>
            <a:ext cx="4563112" cy="1428949"/>
          </a:xfrm>
          <a:prstGeom prst="rect">
            <a:avLst/>
          </a:prstGeom>
        </p:spPr>
      </p:pic>
    </p:spTree>
    <p:extLst>
      <p:ext uri="{BB962C8B-B14F-4D97-AF65-F5344CB8AC3E}">
        <p14:creationId xmlns:p14="http://schemas.microsoft.com/office/powerpoint/2010/main" val="32428003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D6D206-C037-78FF-02BD-6C3DC46E46A5}"/>
              </a:ext>
            </a:extLst>
          </p:cNvPr>
          <p:cNvSpPr>
            <a:spLocks noGrp="1"/>
          </p:cNvSpPr>
          <p:nvPr>
            <p:ph idx="4294967295"/>
          </p:nvPr>
        </p:nvSpPr>
        <p:spPr>
          <a:xfrm>
            <a:off x="1226916" y="656582"/>
            <a:ext cx="10515600" cy="4351338"/>
          </a:xfrm>
        </p:spPr>
        <p:txBody>
          <a:bodyPr>
            <a:normAutofit lnSpcReduction="10000"/>
          </a:bodyPr>
          <a:lstStyle/>
          <a:p>
            <a:r>
              <a:rPr lang="en-US" dirty="0"/>
              <a:t>The convolution value tells how strongly the detector responds at that pixel.</a:t>
            </a:r>
          </a:p>
          <a:p>
            <a:pPr marL="0" indent="0">
              <a:buNone/>
            </a:pPr>
            <a:endParaRPr lang="en-US" dirty="0"/>
          </a:p>
          <a:p>
            <a:pPr marL="0" lvl="0" indent="0" eaLnBrk="0" fontAlgn="base" hangingPunct="0">
              <a:lnSpc>
                <a:spcPct val="100000"/>
              </a:lnSpc>
              <a:spcBef>
                <a:spcPct val="0"/>
              </a:spcBef>
              <a:spcAft>
                <a:spcPct val="0"/>
              </a:spcAft>
              <a:buFontTx/>
              <a:buChar char="•"/>
            </a:pPr>
            <a:r>
              <a:rPr lang="en-US" altLang="en-US" sz="2600" dirty="0">
                <a:latin typeface="Arial" panose="020B0604020202020204" pitchFamily="34" charset="0"/>
              </a:rPr>
              <a:t>Large positive value</a:t>
            </a:r>
            <a:br>
              <a:rPr lang="en-US" altLang="en-US" dirty="0">
                <a:latin typeface="Arial" panose="020B0604020202020204" pitchFamily="34" charset="0"/>
              </a:rPr>
            </a:br>
            <a:r>
              <a:rPr lang="en-US" altLang="en-US" sz="2000" dirty="0">
                <a:latin typeface="Arial" panose="020B0604020202020204" pitchFamily="34" charset="0"/>
              </a:rPr>
              <a:t>→ Strong presence of the feature the filter is designed to detect</a:t>
            </a:r>
            <a:br>
              <a:rPr lang="en-US" altLang="en-US" sz="2000" dirty="0">
                <a:latin typeface="Arial" panose="020B0604020202020204" pitchFamily="34" charset="0"/>
              </a:rPr>
            </a:br>
            <a:r>
              <a:rPr lang="en-US" altLang="en-US" sz="2000" dirty="0">
                <a:latin typeface="Arial" panose="020B0604020202020204" pitchFamily="34" charset="0"/>
              </a:rPr>
              <a:t>(edge, line, brightness change, etc.</a:t>
            </a:r>
          </a:p>
          <a:p>
            <a:pPr marL="0" lvl="0" indent="0" eaLnBrk="0" fontAlgn="base" hangingPunct="0">
              <a:lnSpc>
                <a:spcPct val="100000"/>
              </a:lnSpc>
              <a:spcBef>
                <a:spcPct val="0"/>
              </a:spcBef>
              <a:spcAft>
                <a:spcPct val="0"/>
              </a:spcAft>
              <a:buNone/>
            </a:pPr>
            <a:endParaRPr lang="en-US" altLang="en-US" sz="200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2600" dirty="0">
                <a:latin typeface="Arial" panose="020B0604020202020204" pitchFamily="34" charset="0"/>
              </a:rPr>
              <a:t>Large negative value</a:t>
            </a:r>
            <a:br>
              <a:rPr lang="en-US" altLang="en-US" dirty="0">
                <a:latin typeface="Arial" panose="020B0604020202020204" pitchFamily="34" charset="0"/>
              </a:rPr>
            </a:br>
            <a:r>
              <a:rPr lang="en-US" altLang="en-US" dirty="0">
                <a:latin typeface="Arial" panose="020B0604020202020204" pitchFamily="34" charset="0"/>
              </a:rPr>
              <a:t>→ </a:t>
            </a:r>
            <a:r>
              <a:rPr lang="en-US" altLang="en-US" sz="2200" dirty="0">
                <a:latin typeface="Arial" panose="020B0604020202020204" pitchFamily="34" charset="0"/>
              </a:rPr>
              <a:t>Strong presence of the same feature but in the opposite direction</a:t>
            </a:r>
          </a:p>
          <a:p>
            <a:pPr marL="0" lvl="0" indent="0" eaLnBrk="0" fontAlgn="base" hangingPunct="0">
              <a:lnSpc>
                <a:spcPct val="100000"/>
              </a:lnSpc>
              <a:spcBef>
                <a:spcPct val="0"/>
              </a:spcBef>
              <a:spcAft>
                <a:spcPct val="0"/>
              </a:spcAft>
              <a:buNone/>
            </a:pPr>
            <a:endParaRPr lang="en-US" altLang="en-US"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Value near zero</a:t>
            </a:r>
            <a:br>
              <a:rPr lang="en-US" altLang="en-US" dirty="0">
                <a:latin typeface="Arial" panose="020B0604020202020204" pitchFamily="34" charset="0"/>
              </a:rPr>
            </a:br>
            <a:r>
              <a:rPr lang="en-US" altLang="en-US" sz="2200" dirty="0">
                <a:latin typeface="Arial" panose="020B0604020202020204" pitchFamily="34" charset="0"/>
              </a:rPr>
              <a:t>→ No significant feature (smooth or uniform area)</a:t>
            </a:r>
          </a:p>
          <a:p>
            <a:endParaRPr lang="en-IN" dirty="0"/>
          </a:p>
        </p:txBody>
      </p:sp>
    </p:spTree>
    <p:extLst>
      <p:ext uri="{BB962C8B-B14F-4D97-AF65-F5344CB8AC3E}">
        <p14:creationId xmlns:p14="http://schemas.microsoft.com/office/powerpoint/2010/main" val="178284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D0841-FAD3-979D-F99F-304C4EBE3522}"/>
              </a:ext>
            </a:extLst>
          </p:cNvPr>
          <p:cNvSpPr>
            <a:spLocks noGrp="1"/>
          </p:cNvSpPr>
          <p:nvPr>
            <p:ph type="title"/>
          </p:nvPr>
        </p:nvSpPr>
        <p:spPr/>
        <p:txBody>
          <a:bodyPr/>
          <a:lstStyle/>
          <a:p>
            <a:r>
              <a:rPr lang="en-IN" b="1" dirty="0"/>
              <a:t>Application</a:t>
            </a:r>
          </a:p>
        </p:txBody>
      </p:sp>
      <p:sp>
        <p:nvSpPr>
          <p:cNvPr id="3" name="Content Placeholder 2">
            <a:extLst>
              <a:ext uri="{FF2B5EF4-FFF2-40B4-BE49-F238E27FC236}">
                <a16:creationId xmlns:a16="http://schemas.microsoft.com/office/drawing/2014/main" id="{55ECF7BB-FBB5-B81A-FFA0-E80637C6398D}"/>
              </a:ext>
            </a:extLst>
          </p:cNvPr>
          <p:cNvSpPr>
            <a:spLocks noGrp="1"/>
          </p:cNvSpPr>
          <p:nvPr>
            <p:ph idx="1"/>
          </p:nvPr>
        </p:nvSpPr>
        <p:spPr/>
        <p:txBody>
          <a:bodyPr>
            <a:normAutofit fontScale="92500" lnSpcReduction="20000"/>
          </a:bodyPr>
          <a:lstStyle/>
          <a:p>
            <a:r>
              <a:rPr lang="en-IN" dirty="0"/>
              <a:t>Image smoothing (noise reduction)</a:t>
            </a:r>
          </a:p>
          <a:p>
            <a:r>
              <a:rPr lang="en-IN" dirty="0"/>
              <a:t>Image sharpening</a:t>
            </a:r>
          </a:p>
          <a:p>
            <a:r>
              <a:rPr lang="en-IN" dirty="0"/>
              <a:t>Edge detection</a:t>
            </a:r>
          </a:p>
          <a:p>
            <a:r>
              <a:rPr lang="en-IN" dirty="0"/>
              <a:t>Feature extraction</a:t>
            </a:r>
          </a:p>
          <a:p>
            <a:r>
              <a:rPr lang="en-IN" dirty="0"/>
              <a:t>Image enhancement</a:t>
            </a:r>
          </a:p>
          <a:p>
            <a:r>
              <a:rPr lang="en-IN" dirty="0"/>
              <a:t>Blur effects</a:t>
            </a:r>
          </a:p>
          <a:p>
            <a:r>
              <a:rPr lang="en-IN" dirty="0"/>
              <a:t>Image restoration</a:t>
            </a:r>
          </a:p>
          <a:p>
            <a:r>
              <a:rPr lang="en-IN" dirty="0"/>
              <a:t>Medical image processing</a:t>
            </a:r>
          </a:p>
          <a:p>
            <a:r>
              <a:rPr lang="en-IN" dirty="0"/>
              <a:t>Satellite and remote sensing images</a:t>
            </a:r>
          </a:p>
          <a:p>
            <a:r>
              <a:rPr lang="en-IN" dirty="0"/>
              <a:t>Computer vision preprocessing</a:t>
            </a:r>
          </a:p>
          <a:p>
            <a:endParaRPr lang="en-IN" dirty="0"/>
          </a:p>
        </p:txBody>
      </p:sp>
    </p:spTree>
    <p:extLst>
      <p:ext uri="{BB962C8B-B14F-4D97-AF65-F5344CB8AC3E}">
        <p14:creationId xmlns:p14="http://schemas.microsoft.com/office/powerpoint/2010/main" val="16454865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55097C5-9278-058B-2513-C37CB7FF2E40}"/>
              </a:ext>
            </a:extLst>
          </p:cNvPr>
          <p:cNvGraphicFramePr>
            <a:graphicFrameLocks noGrp="1"/>
          </p:cNvGraphicFramePr>
          <p:nvPr>
            <p:extLst>
              <p:ext uri="{D42A27DB-BD31-4B8C-83A1-F6EECF244321}">
                <p14:modId xmlns:p14="http://schemas.microsoft.com/office/powerpoint/2010/main" val="3629851999"/>
              </p:ext>
            </p:extLst>
          </p:nvPr>
        </p:nvGraphicFramePr>
        <p:xfrm>
          <a:off x="868101" y="185195"/>
          <a:ext cx="10485699" cy="6672803"/>
        </p:xfrm>
        <a:graphic>
          <a:graphicData uri="http://schemas.openxmlformats.org/drawingml/2006/table">
            <a:tbl>
              <a:tblPr>
                <a:tableStyleId>{69C7853C-536D-4A76-A0AE-DD22124D55A5}</a:tableStyleId>
              </a:tblPr>
              <a:tblGrid>
                <a:gridCol w="3526099">
                  <a:extLst>
                    <a:ext uri="{9D8B030D-6E8A-4147-A177-3AD203B41FA5}">
                      <a16:colId xmlns:a16="http://schemas.microsoft.com/office/drawing/2014/main" val="1129407641"/>
                    </a:ext>
                  </a:extLst>
                </a:gridCol>
                <a:gridCol w="3479800">
                  <a:extLst>
                    <a:ext uri="{9D8B030D-6E8A-4147-A177-3AD203B41FA5}">
                      <a16:colId xmlns:a16="http://schemas.microsoft.com/office/drawing/2014/main" val="921842689"/>
                    </a:ext>
                  </a:extLst>
                </a:gridCol>
                <a:gridCol w="3479800">
                  <a:extLst>
                    <a:ext uri="{9D8B030D-6E8A-4147-A177-3AD203B41FA5}">
                      <a16:colId xmlns:a16="http://schemas.microsoft.com/office/drawing/2014/main" val="1587380305"/>
                    </a:ext>
                  </a:extLst>
                </a:gridCol>
              </a:tblGrid>
              <a:tr h="589554">
                <a:tc>
                  <a:txBody>
                    <a:bodyPr/>
                    <a:lstStyle/>
                    <a:p>
                      <a:pPr>
                        <a:buNone/>
                      </a:pPr>
                      <a:r>
                        <a:rPr lang="en-IN" sz="2400" b="1" dirty="0"/>
                        <a:t>Aspect</a:t>
                      </a:r>
                    </a:p>
                  </a:txBody>
                  <a:tcPr anchor="ctr"/>
                </a:tc>
                <a:tc>
                  <a:txBody>
                    <a:bodyPr/>
                    <a:lstStyle/>
                    <a:p>
                      <a:pPr>
                        <a:buNone/>
                      </a:pPr>
                      <a:r>
                        <a:rPr lang="en-IN" sz="2400" b="1" dirty="0"/>
                        <a:t>Correlation</a:t>
                      </a:r>
                    </a:p>
                  </a:txBody>
                  <a:tcPr anchor="ctr"/>
                </a:tc>
                <a:tc>
                  <a:txBody>
                    <a:bodyPr/>
                    <a:lstStyle/>
                    <a:p>
                      <a:pPr>
                        <a:buNone/>
                      </a:pPr>
                      <a:r>
                        <a:rPr lang="en-IN" sz="2400" b="1" dirty="0"/>
                        <a:t>Convolution</a:t>
                      </a:r>
                    </a:p>
                  </a:txBody>
                  <a:tcPr anchor="ctr"/>
                </a:tc>
                <a:extLst>
                  <a:ext uri="{0D108BD9-81ED-4DB2-BD59-A6C34878D82A}">
                    <a16:rowId xmlns:a16="http://schemas.microsoft.com/office/drawing/2014/main" val="3968074045"/>
                  </a:ext>
                </a:extLst>
              </a:tr>
              <a:tr h="579357">
                <a:tc>
                  <a:txBody>
                    <a:bodyPr/>
                    <a:lstStyle/>
                    <a:p>
                      <a:pPr>
                        <a:buNone/>
                      </a:pPr>
                      <a:r>
                        <a:rPr lang="en-IN"/>
                        <a:t>Mask flipping</a:t>
                      </a:r>
                    </a:p>
                  </a:txBody>
                  <a:tcPr anchor="ctr"/>
                </a:tc>
                <a:tc>
                  <a:txBody>
                    <a:bodyPr/>
                    <a:lstStyle/>
                    <a:p>
                      <a:pPr>
                        <a:buNone/>
                      </a:pPr>
                      <a:r>
                        <a:rPr lang="en-IN"/>
                        <a:t>Mask is </a:t>
                      </a:r>
                      <a:r>
                        <a:rPr lang="en-IN" b="1"/>
                        <a:t>not flipped</a:t>
                      </a:r>
                      <a:endParaRPr lang="en-IN"/>
                    </a:p>
                  </a:txBody>
                  <a:tcPr anchor="ctr"/>
                </a:tc>
                <a:tc>
                  <a:txBody>
                    <a:bodyPr/>
                    <a:lstStyle/>
                    <a:p>
                      <a:pPr>
                        <a:buNone/>
                      </a:pPr>
                      <a:r>
                        <a:rPr lang="en-US"/>
                        <a:t>Mask is </a:t>
                      </a:r>
                      <a:r>
                        <a:rPr lang="en-US" b="1"/>
                        <a:t>flipped by 180°</a:t>
                      </a:r>
                      <a:endParaRPr lang="en-US"/>
                    </a:p>
                  </a:txBody>
                  <a:tcPr anchor="ctr"/>
                </a:tc>
                <a:extLst>
                  <a:ext uri="{0D108BD9-81ED-4DB2-BD59-A6C34878D82A}">
                    <a16:rowId xmlns:a16="http://schemas.microsoft.com/office/drawing/2014/main" val="3105028872"/>
                  </a:ext>
                </a:extLst>
              </a:tr>
              <a:tr h="579357">
                <a:tc>
                  <a:txBody>
                    <a:bodyPr/>
                    <a:lstStyle/>
                    <a:p>
                      <a:pPr>
                        <a:buNone/>
                      </a:pPr>
                      <a:r>
                        <a:rPr lang="en-IN"/>
                        <a:t>Mathematical operation</a:t>
                      </a:r>
                    </a:p>
                  </a:txBody>
                  <a:tcPr anchor="ctr"/>
                </a:tc>
                <a:tc>
                  <a:txBody>
                    <a:bodyPr/>
                    <a:lstStyle/>
                    <a:p>
                      <a:pPr>
                        <a:buNone/>
                      </a:pPr>
                      <a:r>
                        <a:rPr lang="en-IN"/>
                        <a:t>Direct matching</a:t>
                      </a:r>
                    </a:p>
                  </a:txBody>
                  <a:tcPr anchor="ctr"/>
                </a:tc>
                <a:tc>
                  <a:txBody>
                    <a:bodyPr/>
                    <a:lstStyle/>
                    <a:p>
                      <a:pPr>
                        <a:buNone/>
                      </a:pPr>
                      <a:r>
                        <a:rPr lang="en-IN"/>
                        <a:t>Linear system operation</a:t>
                      </a:r>
                    </a:p>
                  </a:txBody>
                  <a:tcPr anchor="ctr"/>
                </a:tc>
                <a:extLst>
                  <a:ext uri="{0D108BD9-81ED-4DB2-BD59-A6C34878D82A}">
                    <a16:rowId xmlns:a16="http://schemas.microsoft.com/office/drawing/2014/main" val="4258062958"/>
                  </a:ext>
                </a:extLst>
              </a:tr>
              <a:tr h="579357">
                <a:tc>
                  <a:txBody>
                    <a:bodyPr/>
                    <a:lstStyle/>
                    <a:p>
                      <a:pPr>
                        <a:buNone/>
                      </a:pPr>
                      <a:r>
                        <a:rPr lang="en-IN"/>
                        <a:t>Kernel orientation</a:t>
                      </a:r>
                    </a:p>
                  </a:txBody>
                  <a:tcPr anchor="ctr"/>
                </a:tc>
                <a:tc>
                  <a:txBody>
                    <a:bodyPr/>
                    <a:lstStyle/>
                    <a:p>
                      <a:pPr>
                        <a:buNone/>
                      </a:pPr>
                      <a:r>
                        <a:rPr lang="en-IN"/>
                        <a:t>Same as given</a:t>
                      </a:r>
                    </a:p>
                  </a:txBody>
                  <a:tcPr anchor="ctr"/>
                </a:tc>
                <a:tc>
                  <a:txBody>
                    <a:bodyPr/>
                    <a:lstStyle/>
                    <a:p>
                      <a:pPr>
                        <a:buNone/>
                      </a:pPr>
                      <a:r>
                        <a:rPr lang="en-IN"/>
                        <a:t>Reversed orientation</a:t>
                      </a:r>
                    </a:p>
                  </a:txBody>
                  <a:tcPr anchor="ctr"/>
                </a:tc>
                <a:extLst>
                  <a:ext uri="{0D108BD9-81ED-4DB2-BD59-A6C34878D82A}">
                    <a16:rowId xmlns:a16="http://schemas.microsoft.com/office/drawing/2014/main" val="248910213"/>
                  </a:ext>
                </a:extLst>
              </a:tr>
              <a:tr h="1013875">
                <a:tc>
                  <a:txBody>
                    <a:bodyPr/>
                    <a:lstStyle/>
                    <a:p>
                      <a:pPr>
                        <a:buNone/>
                      </a:pPr>
                      <a:r>
                        <a:rPr lang="en-IN"/>
                        <a:t>Main purpose</a:t>
                      </a:r>
                    </a:p>
                  </a:txBody>
                  <a:tcPr anchor="ctr"/>
                </a:tc>
                <a:tc>
                  <a:txBody>
                    <a:bodyPr/>
                    <a:lstStyle/>
                    <a:p>
                      <a:pPr>
                        <a:buNone/>
                      </a:pPr>
                      <a:r>
                        <a:rPr lang="en-IN"/>
                        <a:t>Measure similarity / pattern matching</a:t>
                      </a:r>
                    </a:p>
                  </a:txBody>
                  <a:tcPr anchor="ctr"/>
                </a:tc>
                <a:tc>
                  <a:txBody>
                    <a:bodyPr/>
                    <a:lstStyle/>
                    <a:p>
                      <a:pPr>
                        <a:buNone/>
                      </a:pPr>
                      <a:r>
                        <a:rPr lang="en-IN"/>
                        <a:t>Filtering / feature enhancement</a:t>
                      </a:r>
                    </a:p>
                  </a:txBody>
                  <a:tcPr anchor="ctr"/>
                </a:tc>
                <a:extLst>
                  <a:ext uri="{0D108BD9-81ED-4DB2-BD59-A6C34878D82A}">
                    <a16:rowId xmlns:a16="http://schemas.microsoft.com/office/drawing/2014/main" val="283605596"/>
                  </a:ext>
                </a:extLst>
              </a:tr>
              <a:tr h="579357">
                <a:tc>
                  <a:txBody>
                    <a:bodyPr/>
                    <a:lstStyle/>
                    <a:p>
                      <a:pPr>
                        <a:buNone/>
                      </a:pPr>
                      <a:r>
                        <a:rPr lang="en-IN"/>
                        <a:t>System theory basis</a:t>
                      </a:r>
                    </a:p>
                  </a:txBody>
                  <a:tcPr anchor="ctr"/>
                </a:tc>
                <a:tc>
                  <a:txBody>
                    <a:bodyPr/>
                    <a:lstStyle/>
                    <a:p>
                      <a:pPr>
                        <a:buNone/>
                      </a:pPr>
                      <a:r>
                        <a:rPr lang="en-IN"/>
                        <a:t>No</a:t>
                      </a:r>
                    </a:p>
                  </a:txBody>
                  <a:tcPr anchor="ctr"/>
                </a:tc>
                <a:tc>
                  <a:txBody>
                    <a:bodyPr/>
                    <a:lstStyle/>
                    <a:p>
                      <a:pPr>
                        <a:buNone/>
                      </a:pPr>
                      <a:r>
                        <a:rPr lang="en-IN"/>
                        <a:t>Yes (linear, shift-invariant systems)</a:t>
                      </a:r>
                    </a:p>
                  </a:txBody>
                  <a:tcPr anchor="ctr"/>
                </a:tc>
                <a:extLst>
                  <a:ext uri="{0D108BD9-81ED-4DB2-BD59-A6C34878D82A}">
                    <a16:rowId xmlns:a16="http://schemas.microsoft.com/office/drawing/2014/main" val="3306876311"/>
                  </a:ext>
                </a:extLst>
              </a:tr>
              <a:tr h="1013875">
                <a:tc>
                  <a:txBody>
                    <a:bodyPr/>
                    <a:lstStyle/>
                    <a:p>
                      <a:pPr>
                        <a:buNone/>
                      </a:pPr>
                      <a:r>
                        <a:rPr lang="en-IN"/>
                        <a:t>Use in image processing</a:t>
                      </a:r>
                    </a:p>
                  </a:txBody>
                  <a:tcPr anchor="ctr"/>
                </a:tc>
                <a:tc>
                  <a:txBody>
                    <a:bodyPr/>
                    <a:lstStyle/>
                    <a:p>
                      <a:pPr>
                        <a:buNone/>
                      </a:pPr>
                      <a:r>
                        <a:rPr lang="en-IN"/>
                        <a:t>Template matching, feature detection</a:t>
                      </a:r>
                    </a:p>
                  </a:txBody>
                  <a:tcPr anchor="ctr"/>
                </a:tc>
                <a:tc>
                  <a:txBody>
                    <a:bodyPr/>
                    <a:lstStyle/>
                    <a:p>
                      <a:pPr>
                        <a:buNone/>
                      </a:pPr>
                      <a:r>
                        <a:rPr lang="en-IN"/>
                        <a:t>Smoothing, sharpening, edge detection</a:t>
                      </a:r>
                    </a:p>
                  </a:txBody>
                  <a:tcPr anchor="ctr"/>
                </a:tc>
                <a:extLst>
                  <a:ext uri="{0D108BD9-81ED-4DB2-BD59-A6C34878D82A}">
                    <a16:rowId xmlns:a16="http://schemas.microsoft.com/office/drawing/2014/main" val="2984233872"/>
                  </a:ext>
                </a:extLst>
              </a:tr>
              <a:tr h="579357">
                <a:tc>
                  <a:txBody>
                    <a:bodyPr/>
                    <a:lstStyle/>
                    <a:p>
                      <a:pPr>
                        <a:buNone/>
                      </a:pPr>
                      <a:r>
                        <a:rPr lang="en-IN"/>
                        <a:t>Output value meaning</a:t>
                      </a:r>
                    </a:p>
                  </a:txBody>
                  <a:tcPr anchor="ctr"/>
                </a:tc>
                <a:tc>
                  <a:txBody>
                    <a:bodyPr/>
                    <a:lstStyle/>
                    <a:p>
                      <a:pPr>
                        <a:buNone/>
                      </a:pPr>
                      <a:r>
                        <a:rPr lang="en-IN"/>
                        <a:t>Degree of similarity</a:t>
                      </a:r>
                    </a:p>
                  </a:txBody>
                  <a:tcPr anchor="ctr"/>
                </a:tc>
                <a:tc>
                  <a:txBody>
                    <a:bodyPr/>
                    <a:lstStyle/>
                    <a:p>
                      <a:pPr>
                        <a:buNone/>
                      </a:pPr>
                      <a:r>
                        <a:rPr lang="en-US"/>
                        <a:t>Filter response / new pixel value</a:t>
                      </a:r>
                    </a:p>
                  </a:txBody>
                  <a:tcPr anchor="ctr"/>
                </a:tc>
                <a:extLst>
                  <a:ext uri="{0D108BD9-81ED-4DB2-BD59-A6C34878D82A}">
                    <a16:rowId xmlns:a16="http://schemas.microsoft.com/office/drawing/2014/main" val="4246346700"/>
                  </a:ext>
                </a:extLst>
              </a:tr>
              <a:tr h="579357">
                <a:tc>
                  <a:txBody>
                    <a:bodyPr/>
                    <a:lstStyle/>
                    <a:p>
                      <a:pPr>
                        <a:buNone/>
                      </a:pPr>
                      <a:r>
                        <a:rPr lang="en-IN"/>
                        <a:t>Symmetric mask result</a:t>
                      </a:r>
                    </a:p>
                  </a:txBody>
                  <a:tcPr anchor="ctr"/>
                </a:tc>
                <a:tc>
                  <a:txBody>
                    <a:bodyPr/>
                    <a:lstStyle/>
                    <a:p>
                      <a:pPr>
                        <a:buNone/>
                      </a:pPr>
                      <a:r>
                        <a:rPr lang="en-IN"/>
                        <a:t>Same as convolution</a:t>
                      </a:r>
                    </a:p>
                  </a:txBody>
                  <a:tcPr anchor="ctr"/>
                </a:tc>
                <a:tc>
                  <a:txBody>
                    <a:bodyPr/>
                    <a:lstStyle/>
                    <a:p>
                      <a:pPr>
                        <a:buNone/>
                      </a:pPr>
                      <a:r>
                        <a:rPr lang="en-IN"/>
                        <a:t>Same as correlation</a:t>
                      </a:r>
                    </a:p>
                  </a:txBody>
                  <a:tcPr anchor="ctr"/>
                </a:tc>
                <a:extLst>
                  <a:ext uri="{0D108BD9-81ED-4DB2-BD59-A6C34878D82A}">
                    <a16:rowId xmlns:a16="http://schemas.microsoft.com/office/drawing/2014/main" val="3482439723"/>
                  </a:ext>
                </a:extLst>
              </a:tr>
              <a:tr h="579357">
                <a:tc>
                  <a:txBody>
                    <a:bodyPr/>
                    <a:lstStyle/>
                    <a:p>
                      <a:pPr>
                        <a:buNone/>
                      </a:pPr>
                      <a:r>
                        <a:rPr lang="en-IN"/>
                        <a:t>Computational complexity</a:t>
                      </a:r>
                    </a:p>
                  </a:txBody>
                  <a:tcPr anchor="ctr"/>
                </a:tc>
                <a:tc>
                  <a:txBody>
                    <a:bodyPr/>
                    <a:lstStyle/>
                    <a:p>
                      <a:pPr>
                        <a:buNone/>
                      </a:pPr>
                      <a:r>
                        <a:rPr lang="en-IN"/>
                        <a:t>Slightly simpler</a:t>
                      </a:r>
                    </a:p>
                  </a:txBody>
                  <a:tcPr anchor="ctr"/>
                </a:tc>
                <a:tc>
                  <a:txBody>
                    <a:bodyPr/>
                    <a:lstStyle/>
                    <a:p>
                      <a:pPr>
                        <a:buNone/>
                      </a:pPr>
                      <a:r>
                        <a:rPr lang="en-IN" dirty="0"/>
                        <a:t>Slightly more rigorous</a:t>
                      </a:r>
                    </a:p>
                  </a:txBody>
                  <a:tcPr anchor="ctr"/>
                </a:tc>
                <a:extLst>
                  <a:ext uri="{0D108BD9-81ED-4DB2-BD59-A6C34878D82A}">
                    <a16:rowId xmlns:a16="http://schemas.microsoft.com/office/drawing/2014/main" val="1589692424"/>
                  </a:ext>
                </a:extLst>
              </a:tr>
            </a:tbl>
          </a:graphicData>
        </a:graphic>
      </p:graphicFrame>
    </p:spTree>
    <p:extLst>
      <p:ext uri="{BB962C8B-B14F-4D97-AF65-F5344CB8AC3E}">
        <p14:creationId xmlns:p14="http://schemas.microsoft.com/office/powerpoint/2010/main" val="8725410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B93BC-2E40-77CC-5240-61CF64D1A648}"/>
              </a:ext>
            </a:extLst>
          </p:cNvPr>
          <p:cNvSpPr>
            <a:spLocks noGrp="1"/>
          </p:cNvSpPr>
          <p:nvPr>
            <p:ph type="title"/>
          </p:nvPr>
        </p:nvSpPr>
        <p:spPr/>
        <p:txBody>
          <a:bodyPr/>
          <a:lstStyle/>
          <a:p>
            <a:pPr algn="ctr"/>
            <a:r>
              <a:rPr lang="en-IN" b="1" dirty="0"/>
              <a:t>Spatial Averaging</a:t>
            </a:r>
          </a:p>
        </p:txBody>
      </p:sp>
      <p:sp>
        <p:nvSpPr>
          <p:cNvPr id="3" name="Content Placeholder 2">
            <a:extLst>
              <a:ext uri="{FF2B5EF4-FFF2-40B4-BE49-F238E27FC236}">
                <a16:creationId xmlns:a16="http://schemas.microsoft.com/office/drawing/2014/main" id="{F0339D26-668D-175A-576A-12904B9315F8}"/>
              </a:ext>
            </a:extLst>
          </p:cNvPr>
          <p:cNvSpPr>
            <a:spLocks noGrp="1"/>
          </p:cNvSpPr>
          <p:nvPr>
            <p:ph idx="1"/>
          </p:nvPr>
        </p:nvSpPr>
        <p:spPr/>
        <p:txBody>
          <a:bodyPr/>
          <a:lstStyle/>
          <a:p>
            <a:r>
              <a:rPr lang="en-US" dirty="0"/>
              <a:t>Spatial averaging is a smoothing technique used to reduce noise by replacing each pixel value with the average of its neighboring pixels.</a:t>
            </a:r>
          </a:p>
          <a:p>
            <a:r>
              <a:rPr lang="en-US" dirty="0"/>
              <a:t>It is a </a:t>
            </a:r>
            <a:r>
              <a:rPr lang="en-US" b="1" dirty="0"/>
              <a:t>linear spatial filter</a:t>
            </a:r>
            <a:r>
              <a:rPr lang="en-US" dirty="0"/>
              <a:t>.</a:t>
            </a:r>
            <a:endParaRPr lang="en-IN" dirty="0"/>
          </a:p>
        </p:txBody>
      </p:sp>
    </p:spTree>
    <p:extLst>
      <p:ext uri="{BB962C8B-B14F-4D97-AF65-F5344CB8AC3E}">
        <p14:creationId xmlns:p14="http://schemas.microsoft.com/office/powerpoint/2010/main" val="333957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63D9D-CEB5-B457-6CE6-272F46A64A64}"/>
              </a:ext>
            </a:extLst>
          </p:cNvPr>
          <p:cNvSpPr>
            <a:spLocks noGrp="1"/>
          </p:cNvSpPr>
          <p:nvPr>
            <p:ph type="title"/>
          </p:nvPr>
        </p:nvSpPr>
        <p:spPr/>
        <p:txBody>
          <a:bodyPr/>
          <a:lstStyle/>
          <a:p>
            <a:r>
              <a:rPr lang="en-IN" dirty="0"/>
              <a:t>Mathematical Representation</a:t>
            </a:r>
          </a:p>
        </p:txBody>
      </p:sp>
      <p:pic>
        <p:nvPicPr>
          <p:cNvPr id="15" name="Content Placeholder 14">
            <a:extLst>
              <a:ext uri="{FF2B5EF4-FFF2-40B4-BE49-F238E27FC236}">
                <a16:creationId xmlns:a16="http://schemas.microsoft.com/office/drawing/2014/main" id="{798424C5-8E55-B1B8-0B96-0803CFF39152}"/>
              </a:ext>
            </a:extLst>
          </p:cNvPr>
          <p:cNvPicPr>
            <a:picLocks noGrp="1" noChangeAspect="1"/>
          </p:cNvPicPr>
          <p:nvPr>
            <p:ph idx="1"/>
          </p:nvPr>
        </p:nvPicPr>
        <p:blipFill>
          <a:blip r:embed="rId2"/>
          <a:stretch>
            <a:fillRect/>
          </a:stretch>
        </p:blipFill>
        <p:spPr>
          <a:xfrm>
            <a:off x="1064871" y="1516284"/>
            <a:ext cx="8560634" cy="4075907"/>
          </a:xfrm>
          <a:prstGeom prst="rect">
            <a:avLst/>
          </a:prstGeom>
        </p:spPr>
      </p:pic>
    </p:spTree>
    <p:extLst>
      <p:ext uri="{BB962C8B-B14F-4D97-AF65-F5344CB8AC3E}">
        <p14:creationId xmlns:p14="http://schemas.microsoft.com/office/powerpoint/2010/main" val="4756729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19E8C-88AF-2E6F-3EC0-9DAABB6241C8}"/>
              </a:ext>
            </a:extLst>
          </p:cNvPr>
          <p:cNvSpPr>
            <a:spLocks noGrp="1"/>
          </p:cNvSpPr>
          <p:nvPr>
            <p:ph type="title"/>
          </p:nvPr>
        </p:nvSpPr>
        <p:spPr/>
        <p:txBody>
          <a:bodyPr/>
          <a:lstStyle/>
          <a:p>
            <a:r>
              <a:rPr lang="en-US"/>
              <a:t>Example (3×3 Mean Filter Mask)</a:t>
            </a:r>
            <a:endParaRPr lang="en-IN"/>
          </a:p>
        </p:txBody>
      </p:sp>
      <p:pic>
        <p:nvPicPr>
          <p:cNvPr id="5" name="Content Placeholder 4">
            <a:extLst>
              <a:ext uri="{FF2B5EF4-FFF2-40B4-BE49-F238E27FC236}">
                <a16:creationId xmlns:a16="http://schemas.microsoft.com/office/drawing/2014/main" id="{6B8AB4F3-D7A1-D8F6-E834-22FCAE216E44}"/>
              </a:ext>
            </a:extLst>
          </p:cNvPr>
          <p:cNvPicPr>
            <a:picLocks noGrp="1" noChangeAspect="1"/>
          </p:cNvPicPr>
          <p:nvPr>
            <p:ph idx="1"/>
          </p:nvPr>
        </p:nvPicPr>
        <p:blipFill>
          <a:blip r:embed="rId2"/>
          <a:stretch>
            <a:fillRect/>
          </a:stretch>
        </p:blipFill>
        <p:spPr>
          <a:xfrm>
            <a:off x="3872767" y="1458411"/>
            <a:ext cx="3095191" cy="1686680"/>
          </a:xfrm>
          <a:prstGeom prst="rect">
            <a:avLst/>
          </a:prstGeom>
        </p:spPr>
      </p:pic>
      <p:sp>
        <p:nvSpPr>
          <p:cNvPr id="7" name="TextBox 6">
            <a:extLst>
              <a:ext uri="{FF2B5EF4-FFF2-40B4-BE49-F238E27FC236}">
                <a16:creationId xmlns:a16="http://schemas.microsoft.com/office/drawing/2014/main" id="{A310A8CF-F8A1-2AB3-57B3-753C9BD6AEE0}"/>
              </a:ext>
            </a:extLst>
          </p:cNvPr>
          <p:cNvSpPr txBox="1"/>
          <p:nvPr/>
        </p:nvSpPr>
        <p:spPr>
          <a:xfrm>
            <a:off x="1808545" y="3528245"/>
            <a:ext cx="6094070" cy="461665"/>
          </a:xfrm>
          <a:prstGeom prst="rect">
            <a:avLst/>
          </a:prstGeom>
          <a:noFill/>
        </p:spPr>
        <p:txBody>
          <a:bodyPr wrap="square">
            <a:spAutoFit/>
          </a:bodyPr>
          <a:lstStyle/>
          <a:p>
            <a:pPr marL="285750" indent="-285750">
              <a:buFont typeface="Wingdings" panose="05000000000000000000" pitchFamily="2" charset="2"/>
              <a:buChar char="Ø"/>
            </a:pPr>
            <a:r>
              <a:rPr lang="en-US" sz="2400" dirty="0"/>
              <a:t>Each pixel becomes the average of 9 pixels.</a:t>
            </a:r>
          </a:p>
        </p:txBody>
      </p:sp>
      <p:pic>
        <p:nvPicPr>
          <p:cNvPr id="9" name="Picture 8">
            <a:extLst>
              <a:ext uri="{FF2B5EF4-FFF2-40B4-BE49-F238E27FC236}">
                <a16:creationId xmlns:a16="http://schemas.microsoft.com/office/drawing/2014/main" id="{92615435-CC8A-1C97-C5CF-A7A08D99D05A}"/>
              </a:ext>
            </a:extLst>
          </p:cNvPr>
          <p:cNvPicPr>
            <a:picLocks noChangeAspect="1"/>
          </p:cNvPicPr>
          <p:nvPr/>
        </p:nvPicPr>
        <p:blipFill>
          <a:blip r:embed="rId3"/>
          <a:stretch>
            <a:fillRect/>
          </a:stretch>
        </p:blipFill>
        <p:spPr>
          <a:xfrm>
            <a:off x="1678329" y="3989910"/>
            <a:ext cx="7065128" cy="2502965"/>
          </a:xfrm>
          <a:prstGeom prst="rect">
            <a:avLst/>
          </a:prstGeom>
        </p:spPr>
      </p:pic>
    </p:spTree>
    <p:extLst>
      <p:ext uri="{BB962C8B-B14F-4D97-AF65-F5344CB8AC3E}">
        <p14:creationId xmlns:p14="http://schemas.microsoft.com/office/powerpoint/2010/main" val="42305184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940BE42-2BF9-3893-A8C2-4E0C9C6CDE42}"/>
              </a:ext>
            </a:extLst>
          </p:cNvPr>
          <p:cNvPicPr>
            <a:picLocks noChangeAspect="1"/>
          </p:cNvPicPr>
          <p:nvPr/>
        </p:nvPicPr>
        <p:blipFill>
          <a:blip r:embed="rId2"/>
          <a:stretch>
            <a:fillRect/>
          </a:stretch>
        </p:blipFill>
        <p:spPr>
          <a:xfrm>
            <a:off x="2106251" y="3019614"/>
            <a:ext cx="4877481" cy="1629002"/>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257384C-32AE-FA3B-30B1-E0BB2995765E}"/>
                  </a:ext>
                </a:extLst>
              </p:cNvPr>
              <p:cNvSpPr txBox="1"/>
              <p:nvPr/>
            </p:nvSpPr>
            <p:spPr>
              <a:xfrm>
                <a:off x="2106251" y="871267"/>
                <a:ext cx="6094070" cy="1648849"/>
              </a:xfrm>
              <a:prstGeom prst="rect">
                <a:avLst/>
              </a:prstGeom>
              <a:noFill/>
            </p:spPr>
            <p:txBody>
              <a:bodyPr wrap="square">
                <a:spAutoFit/>
              </a:bodyPr>
              <a:lstStyle/>
              <a:p>
                <a:pPr>
                  <a:buNone/>
                </a:pPr>
                <a:r>
                  <a:rPr lang="en-IN" b="1" dirty="0"/>
                  <a:t>Given 5×5 Image</a:t>
                </a:r>
              </a:p>
              <a:p>
                <a:pPr>
                  <a:buNone/>
                </a:pPr>
                <a14:m>
                  <m:oMathPara xmlns:m="http://schemas.openxmlformats.org/officeDocument/2006/math">
                    <m:oMathParaPr>
                      <m:jc m:val="centerGroup"/>
                    </m:oMathParaPr>
                    <m:oMath xmlns:m="http://schemas.openxmlformats.org/officeDocument/2006/math">
                      <m:d>
                        <m:dPr>
                          <m:begChr m:val="["/>
                          <m:endChr m:val="]"/>
                          <m:ctrlPr>
                            <a:rPr lang="ar-AE" i="1">
                              <a:latin typeface="Cambria Math" panose="02040503050406030204" pitchFamily="18" charset="0"/>
                            </a:rPr>
                          </m:ctrlPr>
                        </m:dPr>
                        <m:e>
                          <m:m>
                            <m:mPr>
                              <m:plcHide m:val="on"/>
                              <m:mcs>
                                <m:mc>
                                  <m:mcPr>
                                    <m:count m:val="5"/>
                                    <m:mcJc m:val="center"/>
                                  </m:mcPr>
                                </m:mc>
                              </m:mcs>
                              <m:ctrlPr>
                                <a:rPr lang="ar-AE" i="1">
                                  <a:latin typeface="Cambria Math" panose="02040503050406030204" pitchFamily="18" charset="0"/>
                                </a:rPr>
                              </m:ctrlPr>
                            </m:mPr>
                            <m:mr>
                              <m:e>
                                <m:r>
                                  <a:rPr lang="ar-AE">
                                    <a:latin typeface="Cambria Math" panose="02040503050406030204" pitchFamily="18" charset="0"/>
                                  </a:rPr>
                                  <m:t>1</m:t>
                                </m:r>
                              </m:e>
                              <m:e>
                                <m:r>
                                  <a:rPr lang="ar-AE" i="0">
                                    <a:latin typeface="Cambria Math" panose="02040503050406030204" pitchFamily="18" charset="0"/>
                                  </a:rPr>
                                  <m:t>2</m:t>
                                </m:r>
                              </m:e>
                              <m:e>
                                <m:r>
                                  <a:rPr lang="ar-AE" i="0">
                                    <a:latin typeface="Cambria Math" panose="02040503050406030204" pitchFamily="18" charset="0"/>
                                  </a:rPr>
                                  <m:t>3</m:t>
                                </m:r>
                              </m:e>
                              <m:e>
                                <m:r>
                                  <a:rPr lang="ar-AE" i="0">
                                    <a:latin typeface="Cambria Math" panose="02040503050406030204" pitchFamily="18" charset="0"/>
                                  </a:rPr>
                                  <m:t>4</m:t>
                                </m:r>
                              </m:e>
                              <m:e>
                                <m:r>
                                  <a:rPr lang="ar-AE" i="0">
                                    <a:latin typeface="Cambria Math" panose="02040503050406030204" pitchFamily="18" charset="0"/>
                                  </a:rPr>
                                  <m:t>5</m:t>
                                </m:r>
                              </m:e>
                            </m:mr>
                            <m:mr>
                              <m:e>
                                <m:r>
                                  <a:rPr lang="ar-AE" i="0">
                                    <a:latin typeface="Cambria Math" panose="02040503050406030204" pitchFamily="18" charset="0"/>
                                  </a:rPr>
                                  <m:t>2</m:t>
                                </m:r>
                              </m:e>
                              <m:e>
                                <m:r>
                                  <a:rPr lang="ar-AE" i="0">
                                    <a:latin typeface="Cambria Math" panose="02040503050406030204" pitchFamily="18" charset="0"/>
                                  </a:rPr>
                                  <m:t>3</m:t>
                                </m:r>
                              </m:e>
                              <m:e>
                                <m:r>
                                  <a:rPr lang="ar-AE" i="0">
                                    <a:latin typeface="Cambria Math" panose="02040503050406030204" pitchFamily="18" charset="0"/>
                                  </a:rPr>
                                  <m:t>4</m:t>
                                </m:r>
                              </m:e>
                              <m:e>
                                <m:r>
                                  <a:rPr lang="ar-AE" i="0">
                                    <a:latin typeface="Cambria Math" panose="02040503050406030204" pitchFamily="18" charset="0"/>
                                  </a:rPr>
                                  <m:t>5</m:t>
                                </m:r>
                              </m:e>
                              <m:e>
                                <m:r>
                                  <a:rPr lang="ar-AE" i="0">
                                    <a:latin typeface="Cambria Math" panose="02040503050406030204" pitchFamily="18" charset="0"/>
                                  </a:rPr>
                                  <m:t>6</m:t>
                                </m:r>
                              </m:e>
                            </m:mr>
                            <m:mr>
                              <m:e>
                                <m:r>
                                  <a:rPr lang="ar-AE" i="0">
                                    <a:latin typeface="Cambria Math" panose="02040503050406030204" pitchFamily="18" charset="0"/>
                                  </a:rPr>
                                  <m:t>3</m:t>
                                </m:r>
                              </m:e>
                              <m:e>
                                <m:r>
                                  <a:rPr lang="ar-AE" i="0">
                                    <a:latin typeface="Cambria Math" panose="02040503050406030204" pitchFamily="18" charset="0"/>
                                  </a:rPr>
                                  <m:t>4</m:t>
                                </m:r>
                              </m:e>
                              <m:e>
                                <m:r>
                                  <a:rPr lang="ar-AE" i="0">
                                    <a:latin typeface="Cambria Math" panose="02040503050406030204" pitchFamily="18" charset="0"/>
                                  </a:rPr>
                                  <m:t>20</m:t>
                                </m:r>
                              </m:e>
                              <m:e>
                                <m:r>
                                  <a:rPr lang="ar-AE" i="0">
                                    <a:latin typeface="Cambria Math" panose="02040503050406030204" pitchFamily="18" charset="0"/>
                                  </a:rPr>
                                  <m:t>6</m:t>
                                </m:r>
                              </m:e>
                              <m:e>
                                <m:r>
                                  <a:rPr lang="ar-AE" i="0">
                                    <a:latin typeface="Cambria Math" panose="02040503050406030204" pitchFamily="18" charset="0"/>
                                  </a:rPr>
                                  <m:t>7</m:t>
                                </m:r>
                              </m:e>
                            </m:mr>
                            <m:mr>
                              <m:e>
                                <m:r>
                                  <a:rPr lang="ar-AE" i="0">
                                    <a:latin typeface="Cambria Math" panose="02040503050406030204" pitchFamily="18" charset="0"/>
                                  </a:rPr>
                                  <m:t>4</m:t>
                                </m:r>
                              </m:e>
                              <m:e>
                                <m:r>
                                  <a:rPr lang="ar-AE" i="0">
                                    <a:latin typeface="Cambria Math" panose="02040503050406030204" pitchFamily="18" charset="0"/>
                                  </a:rPr>
                                  <m:t>5</m:t>
                                </m:r>
                              </m:e>
                              <m:e>
                                <m:r>
                                  <a:rPr lang="ar-AE" i="0">
                                    <a:latin typeface="Cambria Math" panose="02040503050406030204" pitchFamily="18" charset="0"/>
                                  </a:rPr>
                                  <m:t>6</m:t>
                                </m:r>
                              </m:e>
                              <m:e>
                                <m:r>
                                  <a:rPr lang="ar-AE" i="0">
                                    <a:latin typeface="Cambria Math" panose="02040503050406030204" pitchFamily="18" charset="0"/>
                                  </a:rPr>
                                  <m:t>7</m:t>
                                </m:r>
                              </m:e>
                              <m:e>
                                <m:r>
                                  <a:rPr lang="ar-AE" i="0">
                                    <a:latin typeface="Cambria Math" panose="02040503050406030204" pitchFamily="18" charset="0"/>
                                  </a:rPr>
                                  <m:t>8</m:t>
                                </m:r>
                              </m:e>
                            </m:mr>
                            <m:mr>
                              <m:e>
                                <m:r>
                                  <a:rPr lang="ar-AE" i="0">
                                    <a:latin typeface="Cambria Math" panose="02040503050406030204" pitchFamily="18" charset="0"/>
                                  </a:rPr>
                                  <m:t>5</m:t>
                                </m:r>
                              </m:e>
                              <m:e>
                                <m:r>
                                  <a:rPr lang="ar-AE" i="0">
                                    <a:latin typeface="Cambria Math" panose="02040503050406030204" pitchFamily="18" charset="0"/>
                                  </a:rPr>
                                  <m:t>6</m:t>
                                </m:r>
                              </m:e>
                              <m:e>
                                <m:r>
                                  <a:rPr lang="ar-AE" i="0">
                                    <a:latin typeface="Cambria Math" panose="02040503050406030204" pitchFamily="18" charset="0"/>
                                  </a:rPr>
                                  <m:t>7</m:t>
                                </m:r>
                              </m:e>
                              <m:e>
                                <m:r>
                                  <a:rPr lang="ar-AE" i="0">
                                    <a:latin typeface="Cambria Math" panose="02040503050406030204" pitchFamily="18" charset="0"/>
                                  </a:rPr>
                                  <m:t>8</m:t>
                                </m:r>
                              </m:e>
                              <m:e>
                                <m:r>
                                  <a:rPr lang="ar-AE" i="0">
                                    <a:latin typeface="Cambria Math" panose="02040503050406030204" pitchFamily="18" charset="0"/>
                                  </a:rPr>
                                  <m:t>9</m:t>
                                </m:r>
                              </m:e>
                            </m:mr>
                          </m:m>
                        </m:e>
                      </m:d>
                    </m:oMath>
                  </m:oMathPara>
                </a14:m>
                <a:endParaRPr lang="ar-AE" dirty="0"/>
              </a:p>
            </p:txBody>
          </p:sp>
        </mc:Choice>
        <mc:Fallback xmlns="">
          <p:sp>
            <p:nvSpPr>
              <p:cNvPr id="9" name="TextBox 8">
                <a:extLst>
                  <a:ext uri="{FF2B5EF4-FFF2-40B4-BE49-F238E27FC236}">
                    <a16:creationId xmlns:a16="http://schemas.microsoft.com/office/drawing/2014/main" id="{A257384C-32AE-FA3B-30B1-E0BB2995765E}"/>
                  </a:ext>
                </a:extLst>
              </p:cNvPr>
              <p:cNvSpPr txBox="1">
                <a:spLocks noRot="1" noChangeAspect="1" noMove="1" noResize="1" noEditPoints="1" noAdjustHandles="1" noChangeArrowheads="1" noChangeShapeType="1" noTextEdit="1"/>
              </p:cNvSpPr>
              <p:nvPr/>
            </p:nvSpPr>
            <p:spPr>
              <a:xfrm>
                <a:off x="2106251" y="871267"/>
                <a:ext cx="6094070" cy="1648849"/>
              </a:xfrm>
              <a:prstGeom prst="rect">
                <a:avLst/>
              </a:prstGeom>
              <a:blipFill>
                <a:blip r:embed="rId3"/>
                <a:stretch>
                  <a:fillRect l="-901" t="-2222"/>
                </a:stretch>
              </a:blipFill>
            </p:spPr>
            <p:txBody>
              <a:bodyPr/>
              <a:lstStyle/>
              <a:p>
                <a:r>
                  <a:rPr lang="en-IN">
                    <a:noFill/>
                  </a:rPr>
                  <a:t> </a:t>
                </a:r>
              </a:p>
            </p:txBody>
          </p:sp>
        </mc:Fallback>
      </mc:AlternateContent>
    </p:spTree>
    <p:extLst>
      <p:ext uri="{BB962C8B-B14F-4D97-AF65-F5344CB8AC3E}">
        <p14:creationId xmlns:p14="http://schemas.microsoft.com/office/powerpoint/2010/main" val="36095448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92BDA1-A354-59E9-4151-B3F061CC7D33}"/>
              </a:ext>
            </a:extLst>
          </p:cNvPr>
          <p:cNvPicPr>
            <a:picLocks noChangeAspect="1"/>
          </p:cNvPicPr>
          <p:nvPr/>
        </p:nvPicPr>
        <p:blipFill>
          <a:blip r:embed="rId2"/>
          <a:stretch>
            <a:fillRect/>
          </a:stretch>
        </p:blipFill>
        <p:spPr>
          <a:xfrm>
            <a:off x="1671629" y="352574"/>
            <a:ext cx="1857634" cy="1314633"/>
          </a:xfrm>
          <a:prstGeom prst="rect">
            <a:avLst/>
          </a:prstGeom>
        </p:spPr>
      </p:pic>
      <p:pic>
        <p:nvPicPr>
          <p:cNvPr id="5" name="Picture 4">
            <a:extLst>
              <a:ext uri="{FF2B5EF4-FFF2-40B4-BE49-F238E27FC236}">
                <a16:creationId xmlns:a16="http://schemas.microsoft.com/office/drawing/2014/main" id="{0DF77DE3-7763-BCC9-424F-41BB5EBBAC98}"/>
              </a:ext>
            </a:extLst>
          </p:cNvPr>
          <p:cNvPicPr>
            <a:picLocks noChangeAspect="1"/>
          </p:cNvPicPr>
          <p:nvPr/>
        </p:nvPicPr>
        <p:blipFill>
          <a:blip r:embed="rId3"/>
          <a:stretch>
            <a:fillRect/>
          </a:stretch>
        </p:blipFill>
        <p:spPr>
          <a:xfrm>
            <a:off x="5038577" y="562153"/>
            <a:ext cx="2114845" cy="1105054"/>
          </a:xfrm>
          <a:prstGeom prst="rect">
            <a:avLst/>
          </a:prstGeom>
        </p:spPr>
      </p:pic>
      <p:pic>
        <p:nvPicPr>
          <p:cNvPr id="7" name="Picture 6">
            <a:extLst>
              <a:ext uri="{FF2B5EF4-FFF2-40B4-BE49-F238E27FC236}">
                <a16:creationId xmlns:a16="http://schemas.microsoft.com/office/drawing/2014/main" id="{5FB7ADBC-FACC-B5AC-288E-F24E86758E43}"/>
              </a:ext>
            </a:extLst>
          </p:cNvPr>
          <p:cNvPicPr>
            <a:picLocks noChangeAspect="1"/>
          </p:cNvPicPr>
          <p:nvPr/>
        </p:nvPicPr>
        <p:blipFill>
          <a:blip r:embed="rId4"/>
          <a:stretch>
            <a:fillRect/>
          </a:stretch>
        </p:blipFill>
        <p:spPr>
          <a:xfrm>
            <a:off x="1795471" y="1952027"/>
            <a:ext cx="1733792" cy="1657581"/>
          </a:xfrm>
          <a:prstGeom prst="rect">
            <a:avLst/>
          </a:prstGeom>
        </p:spPr>
      </p:pic>
      <p:pic>
        <p:nvPicPr>
          <p:cNvPr id="9" name="Picture 8">
            <a:extLst>
              <a:ext uri="{FF2B5EF4-FFF2-40B4-BE49-F238E27FC236}">
                <a16:creationId xmlns:a16="http://schemas.microsoft.com/office/drawing/2014/main" id="{E383625B-FDB5-3F9C-D5FC-6144458EE9D8}"/>
              </a:ext>
            </a:extLst>
          </p:cNvPr>
          <p:cNvPicPr>
            <a:picLocks noChangeAspect="1"/>
          </p:cNvPicPr>
          <p:nvPr/>
        </p:nvPicPr>
        <p:blipFill>
          <a:blip r:embed="rId5"/>
          <a:stretch>
            <a:fillRect/>
          </a:stretch>
        </p:blipFill>
        <p:spPr>
          <a:xfrm>
            <a:off x="4961585" y="2489779"/>
            <a:ext cx="2124371" cy="990738"/>
          </a:xfrm>
          <a:prstGeom prst="rect">
            <a:avLst/>
          </a:prstGeom>
        </p:spPr>
      </p:pic>
      <p:pic>
        <p:nvPicPr>
          <p:cNvPr id="11" name="Picture 10">
            <a:extLst>
              <a:ext uri="{FF2B5EF4-FFF2-40B4-BE49-F238E27FC236}">
                <a16:creationId xmlns:a16="http://schemas.microsoft.com/office/drawing/2014/main" id="{3D09802A-C7F0-E761-7FA4-ABE96CFAB2DD}"/>
              </a:ext>
            </a:extLst>
          </p:cNvPr>
          <p:cNvPicPr>
            <a:picLocks noChangeAspect="1"/>
          </p:cNvPicPr>
          <p:nvPr/>
        </p:nvPicPr>
        <p:blipFill>
          <a:blip r:embed="rId6"/>
          <a:stretch>
            <a:fillRect/>
          </a:stretch>
        </p:blipFill>
        <p:spPr>
          <a:xfrm>
            <a:off x="1914550" y="3894428"/>
            <a:ext cx="1495634" cy="1333686"/>
          </a:xfrm>
          <a:prstGeom prst="rect">
            <a:avLst/>
          </a:prstGeom>
        </p:spPr>
      </p:pic>
      <p:pic>
        <p:nvPicPr>
          <p:cNvPr id="13" name="Picture 12">
            <a:extLst>
              <a:ext uri="{FF2B5EF4-FFF2-40B4-BE49-F238E27FC236}">
                <a16:creationId xmlns:a16="http://schemas.microsoft.com/office/drawing/2014/main" id="{2B73F21A-6ADC-762C-AA8E-C29D9ECAE6C8}"/>
              </a:ext>
            </a:extLst>
          </p:cNvPr>
          <p:cNvPicPr>
            <a:picLocks noChangeAspect="1"/>
          </p:cNvPicPr>
          <p:nvPr/>
        </p:nvPicPr>
        <p:blipFill>
          <a:blip r:embed="rId7"/>
          <a:stretch>
            <a:fillRect/>
          </a:stretch>
        </p:blipFill>
        <p:spPr>
          <a:xfrm>
            <a:off x="5149561" y="4118296"/>
            <a:ext cx="2143424" cy="885949"/>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0CEC6A0-69E0-30A4-7C70-7B830405262B}"/>
                  </a:ext>
                </a:extLst>
              </p:cNvPr>
              <p:cNvSpPr txBox="1"/>
              <p:nvPr/>
            </p:nvSpPr>
            <p:spPr>
              <a:xfrm>
                <a:off x="1914550" y="5512934"/>
                <a:ext cx="6094070" cy="1107483"/>
              </a:xfrm>
              <a:prstGeom prst="rect">
                <a:avLst/>
              </a:prstGeom>
              <a:noFill/>
            </p:spPr>
            <p:txBody>
              <a:bodyPr wrap="square">
                <a:spAutoFit/>
              </a:bodyPr>
              <a:lstStyle/>
              <a:p>
                <a:pPr>
                  <a:buNone/>
                </a:pPr>
                <a:r>
                  <a:rPr lang="en-IN" b="1" dirty="0"/>
                  <a:t>Final Output (3×3)</a:t>
                </a:r>
              </a:p>
              <a:p>
                <a:pPr>
                  <a:buNone/>
                </a:pPr>
                <a14:m>
                  <m:oMathPara xmlns:m="http://schemas.openxmlformats.org/officeDocument/2006/math">
                    <m:oMathParaPr>
                      <m:jc m:val="centerGroup"/>
                    </m:oMathParaPr>
                    <m:oMath xmlns:m="http://schemas.openxmlformats.org/officeDocument/2006/math">
                      <m:d>
                        <m:dPr>
                          <m:begChr m:val="["/>
                          <m:endChr m:val="]"/>
                          <m:ctrlPr>
                            <a:rPr lang="ar-AE" i="1">
                              <a:latin typeface="Cambria Math" panose="02040503050406030204" pitchFamily="18" charset="0"/>
                            </a:rPr>
                          </m:ctrlPr>
                        </m:dPr>
                        <m:e>
                          <m:m>
                            <m:mPr>
                              <m:plcHide m:val="on"/>
                              <m:mcs>
                                <m:mc>
                                  <m:mcPr>
                                    <m:count m:val="3"/>
                                    <m:mcJc m:val="center"/>
                                  </m:mcPr>
                                </m:mc>
                              </m:mcs>
                              <m:ctrlPr>
                                <a:rPr lang="ar-AE" i="1">
                                  <a:latin typeface="Cambria Math" panose="02040503050406030204" pitchFamily="18" charset="0"/>
                                </a:rPr>
                              </m:ctrlPr>
                            </m:mPr>
                            <m:mr>
                              <m:e>
                                <m:r>
                                  <a:rPr lang="ar-AE">
                                    <a:latin typeface="Cambria Math" panose="02040503050406030204" pitchFamily="18" charset="0"/>
                                  </a:rPr>
                                  <m:t>5</m:t>
                                </m:r>
                              </m:e>
                              <m:e>
                                <m:r>
                                  <a:rPr lang="ar-AE" i="0">
                                    <a:latin typeface="Cambria Math" panose="02040503050406030204" pitchFamily="18" charset="0"/>
                                  </a:rPr>
                                  <m:t>6</m:t>
                                </m:r>
                              </m:e>
                              <m:e>
                                <m:r>
                                  <a:rPr lang="ar-AE" i="0">
                                    <a:latin typeface="Cambria Math" panose="02040503050406030204" pitchFamily="18" charset="0"/>
                                  </a:rPr>
                                  <m:t>7</m:t>
                                </m:r>
                              </m:e>
                            </m:mr>
                            <m:mr>
                              <m:e>
                                <m:r>
                                  <a:rPr lang="ar-AE" i="0">
                                    <a:latin typeface="Cambria Math" panose="02040503050406030204" pitchFamily="18" charset="0"/>
                                  </a:rPr>
                                  <m:t>6</m:t>
                                </m:r>
                              </m:e>
                              <m:e>
                                <m:r>
                                  <a:rPr lang="ar-AE" i="0">
                                    <a:latin typeface="Cambria Math" panose="02040503050406030204" pitchFamily="18" charset="0"/>
                                  </a:rPr>
                                  <m:t>7</m:t>
                                </m:r>
                              </m:e>
                              <m:e>
                                <m:r>
                                  <a:rPr lang="ar-AE" i="0">
                                    <a:latin typeface="Cambria Math" panose="02040503050406030204" pitchFamily="18" charset="0"/>
                                  </a:rPr>
                                  <m:t>8</m:t>
                                </m:r>
                              </m:e>
                            </m:mr>
                            <m:mr>
                              <m:e>
                                <m:r>
                                  <a:rPr lang="ar-AE" i="0">
                                    <a:latin typeface="Cambria Math" panose="02040503050406030204" pitchFamily="18" charset="0"/>
                                  </a:rPr>
                                  <m:t>7</m:t>
                                </m:r>
                              </m:e>
                              <m:e>
                                <m:r>
                                  <a:rPr lang="ar-AE" i="0">
                                    <a:latin typeface="Cambria Math" panose="02040503050406030204" pitchFamily="18" charset="0"/>
                                  </a:rPr>
                                  <m:t>8</m:t>
                                </m:r>
                              </m:e>
                              <m:e>
                                <m:r>
                                  <a:rPr lang="ar-AE" i="0">
                                    <a:latin typeface="Cambria Math" panose="02040503050406030204" pitchFamily="18" charset="0"/>
                                  </a:rPr>
                                  <m:t>9</m:t>
                                </m:r>
                              </m:e>
                            </m:mr>
                          </m:m>
                        </m:e>
                      </m:d>
                    </m:oMath>
                  </m:oMathPara>
                </a14:m>
                <a:endParaRPr lang="ar-AE" dirty="0"/>
              </a:p>
            </p:txBody>
          </p:sp>
        </mc:Choice>
        <mc:Fallback xmlns="">
          <p:sp>
            <p:nvSpPr>
              <p:cNvPr id="15" name="TextBox 14">
                <a:extLst>
                  <a:ext uri="{FF2B5EF4-FFF2-40B4-BE49-F238E27FC236}">
                    <a16:creationId xmlns:a16="http://schemas.microsoft.com/office/drawing/2014/main" id="{20CEC6A0-69E0-30A4-7C70-7B830405262B}"/>
                  </a:ext>
                </a:extLst>
              </p:cNvPr>
              <p:cNvSpPr txBox="1">
                <a:spLocks noRot="1" noChangeAspect="1" noMove="1" noResize="1" noEditPoints="1" noAdjustHandles="1" noChangeArrowheads="1" noChangeShapeType="1" noTextEdit="1"/>
              </p:cNvSpPr>
              <p:nvPr/>
            </p:nvSpPr>
            <p:spPr>
              <a:xfrm>
                <a:off x="1914550" y="5512934"/>
                <a:ext cx="6094070" cy="1107483"/>
              </a:xfrm>
              <a:prstGeom prst="rect">
                <a:avLst/>
              </a:prstGeom>
              <a:blipFill>
                <a:blip r:embed="rId8"/>
                <a:stretch>
                  <a:fillRect l="-800" t="-2747"/>
                </a:stretch>
              </a:blipFill>
            </p:spPr>
            <p:txBody>
              <a:bodyPr/>
              <a:lstStyle/>
              <a:p>
                <a:r>
                  <a:rPr lang="en-IN">
                    <a:noFill/>
                  </a:rPr>
                  <a:t> </a:t>
                </a:r>
              </a:p>
            </p:txBody>
          </p:sp>
        </mc:Fallback>
      </mc:AlternateContent>
    </p:spTree>
    <p:extLst>
      <p:ext uri="{BB962C8B-B14F-4D97-AF65-F5344CB8AC3E}">
        <p14:creationId xmlns:p14="http://schemas.microsoft.com/office/powerpoint/2010/main" val="3966932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7E5A2-18F7-3CD1-9C74-6536D551D39D}"/>
              </a:ext>
            </a:extLst>
          </p:cNvPr>
          <p:cNvSpPr>
            <a:spLocks noGrp="1"/>
          </p:cNvSpPr>
          <p:nvPr>
            <p:ph type="title"/>
          </p:nvPr>
        </p:nvSpPr>
        <p:spPr/>
        <p:txBody>
          <a:bodyPr/>
          <a:lstStyle/>
          <a:p>
            <a:r>
              <a:rPr lang="en-IN" b="1" dirty="0"/>
              <a:t>Applications</a:t>
            </a:r>
          </a:p>
        </p:txBody>
      </p:sp>
      <p:sp>
        <p:nvSpPr>
          <p:cNvPr id="4" name="Rectangle 1">
            <a:extLst>
              <a:ext uri="{FF2B5EF4-FFF2-40B4-BE49-F238E27FC236}">
                <a16:creationId xmlns:a16="http://schemas.microsoft.com/office/drawing/2014/main" id="{E7725E83-CB8E-8430-E7FA-493A71307EA5}"/>
              </a:ext>
            </a:extLst>
          </p:cNvPr>
          <p:cNvSpPr>
            <a:spLocks noGrp="1" noChangeArrowheads="1"/>
          </p:cNvSpPr>
          <p:nvPr>
            <p:ph idx="1"/>
          </p:nvPr>
        </p:nvSpPr>
        <p:spPr bwMode="auto">
          <a:xfrm>
            <a:off x="1584345" y="1275608"/>
            <a:ext cx="5990743" cy="3136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2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Noise reduction</a:t>
            </a:r>
          </a:p>
          <a:p>
            <a:pPr marL="0" marR="0" lvl="0" indent="0" defTabSz="914400" rtl="0" eaLnBrk="0" fontAlgn="base" latinLnBrk="0" hangingPunct="0">
              <a:lnSpc>
                <a:spcPct val="2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Preprocessing before segmentation</a:t>
            </a:r>
          </a:p>
          <a:p>
            <a:pPr marL="0" marR="0" lvl="0" indent="0" defTabSz="914400" rtl="0" eaLnBrk="0" fontAlgn="base" latinLnBrk="0" hangingPunct="0">
              <a:lnSpc>
                <a:spcPct val="2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Medical image smoothing</a:t>
            </a:r>
          </a:p>
        </p:txBody>
      </p:sp>
      <p:sp>
        <p:nvSpPr>
          <p:cNvPr id="6" name="TextBox 5">
            <a:extLst>
              <a:ext uri="{FF2B5EF4-FFF2-40B4-BE49-F238E27FC236}">
                <a16:creationId xmlns:a16="http://schemas.microsoft.com/office/drawing/2014/main" id="{7F6E1CE0-34BA-8132-087E-CA828BC80435}"/>
              </a:ext>
            </a:extLst>
          </p:cNvPr>
          <p:cNvSpPr txBox="1"/>
          <p:nvPr/>
        </p:nvSpPr>
        <p:spPr>
          <a:xfrm>
            <a:off x="728664" y="4628285"/>
            <a:ext cx="9734850" cy="1384995"/>
          </a:xfrm>
          <a:prstGeom prst="rect">
            <a:avLst/>
          </a:prstGeom>
          <a:noFill/>
        </p:spPr>
        <p:txBody>
          <a:bodyPr wrap="square">
            <a:spAutoFit/>
          </a:bodyPr>
          <a:lstStyle/>
          <a:p>
            <a:r>
              <a:rPr lang="en-US" sz="2800" dirty="0"/>
              <a:t>Spatial averaging = Replace pixel with average of neighborhood</a:t>
            </a:r>
          </a:p>
          <a:p>
            <a:br>
              <a:rPr lang="en-US" sz="2800" dirty="0"/>
            </a:br>
            <a:r>
              <a:rPr lang="en-US" sz="2800" dirty="0"/>
              <a:t>Result = Smooth image</a:t>
            </a:r>
            <a:endParaRPr lang="en-IN" sz="2800" dirty="0"/>
          </a:p>
        </p:txBody>
      </p:sp>
    </p:spTree>
    <p:extLst>
      <p:ext uri="{BB962C8B-B14F-4D97-AF65-F5344CB8AC3E}">
        <p14:creationId xmlns:p14="http://schemas.microsoft.com/office/powerpoint/2010/main" val="19829863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FAC6B-45CB-1A1B-7CCC-065B3A4F0551}"/>
              </a:ext>
            </a:extLst>
          </p:cNvPr>
          <p:cNvSpPr>
            <a:spLocks noGrp="1"/>
          </p:cNvSpPr>
          <p:nvPr>
            <p:ph type="title"/>
          </p:nvPr>
        </p:nvSpPr>
        <p:spPr/>
        <p:txBody>
          <a:bodyPr/>
          <a:lstStyle/>
          <a:p>
            <a:r>
              <a:rPr lang="en-IN" dirty="0"/>
              <a:t>Directional Smoothing</a:t>
            </a:r>
          </a:p>
        </p:txBody>
      </p:sp>
      <p:sp>
        <p:nvSpPr>
          <p:cNvPr id="3" name="Content Placeholder 2">
            <a:extLst>
              <a:ext uri="{FF2B5EF4-FFF2-40B4-BE49-F238E27FC236}">
                <a16:creationId xmlns:a16="http://schemas.microsoft.com/office/drawing/2014/main" id="{3B4FD35D-35BD-CB03-1C5B-8FFF86EF3C95}"/>
              </a:ext>
            </a:extLst>
          </p:cNvPr>
          <p:cNvSpPr>
            <a:spLocks noGrp="1"/>
          </p:cNvSpPr>
          <p:nvPr>
            <p:ph idx="1"/>
          </p:nvPr>
        </p:nvSpPr>
        <p:spPr/>
        <p:txBody>
          <a:bodyPr/>
          <a:lstStyle/>
          <a:p>
            <a:r>
              <a:rPr lang="en-US" dirty="0"/>
              <a:t>Directional smoothing, also known as anisotropic smoothing or directional filtering.</a:t>
            </a:r>
          </a:p>
          <a:p>
            <a:r>
              <a:rPr lang="en-US" dirty="0"/>
              <a:t>It is a technique used in image processing to selectively smooth an image along specific directions while preserving edge information in other directions.</a:t>
            </a:r>
          </a:p>
          <a:p>
            <a:r>
              <a:rPr lang="en-US" dirty="0"/>
              <a:t>Directional smoothing takes into account the local image structure and applies smoothing along the dominant edges or structures in the image.</a:t>
            </a:r>
          </a:p>
          <a:p>
            <a:r>
              <a:rPr lang="en-US" dirty="0"/>
              <a:t>This operation is particularly useful for preserving important features while reducing noise or unwanted variations.</a:t>
            </a:r>
          </a:p>
          <a:p>
            <a:pPr marL="0" indent="0">
              <a:buNone/>
            </a:pPr>
            <a:endParaRPr lang="en-IN" dirty="0"/>
          </a:p>
        </p:txBody>
      </p:sp>
    </p:spTree>
    <p:extLst>
      <p:ext uri="{BB962C8B-B14F-4D97-AF65-F5344CB8AC3E}">
        <p14:creationId xmlns:p14="http://schemas.microsoft.com/office/powerpoint/2010/main" val="42150565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26E919-F82F-937B-046F-4594994C437A}"/>
              </a:ext>
            </a:extLst>
          </p:cNvPr>
          <p:cNvPicPr>
            <a:picLocks noChangeAspect="1"/>
          </p:cNvPicPr>
          <p:nvPr/>
        </p:nvPicPr>
        <p:blipFill>
          <a:blip r:embed="rId2"/>
          <a:stretch>
            <a:fillRect/>
          </a:stretch>
        </p:blipFill>
        <p:spPr>
          <a:xfrm>
            <a:off x="1371004" y="277674"/>
            <a:ext cx="8535591" cy="4058216"/>
          </a:xfrm>
          <a:prstGeom prst="rect">
            <a:avLst/>
          </a:prstGeom>
        </p:spPr>
      </p:pic>
      <p:pic>
        <p:nvPicPr>
          <p:cNvPr id="5" name="Picture 4">
            <a:extLst>
              <a:ext uri="{FF2B5EF4-FFF2-40B4-BE49-F238E27FC236}">
                <a16:creationId xmlns:a16="http://schemas.microsoft.com/office/drawing/2014/main" id="{77C43ED2-953A-F418-0DE8-0C4EFDE5AF4D}"/>
              </a:ext>
            </a:extLst>
          </p:cNvPr>
          <p:cNvPicPr>
            <a:picLocks noChangeAspect="1"/>
          </p:cNvPicPr>
          <p:nvPr/>
        </p:nvPicPr>
        <p:blipFill>
          <a:blip r:embed="rId3"/>
          <a:stretch>
            <a:fillRect/>
          </a:stretch>
        </p:blipFill>
        <p:spPr>
          <a:xfrm>
            <a:off x="1371004" y="4273545"/>
            <a:ext cx="8430802" cy="2584455"/>
          </a:xfrm>
          <a:prstGeom prst="rect">
            <a:avLst/>
          </a:prstGeom>
        </p:spPr>
      </p:pic>
    </p:spTree>
    <p:extLst>
      <p:ext uri="{BB962C8B-B14F-4D97-AF65-F5344CB8AC3E}">
        <p14:creationId xmlns:p14="http://schemas.microsoft.com/office/powerpoint/2010/main" val="4065036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A5EC12-1749-6308-8B52-A29F7AF43C88}"/>
              </a:ext>
            </a:extLst>
          </p:cNvPr>
          <p:cNvPicPr>
            <a:picLocks noChangeAspect="1"/>
          </p:cNvPicPr>
          <p:nvPr/>
        </p:nvPicPr>
        <p:blipFill>
          <a:blip r:embed="rId2"/>
          <a:stretch>
            <a:fillRect/>
          </a:stretch>
        </p:blipFill>
        <p:spPr>
          <a:xfrm>
            <a:off x="1641184" y="541313"/>
            <a:ext cx="8306959" cy="5100951"/>
          </a:xfrm>
          <a:prstGeom prst="rect">
            <a:avLst/>
          </a:prstGeom>
        </p:spPr>
      </p:pic>
    </p:spTree>
    <p:extLst>
      <p:ext uri="{BB962C8B-B14F-4D97-AF65-F5344CB8AC3E}">
        <p14:creationId xmlns:p14="http://schemas.microsoft.com/office/powerpoint/2010/main" val="13075299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2D02A31-2C97-FEAC-F707-6EBFBB0324F8}"/>
              </a:ext>
            </a:extLst>
          </p:cNvPr>
          <p:cNvSpPr>
            <a:spLocks noGrp="1"/>
          </p:cNvSpPr>
          <p:nvPr>
            <p:ph type="title"/>
          </p:nvPr>
        </p:nvSpPr>
        <p:spPr/>
        <p:txBody>
          <a:bodyPr/>
          <a:lstStyle/>
          <a:p>
            <a:r>
              <a:rPr lang="en-IN" dirty="0"/>
              <a:t>Median Filtering</a:t>
            </a:r>
          </a:p>
        </p:txBody>
      </p:sp>
      <p:sp>
        <p:nvSpPr>
          <p:cNvPr id="5" name="Content Placeholder 4">
            <a:extLst>
              <a:ext uri="{FF2B5EF4-FFF2-40B4-BE49-F238E27FC236}">
                <a16:creationId xmlns:a16="http://schemas.microsoft.com/office/drawing/2014/main" id="{3C04CEEB-2FB4-7E24-2A6E-C8696C74FB6A}"/>
              </a:ext>
            </a:extLst>
          </p:cNvPr>
          <p:cNvSpPr>
            <a:spLocks noGrp="1"/>
          </p:cNvSpPr>
          <p:nvPr>
            <p:ph idx="1"/>
          </p:nvPr>
        </p:nvSpPr>
        <p:spPr/>
        <p:txBody>
          <a:bodyPr/>
          <a:lstStyle/>
          <a:p>
            <a:r>
              <a:rPr lang="en-US" b="1" dirty="0"/>
              <a:t>Median filtering</a:t>
            </a:r>
            <a:r>
              <a:rPr lang="en-US" dirty="0"/>
              <a:t> is a </a:t>
            </a:r>
            <a:r>
              <a:rPr lang="en-US" b="1" dirty="0"/>
              <a:t>non-linear spatial filtering technique</a:t>
            </a:r>
            <a:r>
              <a:rPr lang="en-US" dirty="0"/>
              <a:t> used to remove </a:t>
            </a:r>
            <a:r>
              <a:rPr lang="en-US" b="1" dirty="0"/>
              <a:t>impulse noise (salt and pepper noise)</a:t>
            </a:r>
            <a:r>
              <a:rPr lang="en-US" dirty="0"/>
              <a:t> from images.</a:t>
            </a:r>
          </a:p>
          <a:p>
            <a:r>
              <a:rPr lang="en-US" dirty="0"/>
              <a:t>It replaces each pixel value with the </a:t>
            </a:r>
            <a:r>
              <a:rPr lang="en-US" b="1" dirty="0"/>
              <a:t>median</a:t>
            </a:r>
            <a:r>
              <a:rPr lang="en-US" dirty="0"/>
              <a:t> of the </a:t>
            </a:r>
            <a:r>
              <a:rPr lang="en-US" dirty="0" err="1"/>
              <a:t>neighbouring</a:t>
            </a:r>
            <a:r>
              <a:rPr lang="en-US" dirty="0"/>
              <a:t> pixel values within a filter window.</a:t>
            </a:r>
            <a:endParaRPr lang="en-IN" dirty="0"/>
          </a:p>
        </p:txBody>
      </p:sp>
      <p:pic>
        <p:nvPicPr>
          <p:cNvPr id="7" name="Picture 6">
            <a:extLst>
              <a:ext uri="{FF2B5EF4-FFF2-40B4-BE49-F238E27FC236}">
                <a16:creationId xmlns:a16="http://schemas.microsoft.com/office/drawing/2014/main" id="{99D7ACBD-55D5-0F86-A329-9C54753D2E78}"/>
              </a:ext>
            </a:extLst>
          </p:cNvPr>
          <p:cNvPicPr>
            <a:picLocks noChangeAspect="1"/>
          </p:cNvPicPr>
          <p:nvPr/>
        </p:nvPicPr>
        <p:blipFill>
          <a:blip r:embed="rId2"/>
          <a:stretch>
            <a:fillRect/>
          </a:stretch>
        </p:blipFill>
        <p:spPr>
          <a:xfrm>
            <a:off x="3687798" y="4488873"/>
            <a:ext cx="6370602" cy="357388"/>
          </a:xfrm>
          <a:prstGeom prst="rect">
            <a:avLst/>
          </a:prstGeom>
        </p:spPr>
      </p:pic>
    </p:spTree>
    <p:extLst>
      <p:ext uri="{BB962C8B-B14F-4D97-AF65-F5344CB8AC3E}">
        <p14:creationId xmlns:p14="http://schemas.microsoft.com/office/powerpoint/2010/main" val="3100036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C4742-FE37-2674-D877-14EB81F23565}"/>
              </a:ext>
            </a:extLst>
          </p:cNvPr>
          <p:cNvSpPr>
            <a:spLocks noGrp="1"/>
          </p:cNvSpPr>
          <p:nvPr>
            <p:ph type="title"/>
          </p:nvPr>
        </p:nvSpPr>
        <p:spPr/>
        <p:txBody>
          <a:bodyPr/>
          <a:lstStyle/>
          <a:p>
            <a:r>
              <a:rPr lang="en-IN" dirty="0"/>
              <a:t>Steps</a:t>
            </a:r>
          </a:p>
        </p:txBody>
      </p:sp>
      <p:sp>
        <p:nvSpPr>
          <p:cNvPr id="4" name="Rectangle 1">
            <a:extLst>
              <a:ext uri="{FF2B5EF4-FFF2-40B4-BE49-F238E27FC236}">
                <a16:creationId xmlns:a16="http://schemas.microsoft.com/office/drawing/2014/main" id="{45178482-AB01-5CD7-13DF-E1F31C7ADBD5}"/>
              </a:ext>
            </a:extLst>
          </p:cNvPr>
          <p:cNvSpPr>
            <a:spLocks noGrp="1" noChangeArrowheads="1"/>
          </p:cNvSpPr>
          <p:nvPr>
            <p:ph idx="1"/>
          </p:nvPr>
        </p:nvSpPr>
        <p:spPr bwMode="auto">
          <a:xfrm>
            <a:off x="1170708" y="1690688"/>
            <a:ext cx="8419164" cy="340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Narrow" panose="020B0606020202030204" pitchFamily="34" charset="0"/>
              </a:rPr>
              <a:t>Choose a window (e.g., 3×3).</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Narrow" panose="020B0606020202030204" pitchFamily="34" charset="0"/>
              </a:rPr>
              <a:t>Arrange the pixel values inside the window in ascending order.</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Narrow" panose="020B0606020202030204" pitchFamily="34" charset="0"/>
              </a:rPr>
              <a:t>Find the median value.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Narrow" panose="020B0606020202030204" pitchFamily="34" charset="0"/>
              </a:rPr>
              <a:t>Replace the </a:t>
            </a:r>
            <a:r>
              <a:rPr kumimoji="0" lang="en-US" altLang="en-US" b="0" i="0" u="none" strike="noStrike" cap="none" normalizeH="0" baseline="0" dirty="0" err="1">
                <a:ln>
                  <a:noFill/>
                </a:ln>
                <a:solidFill>
                  <a:schemeClr val="tx1"/>
                </a:solidFill>
                <a:effectLst/>
                <a:latin typeface="Arial Narrow" panose="020B0606020202030204" pitchFamily="34" charset="0"/>
              </a:rPr>
              <a:t>centre</a:t>
            </a:r>
            <a:r>
              <a:rPr kumimoji="0" lang="en-US" altLang="en-US" b="0" i="0" u="none" strike="noStrike" cap="none" normalizeH="0" baseline="0" dirty="0">
                <a:ln>
                  <a:noFill/>
                </a:ln>
                <a:solidFill>
                  <a:schemeClr val="tx1"/>
                </a:solidFill>
                <a:effectLst/>
                <a:latin typeface="Arial Narrow" panose="020B0606020202030204" pitchFamily="34" charset="0"/>
              </a:rPr>
              <a:t> pixel with the median.</a:t>
            </a:r>
          </a:p>
        </p:txBody>
      </p:sp>
    </p:spTree>
    <p:extLst>
      <p:ext uri="{BB962C8B-B14F-4D97-AF65-F5344CB8AC3E}">
        <p14:creationId xmlns:p14="http://schemas.microsoft.com/office/powerpoint/2010/main" val="14338962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9C6F94-0363-9126-1224-CA88AE17F45D}"/>
              </a:ext>
            </a:extLst>
          </p:cNvPr>
          <p:cNvSpPr>
            <a:spLocks noGrp="1"/>
          </p:cNvSpPr>
          <p:nvPr>
            <p:ph idx="4294967295"/>
          </p:nvPr>
        </p:nvSpPr>
        <p:spPr>
          <a:xfrm>
            <a:off x="838200" y="277378"/>
            <a:ext cx="10515600" cy="7495022"/>
          </a:xfrm>
        </p:spPr>
        <p:txBody>
          <a:bodyPr>
            <a:normAutofit fontScale="92500" lnSpcReduction="10000"/>
          </a:bodyPr>
          <a:lstStyle/>
          <a:p>
            <a:r>
              <a:rPr lang="en-US" dirty="0"/>
              <a:t>Apply a </a:t>
            </a:r>
            <a:r>
              <a:rPr lang="en-US" b="1" dirty="0"/>
              <a:t>3×3 median filter</a:t>
            </a:r>
            <a:r>
              <a:rPr lang="en-US" dirty="0"/>
              <a:t> to the given image and find the new value of the </a:t>
            </a:r>
            <a:r>
              <a:rPr lang="en-US" dirty="0" err="1"/>
              <a:t>centre</a:t>
            </a:r>
            <a:r>
              <a:rPr lang="en-US" dirty="0"/>
              <a:t> pixel.</a:t>
            </a:r>
          </a:p>
          <a:p>
            <a:r>
              <a:rPr lang="en-IN" dirty="0"/>
              <a:t>Given 3×3 window</a:t>
            </a:r>
          </a:p>
          <a:p>
            <a:endParaRPr lang="en-IN" dirty="0"/>
          </a:p>
          <a:p>
            <a:endParaRPr lang="en-IN" dirty="0"/>
          </a:p>
          <a:p>
            <a:r>
              <a:rPr lang="en-US" b="1" dirty="0"/>
              <a:t>Arrange pixel values in ascending order</a:t>
            </a:r>
          </a:p>
          <a:p>
            <a:pPr marL="0" indent="0">
              <a:buNone/>
            </a:pPr>
            <a:r>
              <a:rPr lang="en-US" dirty="0"/>
              <a:t>All values inside the window:</a:t>
            </a:r>
          </a:p>
          <a:p>
            <a:pPr marL="0" indent="0">
              <a:buNone/>
            </a:pPr>
            <a:r>
              <a:rPr lang="en-US" dirty="0"/>
              <a:t>	25, 30, 200, 28, 27, 29, 26, 24, 255</a:t>
            </a:r>
          </a:p>
          <a:p>
            <a:pPr marL="0" indent="0">
              <a:buNone/>
            </a:pPr>
            <a:r>
              <a:rPr lang="en-US" dirty="0"/>
              <a:t>Sorted:</a:t>
            </a:r>
          </a:p>
          <a:p>
            <a:pPr marL="0" indent="0">
              <a:buNone/>
            </a:pPr>
            <a:r>
              <a:rPr lang="en-US" dirty="0"/>
              <a:t>	24, 25, 26, 27, 28, 29, 30, 200, 255</a:t>
            </a:r>
          </a:p>
          <a:p>
            <a:pPr marL="0" indent="0">
              <a:buNone/>
            </a:pPr>
            <a:endParaRPr lang="en-US" dirty="0"/>
          </a:p>
          <a:p>
            <a:r>
              <a:rPr lang="en-US" b="1" dirty="0"/>
              <a:t>Find the median</a:t>
            </a:r>
          </a:p>
          <a:p>
            <a:pPr marL="0" indent="0">
              <a:buNone/>
            </a:pPr>
            <a:r>
              <a:rPr lang="en-US" dirty="0"/>
              <a:t>Since there are </a:t>
            </a:r>
            <a:r>
              <a:rPr lang="en-US" b="1" dirty="0"/>
              <a:t>9 values</a:t>
            </a:r>
            <a:r>
              <a:rPr lang="en-US" dirty="0"/>
              <a:t>, the median is the </a:t>
            </a:r>
            <a:r>
              <a:rPr lang="en-US" b="1" dirty="0"/>
              <a:t>5th value</a:t>
            </a:r>
            <a:r>
              <a:rPr lang="en-US" dirty="0"/>
              <a:t>.</a:t>
            </a:r>
          </a:p>
          <a:p>
            <a:pPr marL="0" indent="0">
              <a:buNone/>
            </a:pPr>
            <a:r>
              <a:rPr lang="en-US" dirty="0"/>
              <a:t>		Median = </a:t>
            </a:r>
            <a:r>
              <a:rPr lang="en-US" b="1" dirty="0"/>
              <a:t>28</a:t>
            </a:r>
            <a:endParaRPr lang="en-US" dirty="0"/>
          </a:p>
          <a:p>
            <a:pPr marL="0" indent="0">
              <a:buNone/>
            </a:pPr>
            <a:endParaRPr lang="en-US" dirty="0"/>
          </a:p>
          <a:p>
            <a:endParaRPr lang="en-IN" dirty="0"/>
          </a:p>
          <a:p>
            <a:pPr marL="0" indent="0">
              <a:buNone/>
            </a:pPr>
            <a:r>
              <a:rPr lang="en-IN" dirty="0"/>
              <a:t>		</a:t>
            </a:r>
          </a:p>
        </p:txBody>
      </p:sp>
      <p:pic>
        <p:nvPicPr>
          <p:cNvPr id="5" name="Picture 4">
            <a:extLst>
              <a:ext uri="{FF2B5EF4-FFF2-40B4-BE49-F238E27FC236}">
                <a16:creationId xmlns:a16="http://schemas.microsoft.com/office/drawing/2014/main" id="{31CBFC4B-653A-865A-436A-076FA14267B6}"/>
              </a:ext>
            </a:extLst>
          </p:cNvPr>
          <p:cNvPicPr>
            <a:picLocks noChangeAspect="1"/>
          </p:cNvPicPr>
          <p:nvPr/>
        </p:nvPicPr>
        <p:blipFill>
          <a:blip r:embed="rId2"/>
          <a:stretch>
            <a:fillRect/>
          </a:stretch>
        </p:blipFill>
        <p:spPr>
          <a:xfrm>
            <a:off x="4232017" y="1117375"/>
            <a:ext cx="1629002" cy="1152686"/>
          </a:xfrm>
          <a:prstGeom prst="rect">
            <a:avLst/>
          </a:prstGeom>
        </p:spPr>
      </p:pic>
    </p:spTree>
    <p:extLst>
      <p:ext uri="{BB962C8B-B14F-4D97-AF65-F5344CB8AC3E}">
        <p14:creationId xmlns:p14="http://schemas.microsoft.com/office/powerpoint/2010/main" val="25673731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00CA9C-9CA9-076F-5622-00B1B4D24113}"/>
              </a:ext>
            </a:extLst>
          </p:cNvPr>
          <p:cNvSpPr txBox="1"/>
          <p:nvPr/>
        </p:nvSpPr>
        <p:spPr>
          <a:xfrm>
            <a:off x="1756064" y="581892"/>
            <a:ext cx="7385338" cy="3418756"/>
          </a:xfrm>
          <a:prstGeom prst="rect">
            <a:avLst/>
          </a:prstGeom>
          <a:noFill/>
        </p:spPr>
        <p:txBody>
          <a:bodyPr wrap="square">
            <a:spAutoFit/>
          </a:bodyPr>
          <a:lstStyle/>
          <a:p>
            <a:pPr>
              <a:lnSpc>
                <a:spcPct val="200000"/>
              </a:lnSpc>
              <a:buNone/>
            </a:pPr>
            <a:r>
              <a:rPr lang="en-IN" sz="2800" b="1" dirty="0"/>
              <a:t>Replace centre pixel</a:t>
            </a:r>
          </a:p>
          <a:p>
            <a:pPr>
              <a:lnSpc>
                <a:spcPct val="200000"/>
              </a:lnSpc>
              <a:buNone/>
            </a:pPr>
            <a:r>
              <a:rPr lang="en-IN" sz="2800" dirty="0"/>
              <a:t>Original centre pixel = </a:t>
            </a:r>
            <a:r>
              <a:rPr lang="en-IN" sz="2800" b="1" dirty="0"/>
              <a:t>27</a:t>
            </a:r>
            <a:endParaRPr lang="en-IN" sz="2800" dirty="0"/>
          </a:p>
          <a:p>
            <a:pPr>
              <a:lnSpc>
                <a:spcPct val="200000"/>
              </a:lnSpc>
              <a:buNone/>
            </a:pPr>
            <a:r>
              <a:rPr lang="en-IN" sz="2800" dirty="0"/>
              <a:t>After median filtering:</a:t>
            </a:r>
          </a:p>
          <a:p>
            <a:pPr>
              <a:lnSpc>
                <a:spcPct val="200000"/>
              </a:lnSpc>
              <a:buNone/>
            </a:pPr>
            <a:r>
              <a:rPr lang="en-IN" sz="2800" dirty="0"/>
              <a:t>New centre pixel = </a:t>
            </a:r>
            <a:r>
              <a:rPr lang="en-IN" sz="2800" b="1" dirty="0"/>
              <a:t>28</a:t>
            </a:r>
            <a:endParaRPr lang="en-IN" sz="2800" dirty="0"/>
          </a:p>
        </p:txBody>
      </p:sp>
    </p:spTree>
    <p:extLst>
      <p:ext uri="{BB962C8B-B14F-4D97-AF65-F5344CB8AC3E}">
        <p14:creationId xmlns:p14="http://schemas.microsoft.com/office/powerpoint/2010/main" val="32775279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3A58B7-1D34-2C5C-DCC6-3E386337EB6A}"/>
              </a:ext>
            </a:extLst>
          </p:cNvPr>
          <p:cNvPicPr>
            <a:picLocks noChangeAspect="1"/>
          </p:cNvPicPr>
          <p:nvPr/>
        </p:nvPicPr>
        <p:blipFill>
          <a:blip r:embed="rId2"/>
          <a:stretch>
            <a:fillRect/>
          </a:stretch>
        </p:blipFill>
        <p:spPr>
          <a:xfrm>
            <a:off x="3066627" y="841664"/>
            <a:ext cx="7594446" cy="5486399"/>
          </a:xfrm>
          <a:prstGeom prst="rect">
            <a:avLst/>
          </a:prstGeom>
        </p:spPr>
      </p:pic>
    </p:spTree>
    <p:extLst>
      <p:ext uri="{BB962C8B-B14F-4D97-AF65-F5344CB8AC3E}">
        <p14:creationId xmlns:p14="http://schemas.microsoft.com/office/powerpoint/2010/main" val="41217855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F36E18-6964-A00D-BD55-C30184BC8C7D}"/>
              </a:ext>
            </a:extLst>
          </p:cNvPr>
          <p:cNvPicPr>
            <a:picLocks noChangeAspect="1"/>
          </p:cNvPicPr>
          <p:nvPr/>
        </p:nvPicPr>
        <p:blipFill>
          <a:blip r:embed="rId2"/>
          <a:stretch>
            <a:fillRect/>
          </a:stretch>
        </p:blipFill>
        <p:spPr>
          <a:xfrm>
            <a:off x="2290233" y="0"/>
            <a:ext cx="7611533" cy="6858000"/>
          </a:xfrm>
          <a:prstGeom prst="rect">
            <a:avLst/>
          </a:prstGeom>
        </p:spPr>
      </p:pic>
    </p:spTree>
    <p:extLst>
      <p:ext uri="{BB962C8B-B14F-4D97-AF65-F5344CB8AC3E}">
        <p14:creationId xmlns:p14="http://schemas.microsoft.com/office/powerpoint/2010/main" val="42759770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492C9-0FD8-1984-DD59-5928E612A7E7}"/>
              </a:ext>
            </a:extLst>
          </p:cNvPr>
          <p:cNvSpPr>
            <a:spLocks noGrp="1"/>
          </p:cNvSpPr>
          <p:nvPr>
            <p:ph type="title"/>
          </p:nvPr>
        </p:nvSpPr>
        <p:spPr/>
        <p:txBody>
          <a:bodyPr/>
          <a:lstStyle/>
          <a:p>
            <a:r>
              <a:rPr lang="en-IN" dirty="0"/>
              <a:t>Unsharp Masking</a:t>
            </a:r>
          </a:p>
        </p:txBody>
      </p:sp>
      <p:sp>
        <p:nvSpPr>
          <p:cNvPr id="3" name="Content Placeholder 2">
            <a:extLst>
              <a:ext uri="{FF2B5EF4-FFF2-40B4-BE49-F238E27FC236}">
                <a16:creationId xmlns:a16="http://schemas.microsoft.com/office/drawing/2014/main" id="{1BD1E674-BF5E-7758-1D0D-B580749405F9}"/>
              </a:ext>
            </a:extLst>
          </p:cNvPr>
          <p:cNvSpPr>
            <a:spLocks noGrp="1"/>
          </p:cNvSpPr>
          <p:nvPr>
            <p:ph idx="1"/>
          </p:nvPr>
        </p:nvSpPr>
        <p:spPr/>
        <p:txBody>
          <a:bodyPr/>
          <a:lstStyle/>
          <a:p>
            <a:r>
              <a:rPr lang="en-US" dirty="0"/>
              <a:t>Unsharp masking is a sharpening technique used to enhance edges and fine details in an image.</a:t>
            </a:r>
          </a:p>
          <a:p>
            <a:r>
              <a:rPr lang="en-US" dirty="0"/>
              <a:t>It subtracts a </a:t>
            </a:r>
            <a:r>
              <a:rPr lang="en-US" b="1" dirty="0"/>
              <a:t>blurred version of the image</a:t>
            </a:r>
            <a:r>
              <a:rPr lang="en-US" dirty="0"/>
              <a:t> from the original image.</a:t>
            </a:r>
            <a:endParaRPr lang="en-IN" dirty="0"/>
          </a:p>
        </p:txBody>
      </p:sp>
    </p:spTree>
    <p:extLst>
      <p:ext uri="{BB962C8B-B14F-4D97-AF65-F5344CB8AC3E}">
        <p14:creationId xmlns:p14="http://schemas.microsoft.com/office/powerpoint/2010/main" val="41071622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548FF-229C-4A78-2A42-BCE7EAA4B94A}"/>
              </a:ext>
            </a:extLst>
          </p:cNvPr>
          <p:cNvSpPr>
            <a:spLocks noGrp="1"/>
          </p:cNvSpPr>
          <p:nvPr>
            <p:ph type="title"/>
          </p:nvPr>
        </p:nvSpPr>
        <p:spPr/>
        <p:txBody>
          <a:bodyPr/>
          <a:lstStyle/>
          <a:p>
            <a:r>
              <a:rPr lang="en-IN" dirty="0"/>
              <a:t>Steps</a:t>
            </a:r>
          </a:p>
        </p:txBody>
      </p:sp>
      <p:sp>
        <p:nvSpPr>
          <p:cNvPr id="3" name="Content Placeholder 2">
            <a:extLst>
              <a:ext uri="{FF2B5EF4-FFF2-40B4-BE49-F238E27FC236}">
                <a16:creationId xmlns:a16="http://schemas.microsoft.com/office/drawing/2014/main" id="{71E61FC2-BFE4-794F-2AA6-C9D6E8EDD2F0}"/>
              </a:ext>
            </a:extLst>
          </p:cNvPr>
          <p:cNvSpPr>
            <a:spLocks noGrp="1"/>
          </p:cNvSpPr>
          <p:nvPr>
            <p:ph idx="1"/>
          </p:nvPr>
        </p:nvSpPr>
        <p:spPr/>
        <p:txBody>
          <a:bodyPr/>
          <a:lstStyle/>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Blur the original image using a low-pass filter.</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Subtract the blurred image from the original:</a:t>
            </a:r>
          </a:p>
          <a:p>
            <a:pPr marL="0" lvl="0" indent="0" eaLnBrk="0" fontAlgn="base" hangingPunct="0">
              <a:lnSpc>
                <a:spcPct val="100000"/>
              </a:lnSpc>
              <a:spcBef>
                <a:spcPct val="0"/>
              </a:spcBef>
              <a:spcAft>
                <a:spcPct val="0"/>
              </a:spcAft>
              <a:buNone/>
            </a:pPr>
            <a:r>
              <a:rPr lang="en-US" altLang="en-US" b="1" dirty="0">
                <a:latin typeface="Arial" panose="020B0604020202020204" pitchFamily="34" charset="0"/>
              </a:rPr>
              <a:t>		Mask = Original – Blurred</a:t>
            </a:r>
            <a:endParaRPr lang="en-US" altLang="en-US"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Add the mask to the original image:</a:t>
            </a:r>
          </a:p>
          <a:p>
            <a:pPr marL="0" lvl="0" indent="0" eaLnBrk="0" fontAlgn="base" hangingPunct="0">
              <a:lnSpc>
                <a:spcPct val="100000"/>
              </a:lnSpc>
              <a:spcBef>
                <a:spcPct val="0"/>
              </a:spcBef>
              <a:spcAft>
                <a:spcPct val="0"/>
              </a:spcAft>
              <a:buNone/>
            </a:pPr>
            <a:r>
              <a:rPr lang="en-US" altLang="en-US" b="1" dirty="0">
                <a:latin typeface="Arial" panose="020B0604020202020204" pitchFamily="34" charset="0"/>
              </a:rPr>
              <a:t>		Sharpened image = Original + Mask</a:t>
            </a:r>
            <a:endParaRPr lang="en-US" altLang="en-US" dirty="0">
              <a:latin typeface="Arial" panose="020B0604020202020204" pitchFamily="34" charset="0"/>
            </a:endParaRPr>
          </a:p>
          <a:p>
            <a:endParaRPr lang="en-IN" dirty="0"/>
          </a:p>
        </p:txBody>
      </p:sp>
      <p:pic>
        <p:nvPicPr>
          <p:cNvPr id="5" name="Picture 4">
            <a:extLst>
              <a:ext uri="{FF2B5EF4-FFF2-40B4-BE49-F238E27FC236}">
                <a16:creationId xmlns:a16="http://schemas.microsoft.com/office/drawing/2014/main" id="{E70C05E1-F5F4-6EA5-E6FC-2088EC4EF89C}"/>
              </a:ext>
            </a:extLst>
          </p:cNvPr>
          <p:cNvPicPr>
            <a:picLocks noChangeAspect="1"/>
          </p:cNvPicPr>
          <p:nvPr/>
        </p:nvPicPr>
        <p:blipFill>
          <a:blip r:embed="rId2"/>
          <a:stretch>
            <a:fillRect/>
          </a:stretch>
        </p:blipFill>
        <p:spPr>
          <a:xfrm>
            <a:off x="2220609" y="4441977"/>
            <a:ext cx="6420746" cy="1943371"/>
          </a:xfrm>
          <a:prstGeom prst="rect">
            <a:avLst/>
          </a:prstGeom>
        </p:spPr>
      </p:pic>
    </p:spTree>
    <p:extLst>
      <p:ext uri="{BB962C8B-B14F-4D97-AF65-F5344CB8AC3E}">
        <p14:creationId xmlns:p14="http://schemas.microsoft.com/office/powerpoint/2010/main" val="35408012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08137-E4DB-9091-5CFF-6FD339E6FB5A}"/>
              </a:ext>
            </a:extLst>
          </p:cNvPr>
          <p:cNvSpPr>
            <a:spLocks noGrp="1"/>
          </p:cNvSpPr>
          <p:nvPr>
            <p:ph type="title"/>
          </p:nvPr>
        </p:nvSpPr>
        <p:spPr/>
        <p:txBody>
          <a:bodyPr/>
          <a:lstStyle/>
          <a:p>
            <a:r>
              <a:rPr lang="en-IN" dirty="0"/>
              <a:t>Advantages</a:t>
            </a:r>
          </a:p>
        </p:txBody>
      </p:sp>
      <p:sp>
        <p:nvSpPr>
          <p:cNvPr id="3" name="Content Placeholder 2">
            <a:extLst>
              <a:ext uri="{FF2B5EF4-FFF2-40B4-BE49-F238E27FC236}">
                <a16:creationId xmlns:a16="http://schemas.microsoft.com/office/drawing/2014/main" id="{CD1986DD-506F-0D05-2CEC-E7EEDC2D9624}"/>
              </a:ext>
            </a:extLst>
          </p:cNvPr>
          <p:cNvSpPr>
            <a:spLocks noGrp="1"/>
          </p:cNvSpPr>
          <p:nvPr>
            <p:ph idx="1"/>
          </p:nvPr>
        </p:nvSpPr>
        <p:spPr/>
        <p:txBody>
          <a:bodyPr/>
          <a:lstStyle/>
          <a:p>
            <a:r>
              <a:rPr lang="en-US" dirty="0"/>
              <a:t>Enhances edges</a:t>
            </a:r>
          </a:p>
          <a:p>
            <a:r>
              <a:rPr lang="en-US" dirty="0"/>
              <a:t> Improves contrast</a:t>
            </a:r>
          </a:p>
          <a:p>
            <a:r>
              <a:rPr lang="en-US" dirty="0"/>
              <a:t> Simple and widely used</a:t>
            </a:r>
            <a:endParaRPr lang="en-IN" dirty="0"/>
          </a:p>
        </p:txBody>
      </p:sp>
    </p:spTree>
    <p:extLst>
      <p:ext uri="{BB962C8B-B14F-4D97-AF65-F5344CB8AC3E}">
        <p14:creationId xmlns:p14="http://schemas.microsoft.com/office/powerpoint/2010/main" val="38150408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45F2F-0075-8B4E-7AC7-C7F92A11DB6C}"/>
              </a:ext>
            </a:extLst>
          </p:cNvPr>
          <p:cNvSpPr>
            <a:spLocks noGrp="1"/>
          </p:cNvSpPr>
          <p:nvPr>
            <p:ph type="title"/>
          </p:nvPr>
        </p:nvSpPr>
        <p:spPr/>
        <p:txBody>
          <a:bodyPr/>
          <a:lstStyle/>
          <a:p>
            <a:r>
              <a:rPr lang="en-IN"/>
              <a:t>Crispening</a:t>
            </a:r>
          </a:p>
        </p:txBody>
      </p:sp>
      <p:sp>
        <p:nvSpPr>
          <p:cNvPr id="3" name="Content Placeholder 2">
            <a:extLst>
              <a:ext uri="{FF2B5EF4-FFF2-40B4-BE49-F238E27FC236}">
                <a16:creationId xmlns:a16="http://schemas.microsoft.com/office/drawing/2014/main" id="{183E7DD4-42AE-9956-95BE-86B9805E7144}"/>
              </a:ext>
            </a:extLst>
          </p:cNvPr>
          <p:cNvSpPr>
            <a:spLocks noGrp="1"/>
          </p:cNvSpPr>
          <p:nvPr>
            <p:ph idx="1"/>
          </p:nvPr>
        </p:nvSpPr>
        <p:spPr/>
        <p:txBody>
          <a:bodyPr/>
          <a:lstStyle/>
          <a:p>
            <a:r>
              <a:rPr lang="en-US" dirty="0"/>
              <a:t>Crispening is a technique used to enhance the contrast of specific intensity ranges while suppressing others.</a:t>
            </a:r>
          </a:p>
          <a:p>
            <a:r>
              <a:rPr lang="en-US" dirty="0"/>
              <a:t>It sharpens only selected gray levels, especially near edges or object boundaries.</a:t>
            </a:r>
          </a:p>
          <a:p>
            <a:pPr marL="0" indent="0">
              <a:buNone/>
            </a:pPr>
            <a:endParaRPr lang="en-US" dirty="0"/>
          </a:p>
          <a:p>
            <a:pPr marL="0" indent="0">
              <a:buNone/>
            </a:pPr>
            <a:r>
              <a:rPr lang="en-US" dirty="0"/>
              <a:t>Features</a:t>
            </a:r>
          </a:p>
          <a:p>
            <a:r>
              <a:rPr lang="en-US" dirty="0"/>
              <a:t>Highlights important structures</a:t>
            </a:r>
          </a:p>
          <a:p>
            <a:r>
              <a:rPr lang="en-US" dirty="0"/>
              <a:t>Reduces background noise</a:t>
            </a:r>
          </a:p>
          <a:p>
            <a:r>
              <a:rPr lang="en-US" dirty="0"/>
              <a:t>Improves visibility of fine details</a:t>
            </a:r>
          </a:p>
          <a:p>
            <a:endParaRPr lang="en-IN" dirty="0"/>
          </a:p>
        </p:txBody>
      </p:sp>
    </p:spTree>
    <p:extLst>
      <p:ext uri="{BB962C8B-B14F-4D97-AF65-F5344CB8AC3E}">
        <p14:creationId xmlns:p14="http://schemas.microsoft.com/office/powerpoint/2010/main" val="30833825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343F7D3-01D6-19CE-FF86-3760ACF3C6EE}"/>
              </a:ext>
            </a:extLst>
          </p:cNvPr>
          <p:cNvGraphicFramePr>
            <a:graphicFrameLocks noGrp="1"/>
          </p:cNvGraphicFramePr>
          <p:nvPr>
            <p:extLst>
              <p:ext uri="{D42A27DB-BD31-4B8C-83A1-F6EECF244321}">
                <p14:modId xmlns:p14="http://schemas.microsoft.com/office/powerpoint/2010/main" val="456762369"/>
              </p:ext>
            </p:extLst>
          </p:nvPr>
        </p:nvGraphicFramePr>
        <p:xfrm>
          <a:off x="768927" y="914400"/>
          <a:ext cx="10584873" cy="4184172"/>
        </p:xfrm>
        <a:graphic>
          <a:graphicData uri="http://schemas.openxmlformats.org/drawingml/2006/table">
            <a:tbl>
              <a:tblPr>
                <a:tableStyleId>{284E427A-3D55-4303-BF80-6455036E1DE7}</a:tableStyleId>
              </a:tblPr>
              <a:tblGrid>
                <a:gridCol w="2698173">
                  <a:extLst>
                    <a:ext uri="{9D8B030D-6E8A-4147-A177-3AD203B41FA5}">
                      <a16:colId xmlns:a16="http://schemas.microsoft.com/office/drawing/2014/main" val="3833253523"/>
                    </a:ext>
                  </a:extLst>
                </a:gridCol>
                <a:gridCol w="2628900">
                  <a:extLst>
                    <a:ext uri="{9D8B030D-6E8A-4147-A177-3AD203B41FA5}">
                      <a16:colId xmlns:a16="http://schemas.microsoft.com/office/drawing/2014/main" val="3521218212"/>
                    </a:ext>
                  </a:extLst>
                </a:gridCol>
                <a:gridCol w="2628900">
                  <a:extLst>
                    <a:ext uri="{9D8B030D-6E8A-4147-A177-3AD203B41FA5}">
                      <a16:colId xmlns:a16="http://schemas.microsoft.com/office/drawing/2014/main" val="2576514078"/>
                    </a:ext>
                  </a:extLst>
                </a:gridCol>
                <a:gridCol w="2628900">
                  <a:extLst>
                    <a:ext uri="{9D8B030D-6E8A-4147-A177-3AD203B41FA5}">
                      <a16:colId xmlns:a16="http://schemas.microsoft.com/office/drawing/2014/main" val="2552554383"/>
                    </a:ext>
                  </a:extLst>
                </a:gridCol>
              </a:tblGrid>
              <a:tr h="697362">
                <a:tc>
                  <a:txBody>
                    <a:bodyPr/>
                    <a:lstStyle/>
                    <a:p>
                      <a:pPr>
                        <a:buNone/>
                      </a:pPr>
                      <a:r>
                        <a:rPr lang="en-IN" sz="2000" b="1" dirty="0"/>
                        <a:t>Feature</a:t>
                      </a:r>
                    </a:p>
                  </a:txBody>
                  <a:tcPr anchor="ctr"/>
                </a:tc>
                <a:tc>
                  <a:txBody>
                    <a:bodyPr/>
                    <a:lstStyle/>
                    <a:p>
                      <a:pPr>
                        <a:buNone/>
                      </a:pPr>
                      <a:r>
                        <a:rPr lang="en-IN" sz="2000" b="1"/>
                        <a:t>Median Filtering</a:t>
                      </a:r>
                    </a:p>
                  </a:txBody>
                  <a:tcPr anchor="ctr"/>
                </a:tc>
                <a:tc>
                  <a:txBody>
                    <a:bodyPr/>
                    <a:lstStyle/>
                    <a:p>
                      <a:pPr>
                        <a:buNone/>
                      </a:pPr>
                      <a:r>
                        <a:rPr lang="en-IN" sz="2000" b="1"/>
                        <a:t>Unsharp Masking</a:t>
                      </a:r>
                    </a:p>
                  </a:txBody>
                  <a:tcPr anchor="ctr"/>
                </a:tc>
                <a:tc>
                  <a:txBody>
                    <a:bodyPr/>
                    <a:lstStyle/>
                    <a:p>
                      <a:pPr>
                        <a:buNone/>
                      </a:pPr>
                      <a:r>
                        <a:rPr lang="en-IN" sz="2000" b="1" dirty="0"/>
                        <a:t>Crispening</a:t>
                      </a:r>
                    </a:p>
                  </a:txBody>
                  <a:tcPr anchor="ctr"/>
                </a:tc>
                <a:extLst>
                  <a:ext uri="{0D108BD9-81ED-4DB2-BD59-A6C34878D82A}">
                    <a16:rowId xmlns:a16="http://schemas.microsoft.com/office/drawing/2014/main" val="310028950"/>
                  </a:ext>
                </a:extLst>
              </a:tr>
              <a:tr h="697362">
                <a:tc>
                  <a:txBody>
                    <a:bodyPr/>
                    <a:lstStyle/>
                    <a:p>
                      <a:pPr>
                        <a:buNone/>
                      </a:pPr>
                      <a:r>
                        <a:rPr lang="en-IN" dirty="0"/>
                        <a:t>Type</a:t>
                      </a:r>
                    </a:p>
                  </a:txBody>
                  <a:tcPr anchor="ctr"/>
                </a:tc>
                <a:tc>
                  <a:txBody>
                    <a:bodyPr/>
                    <a:lstStyle/>
                    <a:p>
                      <a:pPr>
                        <a:buNone/>
                      </a:pPr>
                      <a:r>
                        <a:rPr lang="en-IN"/>
                        <a:t>Non-linear</a:t>
                      </a:r>
                    </a:p>
                  </a:txBody>
                  <a:tcPr anchor="ctr"/>
                </a:tc>
                <a:tc>
                  <a:txBody>
                    <a:bodyPr/>
                    <a:lstStyle/>
                    <a:p>
                      <a:pPr>
                        <a:buNone/>
                      </a:pPr>
                      <a:r>
                        <a:rPr lang="en-IN"/>
                        <a:t>Linear sharpening</a:t>
                      </a:r>
                    </a:p>
                  </a:txBody>
                  <a:tcPr anchor="ctr"/>
                </a:tc>
                <a:tc>
                  <a:txBody>
                    <a:bodyPr/>
                    <a:lstStyle/>
                    <a:p>
                      <a:pPr>
                        <a:buNone/>
                      </a:pPr>
                      <a:r>
                        <a:rPr lang="en-IN" dirty="0"/>
                        <a:t>Selective sharpening</a:t>
                      </a:r>
                    </a:p>
                  </a:txBody>
                  <a:tcPr anchor="ctr"/>
                </a:tc>
                <a:extLst>
                  <a:ext uri="{0D108BD9-81ED-4DB2-BD59-A6C34878D82A}">
                    <a16:rowId xmlns:a16="http://schemas.microsoft.com/office/drawing/2014/main" val="3820077822"/>
                  </a:ext>
                </a:extLst>
              </a:tr>
              <a:tr h="697362">
                <a:tc>
                  <a:txBody>
                    <a:bodyPr/>
                    <a:lstStyle/>
                    <a:p>
                      <a:pPr>
                        <a:buNone/>
                      </a:pPr>
                      <a:r>
                        <a:rPr lang="en-IN"/>
                        <a:t>Purpose</a:t>
                      </a:r>
                    </a:p>
                  </a:txBody>
                  <a:tcPr anchor="ctr"/>
                </a:tc>
                <a:tc>
                  <a:txBody>
                    <a:bodyPr/>
                    <a:lstStyle/>
                    <a:p>
                      <a:pPr>
                        <a:buNone/>
                      </a:pPr>
                      <a:r>
                        <a:rPr lang="en-IN"/>
                        <a:t>Noise removal</a:t>
                      </a:r>
                    </a:p>
                  </a:txBody>
                  <a:tcPr anchor="ctr"/>
                </a:tc>
                <a:tc>
                  <a:txBody>
                    <a:bodyPr/>
                    <a:lstStyle/>
                    <a:p>
                      <a:pPr>
                        <a:buNone/>
                      </a:pPr>
                      <a:r>
                        <a:rPr lang="en-IN"/>
                        <a:t>Edge enhancement</a:t>
                      </a:r>
                    </a:p>
                  </a:txBody>
                  <a:tcPr anchor="ctr"/>
                </a:tc>
                <a:tc>
                  <a:txBody>
                    <a:bodyPr/>
                    <a:lstStyle/>
                    <a:p>
                      <a:pPr>
                        <a:buNone/>
                      </a:pPr>
                      <a:r>
                        <a:rPr lang="en-IN"/>
                        <a:t>Contrast improvement</a:t>
                      </a:r>
                    </a:p>
                  </a:txBody>
                  <a:tcPr anchor="ctr"/>
                </a:tc>
                <a:extLst>
                  <a:ext uri="{0D108BD9-81ED-4DB2-BD59-A6C34878D82A}">
                    <a16:rowId xmlns:a16="http://schemas.microsoft.com/office/drawing/2014/main" val="875867267"/>
                  </a:ext>
                </a:extLst>
              </a:tr>
              <a:tr h="697362">
                <a:tc>
                  <a:txBody>
                    <a:bodyPr/>
                    <a:lstStyle/>
                    <a:p>
                      <a:pPr>
                        <a:buNone/>
                      </a:pPr>
                      <a:r>
                        <a:rPr lang="en-IN"/>
                        <a:t>Noise removal</a:t>
                      </a:r>
                    </a:p>
                  </a:txBody>
                  <a:tcPr anchor="ctr"/>
                </a:tc>
                <a:tc>
                  <a:txBody>
                    <a:bodyPr/>
                    <a:lstStyle/>
                    <a:p>
                      <a:pPr>
                        <a:buNone/>
                      </a:pPr>
                      <a:r>
                        <a:rPr lang="en-IN"/>
                        <a:t>Yes</a:t>
                      </a:r>
                    </a:p>
                  </a:txBody>
                  <a:tcPr anchor="ctr"/>
                </a:tc>
                <a:tc>
                  <a:txBody>
                    <a:bodyPr/>
                    <a:lstStyle/>
                    <a:p>
                      <a:pPr>
                        <a:buNone/>
                      </a:pPr>
                      <a:r>
                        <a:rPr lang="en-IN"/>
                        <a:t>No</a:t>
                      </a:r>
                    </a:p>
                  </a:txBody>
                  <a:tcPr anchor="ctr"/>
                </a:tc>
                <a:tc>
                  <a:txBody>
                    <a:bodyPr/>
                    <a:lstStyle/>
                    <a:p>
                      <a:pPr>
                        <a:buNone/>
                      </a:pPr>
                      <a:r>
                        <a:rPr lang="en-IN"/>
                        <a:t>Limited</a:t>
                      </a:r>
                    </a:p>
                  </a:txBody>
                  <a:tcPr anchor="ctr"/>
                </a:tc>
                <a:extLst>
                  <a:ext uri="{0D108BD9-81ED-4DB2-BD59-A6C34878D82A}">
                    <a16:rowId xmlns:a16="http://schemas.microsoft.com/office/drawing/2014/main" val="2143636334"/>
                  </a:ext>
                </a:extLst>
              </a:tr>
              <a:tr h="697362">
                <a:tc>
                  <a:txBody>
                    <a:bodyPr/>
                    <a:lstStyle/>
                    <a:p>
                      <a:pPr>
                        <a:buNone/>
                      </a:pPr>
                      <a:r>
                        <a:rPr lang="en-IN"/>
                        <a:t>Edge preservation</a:t>
                      </a:r>
                    </a:p>
                  </a:txBody>
                  <a:tcPr anchor="ctr"/>
                </a:tc>
                <a:tc>
                  <a:txBody>
                    <a:bodyPr/>
                    <a:lstStyle/>
                    <a:p>
                      <a:pPr>
                        <a:buNone/>
                      </a:pPr>
                      <a:r>
                        <a:rPr lang="en-IN"/>
                        <a:t>Good</a:t>
                      </a:r>
                    </a:p>
                  </a:txBody>
                  <a:tcPr anchor="ctr"/>
                </a:tc>
                <a:tc>
                  <a:txBody>
                    <a:bodyPr/>
                    <a:lstStyle/>
                    <a:p>
                      <a:pPr>
                        <a:buNone/>
                      </a:pPr>
                      <a:r>
                        <a:rPr lang="en-IN"/>
                        <a:t>Good</a:t>
                      </a:r>
                    </a:p>
                  </a:txBody>
                  <a:tcPr anchor="ctr"/>
                </a:tc>
                <a:tc>
                  <a:txBody>
                    <a:bodyPr/>
                    <a:lstStyle/>
                    <a:p>
                      <a:pPr>
                        <a:buNone/>
                      </a:pPr>
                      <a:r>
                        <a:rPr lang="en-IN"/>
                        <a:t>Very good</a:t>
                      </a:r>
                    </a:p>
                  </a:txBody>
                  <a:tcPr anchor="ctr"/>
                </a:tc>
                <a:extLst>
                  <a:ext uri="{0D108BD9-81ED-4DB2-BD59-A6C34878D82A}">
                    <a16:rowId xmlns:a16="http://schemas.microsoft.com/office/drawing/2014/main" val="3165272516"/>
                  </a:ext>
                </a:extLst>
              </a:tr>
              <a:tr h="697362">
                <a:tc>
                  <a:txBody>
                    <a:bodyPr/>
                    <a:lstStyle/>
                    <a:p>
                      <a:pPr>
                        <a:buNone/>
                      </a:pPr>
                      <a:r>
                        <a:rPr lang="en-IN"/>
                        <a:t>Applications</a:t>
                      </a:r>
                    </a:p>
                  </a:txBody>
                  <a:tcPr anchor="ctr"/>
                </a:tc>
                <a:tc>
                  <a:txBody>
                    <a:bodyPr/>
                    <a:lstStyle/>
                    <a:p>
                      <a:pPr>
                        <a:buNone/>
                      </a:pPr>
                      <a:r>
                        <a:rPr lang="en-IN"/>
                        <a:t>Salt &amp; pepper noise</a:t>
                      </a:r>
                    </a:p>
                  </a:txBody>
                  <a:tcPr anchor="ctr"/>
                </a:tc>
                <a:tc>
                  <a:txBody>
                    <a:bodyPr/>
                    <a:lstStyle/>
                    <a:p>
                      <a:pPr>
                        <a:buNone/>
                      </a:pPr>
                      <a:r>
                        <a:rPr lang="en-IN"/>
                        <a:t>Image sharpening</a:t>
                      </a:r>
                    </a:p>
                  </a:txBody>
                  <a:tcPr anchor="ctr"/>
                </a:tc>
                <a:tc>
                  <a:txBody>
                    <a:bodyPr/>
                    <a:lstStyle/>
                    <a:p>
                      <a:pPr>
                        <a:buNone/>
                      </a:pPr>
                      <a:r>
                        <a:rPr lang="en-IN" dirty="0"/>
                        <a:t>Medical images</a:t>
                      </a:r>
                    </a:p>
                  </a:txBody>
                  <a:tcPr anchor="ctr"/>
                </a:tc>
                <a:extLst>
                  <a:ext uri="{0D108BD9-81ED-4DB2-BD59-A6C34878D82A}">
                    <a16:rowId xmlns:a16="http://schemas.microsoft.com/office/drawing/2014/main" val="4130050654"/>
                  </a:ext>
                </a:extLst>
              </a:tr>
            </a:tbl>
          </a:graphicData>
        </a:graphic>
      </p:graphicFrame>
    </p:spTree>
    <p:extLst>
      <p:ext uri="{BB962C8B-B14F-4D97-AF65-F5344CB8AC3E}">
        <p14:creationId xmlns:p14="http://schemas.microsoft.com/office/powerpoint/2010/main" val="32838263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F4DE9-56CF-5026-D827-B82ECD77A0DF}"/>
              </a:ext>
            </a:extLst>
          </p:cNvPr>
          <p:cNvSpPr>
            <a:spLocks noGrp="1"/>
          </p:cNvSpPr>
          <p:nvPr>
            <p:ph type="title"/>
          </p:nvPr>
        </p:nvSpPr>
        <p:spPr/>
        <p:txBody>
          <a:bodyPr/>
          <a:lstStyle/>
          <a:p>
            <a:r>
              <a:rPr lang="en-IN" dirty="0"/>
              <a:t>Homomorphic filters</a:t>
            </a:r>
          </a:p>
        </p:txBody>
      </p:sp>
      <p:sp>
        <p:nvSpPr>
          <p:cNvPr id="3" name="Content Placeholder 2">
            <a:extLst>
              <a:ext uri="{FF2B5EF4-FFF2-40B4-BE49-F238E27FC236}">
                <a16:creationId xmlns:a16="http://schemas.microsoft.com/office/drawing/2014/main" id="{7A08A137-93C5-414A-5597-86B2DCC73C8C}"/>
              </a:ext>
            </a:extLst>
          </p:cNvPr>
          <p:cNvSpPr>
            <a:spLocks noGrp="1"/>
          </p:cNvSpPr>
          <p:nvPr>
            <p:ph idx="1"/>
          </p:nvPr>
        </p:nvSpPr>
        <p:spPr/>
        <p:txBody>
          <a:bodyPr/>
          <a:lstStyle/>
          <a:p>
            <a:r>
              <a:rPr lang="en-US" dirty="0"/>
              <a:t>Homomorphic filtering is a frequency domain technique used to simultaneously normalize brightness and enhance contrast in an image.</a:t>
            </a:r>
          </a:p>
          <a:p>
            <a:r>
              <a:rPr lang="en-US" dirty="0"/>
              <a:t>It is mainly used to:</a:t>
            </a:r>
          </a:p>
          <a:p>
            <a:pPr marL="0" indent="0">
              <a:buNone/>
            </a:pPr>
            <a:r>
              <a:rPr lang="en-US" dirty="0"/>
              <a:t>	Reduce non-uniform illumination</a:t>
            </a:r>
          </a:p>
          <a:p>
            <a:pPr marL="0" indent="0">
              <a:buNone/>
            </a:pPr>
            <a:r>
              <a:rPr lang="en-US" dirty="0"/>
              <a:t>	Enhance reflectance details (edges &amp; textures)</a:t>
            </a:r>
          </a:p>
          <a:p>
            <a:endParaRPr lang="en-IN" dirty="0"/>
          </a:p>
        </p:txBody>
      </p:sp>
    </p:spTree>
    <p:extLst>
      <p:ext uri="{BB962C8B-B14F-4D97-AF65-F5344CB8AC3E}">
        <p14:creationId xmlns:p14="http://schemas.microsoft.com/office/powerpoint/2010/main" val="6149864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538C295-5D77-77A9-E90B-E1340CC52E2F}"/>
                  </a:ext>
                </a:extLst>
              </p:cNvPr>
              <p:cNvSpPr>
                <a:spLocks noGrp="1"/>
              </p:cNvSpPr>
              <p:nvPr>
                <p:ph idx="4294967295"/>
              </p:nvPr>
            </p:nvSpPr>
            <p:spPr>
              <a:xfrm>
                <a:off x="838200" y="516371"/>
                <a:ext cx="10515600" cy="5915602"/>
              </a:xfrm>
            </p:spPr>
            <p:txBody>
              <a:bodyPr>
                <a:normAutofit/>
              </a:bodyPr>
              <a:lstStyle/>
              <a:p>
                <a:r>
                  <a:rPr lang="en-IN" dirty="0"/>
                  <a:t>An image can be </a:t>
                </a:r>
                <a:r>
                  <a:rPr lang="en-IN" dirty="0" err="1"/>
                  <a:t>modeled</a:t>
                </a:r>
                <a:r>
                  <a:rPr lang="en-IN" dirty="0"/>
                  <a:t> as:</a:t>
                </a:r>
              </a:p>
              <a:p>
                <a:pPr marL="0" indent="0">
                  <a:buNone/>
                </a:pPr>
                <a14:m>
                  <m:oMathPara xmlns:m="http://schemas.openxmlformats.org/officeDocument/2006/math">
                    <m:oMathParaPr>
                      <m:jc m:val="centerGroup"/>
                    </m:oMathParaPr>
                    <m:oMath xmlns:m="http://schemas.openxmlformats.org/officeDocument/2006/math">
                      <m:r>
                        <a:rPr lang="en-IN" i="1"/>
                        <m:t>𝑓</m:t>
                      </m:r>
                      <m:d>
                        <m:dPr>
                          <m:sepChr m:val=","/>
                          <m:ctrlPr>
                            <a:rPr lang="ar-AE" i="1"/>
                          </m:ctrlPr>
                        </m:dPr>
                        <m:e>
                          <m:r>
                            <a:rPr lang="ar-AE" i="1"/>
                            <m:t>𝑥</m:t>
                          </m:r>
                        </m:e>
                        <m:e>
                          <m:r>
                            <a:rPr lang="ar-AE" i="1"/>
                            <m:t>𝑦</m:t>
                          </m:r>
                        </m:e>
                      </m:d>
                      <m:r>
                        <a:rPr lang="ar-AE"/>
                        <m:t>=</m:t>
                      </m:r>
                      <m:r>
                        <a:rPr lang="ar-AE" i="1"/>
                        <m:t>𝑖</m:t>
                      </m:r>
                      <m:d>
                        <m:dPr>
                          <m:sepChr m:val=","/>
                          <m:ctrlPr>
                            <a:rPr lang="ar-AE" i="1"/>
                          </m:ctrlPr>
                        </m:dPr>
                        <m:e>
                          <m:r>
                            <a:rPr lang="ar-AE" i="1"/>
                            <m:t>𝑥</m:t>
                          </m:r>
                        </m:e>
                        <m:e>
                          <m:r>
                            <a:rPr lang="ar-AE" i="1"/>
                            <m:t>𝑦</m:t>
                          </m:r>
                        </m:e>
                      </m:d>
                      <m:r>
                        <a:rPr lang="ar-AE"/>
                        <m:t>⋅</m:t>
                      </m:r>
                      <m:r>
                        <a:rPr lang="ar-AE" i="1"/>
                        <m:t>𝑟</m:t>
                      </m:r>
                      <m:d>
                        <m:dPr>
                          <m:sepChr m:val=","/>
                          <m:ctrlPr>
                            <a:rPr lang="ar-AE" i="1"/>
                          </m:ctrlPr>
                        </m:dPr>
                        <m:e>
                          <m:r>
                            <a:rPr lang="ar-AE" i="1"/>
                            <m:t>𝑥</m:t>
                          </m:r>
                        </m:e>
                        <m:e>
                          <m:r>
                            <a:rPr lang="ar-AE" i="1"/>
                            <m:t>𝑦</m:t>
                          </m:r>
                        </m:e>
                      </m:d>
                    </m:oMath>
                  </m:oMathPara>
                </a14:m>
                <a:endParaRPr lang="en-IN" dirty="0"/>
              </a:p>
              <a:p>
                <a:pPr marL="0" indent="0">
                  <a:buNone/>
                </a:pPr>
                <a:r>
                  <a:rPr lang="en-IN" dirty="0"/>
                  <a:t>Where:</a:t>
                </a:r>
              </a:p>
              <a:p>
                <a:pPr marL="0" indent="0">
                  <a:buNone/>
                </a:pPr>
                <a:r>
                  <a:rPr lang="en-IN" dirty="0"/>
                  <a:t>	</a:t>
                </a:r>
                <a14:m>
                  <m:oMath xmlns:m="http://schemas.openxmlformats.org/officeDocument/2006/math">
                    <m:r>
                      <a:rPr lang="en-IN" i="1"/>
                      <m:t>𝑖</m:t>
                    </m:r>
                    <m:d>
                      <m:dPr>
                        <m:sepChr m:val=","/>
                        <m:ctrlPr>
                          <a:rPr lang="ar-AE" i="1"/>
                        </m:ctrlPr>
                      </m:dPr>
                      <m:e>
                        <m:r>
                          <a:rPr lang="ar-AE" i="1"/>
                          <m:t>𝑥</m:t>
                        </m:r>
                      </m:e>
                      <m:e>
                        <m:r>
                          <a:rPr lang="ar-AE" i="1"/>
                          <m:t>𝑦</m:t>
                        </m:r>
                      </m:e>
                    </m:d>
                  </m:oMath>
                </a14:m>
                <a:r>
                  <a:rPr lang="ar-AE" dirty="0"/>
                  <a:t>= </a:t>
                </a:r>
                <a:r>
                  <a:rPr lang="en-IN" dirty="0"/>
                  <a:t>Illumination component (low frequency)</a:t>
                </a:r>
              </a:p>
              <a:p>
                <a:pPr marL="0" indent="0">
                  <a:buNone/>
                </a:pPr>
                <a:r>
                  <a:rPr lang="en-IN" dirty="0"/>
                  <a:t>	</a:t>
                </a:r>
                <a14:m>
                  <m:oMath xmlns:m="http://schemas.openxmlformats.org/officeDocument/2006/math">
                    <m:r>
                      <a:rPr lang="en-IN" i="1"/>
                      <m:t>𝑟</m:t>
                    </m:r>
                    <m:d>
                      <m:dPr>
                        <m:sepChr m:val=","/>
                        <m:ctrlPr>
                          <a:rPr lang="ar-AE" i="1"/>
                        </m:ctrlPr>
                      </m:dPr>
                      <m:e>
                        <m:r>
                          <a:rPr lang="ar-AE" i="1"/>
                          <m:t>𝑥</m:t>
                        </m:r>
                      </m:e>
                      <m:e>
                        <m:r>
                          <a:rPr lang="ar-AE" i="1"/>
                          <m:t>𝑦</m:t>
                        </m:r>
                      </m:e>
                    </m:d>
                  </m:oMath>
                </a14:m>
                <a:r>
                  <a:rPr lang="ar-AE" dirty="0"/>
                  <a:t>= </a:t>
                </a:r>
                <a:r>
                  <a:rPr lang="en-IN" dirty="0"/>
                  <a:t>Reflectance component (high frequency)</a:t>
                </a:r>
              </a:p>
              <a:p>
                <a:pPr marL="0" indent="0">
                  <a:buNone/>
                </a:pPr>
                <a:endParaRPr lang="en-IN" dirty="0"/>
              </a:p>
              <a:p>
                <a:r>
                  <a:rPr lang="en-IN" dirty="0"/>
                  <a:t> Illumination varies slowly (low frequency).</a:t>
                </a:r>
                <a:br>
                  <a:rPr lang="en-IN" dirty="0"/>
                </a:br>
                <a:r>
                  <a:rPr lang="en-IN" dirty="0"/>
                  <a:t> Reflectance changes rapidly (high frequency).</a:t>
                </a:r>
              </a:p>
              <a:p>
                <a:r>
                  <a:rPr lang="en-IN" dirty="0"/>
                  <a:t>Since they are multiplied, we convert multiplication into addition using </a:t>
                </a:r>
                <a:r>
                  <a:rPr lang="en-IN" b="1" dirty="0"/>
                  <a:t>logarithm</a:t>
                </a:r>
                <a:r>
                  <a:rPr lang="en-IN" dirty="0"/>
                  <a:t>.</a:t>
                </a:r>
              </a:p>
              <a:p>
                <a:endParaRPr lang="en-IN" dirty="0"/>
              </a:p>
            </p:txBody>
          </p:sp>
        </mc:Choice>
        <mc:Fallback>
          <p:sp>
            <p:nvSpPr>
              <p:cNvPr id="3" name="Content Placeholder 2">
                <a:extLst>
                  <a:ext uri="{FF2B5EF4-FFF2-40B4-BE49-F238E27FC236}">
                    <a16:creationId xmlns:a16="http://schemas.microsoft.com/office/drawing/2014/main" id="{2538C295-5D77-77A9-E90B-E1340CC52E2F}"/>
                  </a:ext>
                </a:extLst>
              </p:cNvPr>
              <p:cNvSpPr>
                <a:spLocks noGrp="1" noRot="1" noChangeAspect="1" noMove="1" noResize="1" noEditPoints="1" noAdjustHandles="1" noChangeArrowheads="1" noChangeShapeType="1" noTextEdit="1"/>
              </p:cNvSpPr>
              <p:nvPr>
                <p:ph idx="4294967295"/>
              </p:nvPr>
            </p:nvSpPr>
            <p:spPr>
              <a:xfrm>
                <a:off x="838200" y="516371"/>
                <a:ext cx="10515600" cy="5915602"/>
              </a:xfrm>
              <a:blipFill>
                <a:blip r:embed="rId2"/>
                <a:stretch>
                  <a:fillRect l="-1217" t="-1753"/>
                </a:stretch>
              </a:blipFill>
            </p:spPr>
            <p:txBody>
              <a:bodyPr/>
              <a:lstStyle/>
              <a:p>
                <a:r>
                  <a:rPr lang="en-IN">
                    <a:noFill/>
                  </a:rPr>
                  <a:t> </a:t>
                </a:r>
              </a:p>
            </p:txBody>
          </p:sp>
        </mc:Fallback>
      </mc:AlternateContent>
    </p:spTree>
    <p:extLst>
      <p:ext uri="{BB962C8B-B14F-4D97-AF65-F5344CB8AC3E}">
        <p14:creationId xmlns:p14="http://schemas.microsoft.com/office/powerpoint/2010/main" val="19781390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47AFD-FE65-C696-A0E1-23EC14519263}"/>
              </a:ext>
            </a:extLst>
          </p:cNvPr>
          <p:cNvSpPr>
            <a:spLocks noGrp="1"/>
          </p:cNvSpPr>
          <p:nvPr>
            <p:ph type="title"/>
          </p:nvPr>
        </p:nvSpPr>
        <p:spPr/>
        <p:txBody>
          <a:bodyPr/>
          <a:lstStyle/>
          <a:p>
            <a:r>
              <a:rPr lang="en-IN" dirty="0"/>
              <a:t>Steps in Homomorphic Filtering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9B58C72-EFF9-5538-023A-9C3A1B05D1BB}"/>
                  </a:ext>
                </a:extLst>
              </p:cNvPr>
              <p:cNvSpPr>
                <a:spLocks noGrp="1"/>
              </p:cNvSpPr>
              <p:nvPr>
                <p:ph idx="1"/>
              </p:nvPr>
            </p:nvSpPr>
            <p:spPr/>
            <p:txBody>
              <a:bodyPr>
                <a:normAutofit fontScale="85000" lnSpcReduction="20000"/>
              </a:bodyPr>
              <a:lstStyle/>
              <a:p>
                <a:pPr marL="0" indent="0">
                  <a:buNone/>
                </a:pPr>
                <a:r>
                  <a:rPr lang="en-IN" b="1" dirty="0"/>
                  <a:t>Step 1: Take Logarithm</a:t>
                </a:r>
              </a:p>
              <a:p>
                <a:pPr marL="0" indent="0">
                  <a:buNone/>
                </a:pPr>
                <a14:m>
                  <m:oMathPara xmlns:m="http://schemas.openxmlformats.org/officeDocument/2006/math">
                    <m:oMathParaPr>
                      <m:jc m:val="centerGroup"/>
                    </m:oMathParaPr>
                    <m:oMath xmlns:m="http://schemas.openxmlformats.org/officeDocument/2006/math">
                      <m:func>
                        <m:funcPr>
                          <m:ctrlPr>
                            <a:rPr lang="ar-AE"/>
                          </m:ctrlPr>
                        </m:funcPr>
                        <m:fName>
                          <m:r>
                            <m:rPr>
                              <m:sty m:val="p"/>
                            </m:rPr>
                            <a:rPr lang="en-IN"/>
                            <m:t>ln</m:t>
                          </m:r>
                        </m:fName>
                        <m:e>
                          <m:r>
                            <a:rPr lang="ar-AE" i="1"/>
                            <m:t>𝑓</m:t>
                          </m:r>
                        </m:e>
                      </m:func>
                      <m:d>
                        <m:dPr>
                          <m:sepChr m:val=","/>
                          <m:ctrlPr>
                            <a:rPr lang="ar-AE" i="1"/>
                          </m:ctrlPr>
                        </m:dPr>
                        <m:e>
                          <m:r>
                            <a:rPr lang="ar-AE" i="1"/>
                            <m:t>𝑥</m:t>
                          </m:r>
                        </m:e>
                        <m:e>
                          <m:r>
                            <a:rPr lang="ar-AE" i="1"/>
                            <m:t>𝑦</m:t>
                          </m:r>
                        </m:e>
                      </m:d>
                      <m:r>
                        <a:rPr lang="ar-AE"/>
                        <m:t>=</m:t>
                      </m:r>
                      <m:func>
                        <m:funcPr>
                          <m:ctrlPr>
                            <a:rPr lang="ar-AE" i="1"/>
                          </m:ctrlPr>
                        </m:funcPr>
                        <m:fName>
                          <m:r>
                            <m:rPr>
                              <m:sty m:val="p"/>
                            </m:rPr>
                            <a:rPr lang="en-IN"/>
                            <m:t>ln</m:t>
                          </m:r>
                        </m:fName>
                        <m:e>
                          <m:r>
                            <a:rPr lang="ar-AE" i="1"/>
                            <m:t>𝑖</m:t>
                          </m:r>
                        </m:e>
                      </m:func>
                      <m:d>
                        <m:dPr>
                          <m:sepChr m:val=","/>
                          <m:ctrlPr>
                            <a:rPr lang="ar-AE" i="1"/>
                          </m:ctrlPr>
                        </m:dPr>
                        <m:e>
                          <m:r>
                            <a:rPr lang="ar-AE" i="1"/>
                            <m:t>𝑥</m:t>
                          </m:r>
                        </m:e>
                        <m:e>
                          <m:r>
                            <a:rPr lang="ar-AE" i="1"/>
                            <m:t>𝑦</m:t>
                          </m:r>
                        </m:e>
                      </m:d>
                      <m:r>
                        <a:rPr lang="ar-AE"/>
                        <m:t>+</m:t>
                      </m:r>
                      <m:func>
                        <m:funcPr>
                          <m:ctrlPr>
                            <a:rPr lang="ar-AE" i="1"/>
                          </m:ctrlPr>
                        </m:funcPr>
                        <m:fName>
                          <m:r>
                            <m:rPr>
                              <m:sty m:val="p"/>
                            </m:rPr>
                            <a:rPr lang="en-IN"/>
                            <m:t>ln</m:t>
                          </m:r>
                        </m:fName>
                        <m:e>
                          <m:r>
                            <a:rPr lang="ar-AE" i="1"/>
                            <m:t>𝑟</m:t>
                          </m:r>
                        </m:e>
                      </m:func>
                      <m:d>
                        <m:dPr>
                          <m:sepChr m:val=","/>
                          <m:ctrlPr>
                            <a:rPr lang="ar-AE" i="1"/>
                          </m:ctrlPr>
                        </m:dPr>
                        <m:e>
                          <m:r>
                            <a:rPr lang="ar-AE" i="1"/>
                            <m:t>𝑥</m:t>
                          </m:r>
                        </m:e>
                        <m:e>
                          <m:r>
                            <a:rPr lang="ar-AE" i="1"/>
                            <m:t>𝑦</m:t>
                          </m:r>
                        </m:e>
                      </m:d>
                    </m:oMath>
                  </m:oMathPara>
                </a14:m>
                <a:endParaRPr lang="ar-AE" dirty="0"/>
              </a:p>
              <a:p>
                <a:pPr marL="0" indent="0">
                  <a:buNone/>
                </a:pPr>
                <a:r>
                  <a:rPr lang="en-IN" dirty="0"/>
                  <a:t>Now illumination and reflectance are separated additively.</a:t>
                </a:r>
              </a:p>
              <a:p>
                <a:pPr marL="0" indent="0">
                  <a:buNone/>
                </a:pPr>
                <a:br>
                  <a:rPr lang="en-IN" dirty="0"/>
                </a:br>
                <a:endParaRPr lang="en-IN" dirty="0"/>
              </a:p>
              <a:p>
                <a:pPr marL="0" indent="0">
                  <a:buNone/>
                </a:pPr>
                <a:r>
                  <a:rPr lang="en-IN" b="1" dirty="0"/>
                  <a:t>Step 2: Apply Fourier Transform</a:t>
                </a:r>
              </a:p>
              <a:p>
                <a:pPr marL="0" indent="0">
                  <a:buNone/>
                </a:pPr>
                <a:r>
                  <a:rPr lang="en-IN" dirty="0"/>
                  <a:t>Convert to frequency domain:</a:t>
                </a:r>
              </a:p>
              <a:p>
                <a:pPr marL="0" indent="0">
                  <a:buNone/>
                </a:pPr>
                <a14:m>
                  <m:oMathPara xmlns:m="http://schemas.openxmlformats.org/officeDocument/2006/math">
                    <m:oMathParaPr>
                      <m:jc m:val="centerGroup"/>
                    </m:oMathParaPr>
                    <m:oMath xmlns:m="http://schemas.openxmlformats.org/officeDocument/2006/math">
                      <m:r>
                        <a:rPr lang="en-IN" i="1"/>
                        <m:t>𝐹</m:t>
                      </m:r>
                      <m:d>
                        <m:dPr>
                          <m:sepChr m:val=","/>
                          <m:ctrlPr>
                            <a:rPr lang="ar-AE" i="1"/>
                          </m:ctrlPr>
                        </m:dPr>
                        <m:e>
                          <m:r>
                            <a:rPr lang="ar-AE" i="1"/>
                            <m:t>𝑢</m:t>
                          </m:r>
                        </m:e>
                        <m:e>
                          <m:r>
                            <a:rPr lang="ar-AE" i="1"/>
                            <m:t>𝑣</m:t>
                          </m:r>
                        </m:e>
                      </m:d>
                      <m:r>
                        <a:rPr lang="ar-AE"/>
                        <m:t>=</m:t>
                      </m:r>
                      <m:r>
                        <a:rPr lang="ar-AE" i="1"/>
                        <m:t>𝐼</m:t>
                      </m:r>
                      <m:d>
                        <m:dPr>
                          <m:sepChr m:val=","/>
                          <m:ctrlPr>
                            <a:rPr lang="ar-AE" i="1"/>
                          </m:ctrlPr>
                        </m:dPr>
                        <m:e>
                          <m:r>
                            <a:rPr lang="ar-AE" i="1"/>
                            <m:t>𝑢</m:t>
                          </m:r>
                        </m:e>
                        <m:e>
                          <m:r>
                            <a:rPr lang="ar-AE" i="1"/>
                            <m:t>𝑣</m:t>
                          </m:r>
                        </m:e>
                      </m:d>
                      <m:r>
                        <a:rPr lang="ar-AE"/>
                        <m:t>+</m:t>
                      </m:r>
                      <m:r>
                        <a:rPr lang="ar-AE" i="1"/>
                        <m:t>𝑅</m:t>
                      </m:r>
                      <m:d>
                        <m:dPr>
                          <m:sepChr m:val=","/>
                          <m:ctrlPr>
                            <a:rPr lang="ar-AE" i="1"/>
                          </m:ctrlPr>
                        </m:dPr>
                        <m:e>
                          <m:r>
                            <a:rPr lang="ar-AE" i="1"/>
                            <m:t>𝑢</m:t>
                          </m:r>
                        </m:e>
                        <m:e>
                          <m:r>
                            <a:rPr lang="ar-AE" i="1"/>
                            <m:t>𝑣</m:t>
                          </m:r>
                        </m:e>
                      </m:d>
                    </m:oMath>
                  </m:oMathPara>
                </a14:m>
                <a:endParaRPr lang="ar-AE" dirty="0"/>
              </a:p>
              <a:p>
                <a:pPr marL="0" indent="0">
                  <a:buNone/>
                </a:pPr>
                <a:br>
                  <a:rPr lang="ar-AE" dirty="0"/>
                </a:br>
                <a:r>
                  <a:rPr lang="en-IN" b="1" dirty="0"/>
                  <a:t>Step 3: Apply High-Pass Filter</a:t>
                </a:r>
              </a:p>
              <a:p>
                <a:pPr marL="0" indent="0">
                  <a:buNone/>
                </a:pPr>
                <a:r>
                  <a:rPr lang="en-IN" dirty="0"/>
                  <a:t>Use a filter like:</a:t>
                </a:r>
              </a:p>
              <a:p>
                <a:pPr marL="0" indent="0">
                  <a:buNone/>
                </a:pPr>
                <a14:m>
                  <m:oMathPara xmlns:m="http://schemas.openxmlformats.org/officeDocument/2006/math">
                    <m:oMathParaPr>
                      <m:jc m:val="centerGroup"/>
                    </m:oMathParaPr>
                    <m:oMath xmlns:m="http://schemas.openxmlformats.org/officeDocument/2006/math">
                      <m:r>
                        <a:rPr lang="en-IN" i="1"/>
                        <m:t>𝐻</m:t>
                      </m:r>
                      <m:d>
                        <m:dPr>
                          <m:sepChr m:val=","/>
                          <m:ctrlPr>
                            <a:rPr lang="ar-AE" i="1"/>
                          </m:ctrlPr>
                        </m:dPr>
                        <m:e>
                          <m:r>
                            <a:rPr lang="ar-AE" i="1"/>
                            <m:t>𝑢</m:t>
                          </m:r>
                        </m:e>
                        <m:e>
                          <m:r>
                            <a:rPr lang="ar-AE" i="1"/>
                            <m:t>𝑣</m:t>
                          </m:r>
                        </m:e>
                      </m:d>
                      <m:r>
                        <a:rPr lang="ar-AE"/>
                        <m:t>=</m:t>
                      </m:r>
                      <m:d>
                        <m:dPr>
                          <m:ctrlPr>
                            <a:rPr lang="ar-AE" i="1"/>
                          </m:ctrlPr>
                        </m:dPr>
                        <m:e>
                          <m:sSub>
                            <m:sSubPr>
                              <m:ctrlPr>
                                <a:rPr lang="ar-AE" i="1"/>
                              </m:ctrlPr>
                            </m:sSubPr>
                            <m:e>
                              <m:r>
                                <a:rPr lang="ar-AE" i="1"/>
                                <m:t>𝛾</m:t>
                              </m:r>
                            </m:e>
                            <m:sub>
                              <m:r>
                                <a:rPr lang="ar-AE" i="1"/>
                                <m:t>𝐻</m:t>
                              </m:r>
                            </m:sub>
                          </m:sSub>
                          <m:r>
                            <a:rPr lang="ar-AE"/>
                            <m:t>−</m:t>
                          </m:r>
                          <m:sSub>
                            <m:sSubPr>
                              <m:ctrlPr>
                                <a:rPr lang="ar-AE" i="1"/>
                              </m:ctrlPr>
                            </m:sSubPr>
                            <m:e>
                              <m:r>
                                <a:rPr lang="ar-AE" i="1"/>
                                <m:t>𝛾</m:t>
                              </m:r>
                            </m:e>
                            <m:sub>
                              <m:r>
                                <a:rPr lang="ar-AE" i="1"/>
                                <m:t>𝐿</m:t>
                              </m:r>
                            </m:sub>
                          </m:sSub>
                        </m:e>
                      </m:d>
                      <m:d>
                        <m:dPr>
                          <m:begChr m:val="["/>
                          <m:endChr m:val="]"/>
                          <m:ctrlPr>
                            <a:rPr lang="ar-AE" i="1"/>
                          </m:ctrlPr>
                        </m:dPr>
                        <m:e>
                          <m:r>
                            <a:rPr lang="ar-AE"/>
                            <m:t>1</m:t>
                          </m:r>
                          <m:r>
                            <a:rPr lang="ar-AE"/>
                            <m:t>−</m:t>
                          </m:r>
                          <m:sSup>
                            <m:sSupPr>
                              <m:ctrlPr>
                                <a:rPr lang="ar-AE" i="1"/>
                              </m:ctrlPr>
                            </m:sSupPr>
                            <m:e>
                              <m:r>
                                <a:rPr lang="ar-AE" i="1"/>
                                <m:t>𝑒</m:t>
                              </m:r>
                            </m:e>
                            <m:sup>
                              <m:r>
                                <a:rPr lang="ar-AE"/>
                                <m:t>−</m:t>
                              </m:r>
                              <m:r>
                                <a:rPr lang="ar-AE" i="1"/>
                                <m:t>𝑐</m:t>
                              </m:r>
                              <m:d>
                                <m:dPr>
                                  <m:ctrlPr>
                                    <a:rPr lang="ar-AE" i="1"/>
                                  </m:ctrlPr>
                                </m:dPr>
                                <m:e>
                                  <m:sSup>
                                    <m:sSupPr>
                                      <m:ctrlPr>
                                        <a:rPr lang="ar-AE" i="1"/>
                                      </m:ctrlPr>
                                    </m:sSupPr>
                                    <m:e>
                                      <m:r>
                                        <a:rPr lang="ar-AE" i="1"/>
                                        <m:t>𝐷</m:t>
                                      </m:r>
                                    </m:e>
                                    <m:sup>
                                      <m:r>
                                        <a:rPr lang="ar-AE"/>
                                        <m:t>2</m:t>
                                      </m:r>
                                    </m:sup>
                                  </m:sSup>
                                  <m:d>
                                    <m:dPr>
                                      <m:sepChr m:val=","/>
                                      <m:ctrlPr>
                                        <a:rPr lang="ar-AE" i="1"/>
                                      </m:ctrlPr>
                                    </m:dPr>
                                    <m:e>
                                      <m:r>
                                        <a:rPr lang="ar-AE" i="1"/>
                                        <m:t>𝑢</m:t>
                                      </m:r>
                                    </m:e>
                                    <m:e>
                                      <m:r>
                                        <a:rPr lang="ar-AE" i="1"/>
                                        <m:t>𝑣</m:t>
                                      </m:r>
                                    </m:e>
                                  </m:d>
                                  <m:r>
                                    <a:rPr lang="ar-AE"/>
                                    <m:t>/</m:t>
                                  </m:r>
                                  <m:sSubSup>
                                    <m:sSubSupPr>
                                      <m:ctrlPr>
                                        <a:rPr lang="ar-AE" i="1"/>
                                      </m:ctrlPr>
                                    </m:sSubSupPr>
                                    <m:e>
                                      <m:r>
                                        <a:rPr lang="ar-AE" i="1"/>
                                        <m:t>𝐷</m:t>
                                      </m:r>
                                    </m:e>
                                    <m:sub>
                                      <m:r>
                                        <a:rPr lang="ar-AE"/>
                                        <m:t>0</m:t>
                                      </m:r>
                                    </m:sub>
                                    <m:sup>
                                      <m:r>
                                        <a:rPr lang="ar-AE"/>
                                        <m:t>2</m:t>
                                      </m:r>
                                    </m:sup>
                                  </m:sSubSup>
                                </m:e>
                              </m:d>
                            </m:sup>
                          </m:sSup>
                        </m:e>
                      </m:d>
                      <m:r>
                        <a:rPr lang="ar-AE"/>
                        <m:t>+</m:t>
                      </m:r>
                      <m:sSub>
                        <m:sSubPr>
                          <m:ctrlPr>
                            <a:rPr lang="ar-AE" i="1"/>
                          </m:ctrlPr>
                        </m:sSubPr>
                        <m:e>
                          <m:r>
                            <a:rPr lang="ar-AE" i="1"/>
                            <m:t>𝛾</m:t>
                          </m:r>
                        </m:e>
                        <m:sub>
                          <m:r>
                            <a:rPr lang="ar-AE" i="1"/>
                            <m:t>𝐿</m:t>
                          </m:r>
                        </m:sub>
                      </m:sSub>
                    </m:oMath>
                  </m:oMathPara>
                </a14:m>
                <a:endParaRPr lang="ar-AE" dirty="0"/>
              </a:p>
              <a:p>
                <a:endParaRPr lang="en-IN" dirty="0"/>
              </a:p>
            </p:txBody>
          </p:sp>
        </mc:Choice>
        <mc:Fallback>
          <p:sp>
            <p:nvSpPr>
              <p:cNvPr id="3" name="Content Placeholder 2">
                <a:extLst>
                  <a:ext uri="{FF2B5EF4-FFF2-40B4-BE49-F238E27FC236}">
                    <a16:creationId xmlns:a16="http://schemas.microsoft.com/office/drawing/2014/main" id="{59B58C72-EFF9-5538-023A-9C3A1B05D1BB}"/>
                  </a:ext>
                </a:extLst>
              </p:cNvPr>
              <p:cNvSpPr>
                <a:spLocks noGrp="1" noRot="1" noChangeAspect="1" noMove="1" noResize="1" noEditPoints="1" noAdjustHandles="1" noChangeArrowheads="1" noChangeShapeType="1" noTextEdit="1"/>
              </p:cNvSpPr>
              <p:nvPr>
                <p:ph idx="1"/>
              </p:nvPr>
            </p:nvSpPr>
            <p:spPr>
              <a:blipFill>
                <a:blip r:embed="rId2"/>
                <a:stretch>
                  <a:fillRect l="-928" t="-3221"/>
                </a:stretch>
              </a:blipFill>
            </p:spPr>
            <p:txBody>
              <a:bodyPr/>
              <a:lstStyle/>
              <a:p>
                <a:r>
                  <a:rPr lang="en-IN">
                    <a:noFill/>
                  </a:rPr>
                  <a:t> </a:t>
                </a:r>
              </a:p>
            </p:txBody>
          </p:sp>
        </mc:Fallback>
      </mc:AlternateContent>
    </p:spTree>
    <p:extLst>
      <p:ext uri="{BB962C8B-B14F-4D97-AF65-F5344CB8AC3E}">
        <p14:creationId xmlns:p14="http://schemas.microsoft.com/office/powerpoint/2010/main" val="6401320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509FE07-490E-1CCE-1918-916D72701470}"/>
              </a:ext>
            </a:extLst>
          </p:cNvPr>
          <p:cNvPicPr>
            <a:picLocks noChangeAspect="1"/>
          </p:cNvPicPr>
          <p:nvPr/>
        </p:nvPicPr>
        <p:blipFill>
          <a:blip r:embed="rId2"/>
          <a:stretch>
            <a:fillRect/>
          </a:stretch>
        </p:blipFill>
        <p:spPr>
          <a:xfrm>
            <a:off x="1298864" y="1111827"/>
            <a:ext cx="10893136" cy="2452255"/>
          </a:xfrm>
          <a:prstGeom prst="rect">
            <a:avLst/>
          </a:prstGeom>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96B0C139-FE9C-C637-EDAD-B6062282D48A}"/>
                  </a:ext>
                </a:extLst>
              </p:cNvPr>
              <p:cNvSpPr txBox="1"/>
              <p:nvPr/>
            </p:nvSpPr>
            <p:spPr>
              <a:xfrm>
                <a:off x="1124815" y="3564082"/>
                <a:ext cx="10128539" cy="3193310"/>
              </a:xfrm>
              <a:prstGeom prst="rect">
                <a:avLst/>
              </a:prstGeom>
              <a:noFill/>
            </p:spPr>
            <p:txBody>
              <a:bodyPr wrap="square">
                <a:spAutoFit/>
              </a:bodyPr>
              <a:lstStyle/>
              <a:p>
                <a:pPr>
                  <a:buNone/>
                </a:pPr>
                <a:r>
                  <a:rPr lang="en-IN" sz="2800" b="1" dirty="0"/>
                  <a:t>Step 4: Inverse Fourier Transform</a:t>
                </a:r>
              </a:p>
              <a:p>
                <a:pPr>
                  <a:buNone/>
                </a:pPr>
                <a:r>
                  <a:rPr lang="en-IN" sz="2800" dirty="0"/>
                  <a:t>Convert back to spatial domain.</a:t>
                </a:r>
              </a:p>
              <a:p>
                <a:pPr>
                  <a:buNone/>
                </a:pPr>
                <a:br>
                  <a:rPr lang="en-IN" sz="2800" dirty="0"/>
                </a:br>
                <a:endParaRPr lang="en-IN" sz="2800" dirty="0"/>
              </a:p>
              <a:p>
                <a:pPr>
                  <a:buNone/>
                </a:pPr>
                <a:r>
                  <a:rPr lang="en-IN" sz="2800" b="1" dirty="0"/>
                  <a:t>Step 5: Take Exponential</a:t>
                </a:r>
              </a:p>
              <a:p>
                <a:pPr>
                  <a:buNone/>
                </a:pPr>
                <a14:m>
                  <m:oMathPara xmlns:m="http://schemas.openxmlformats.org/officeDocument/2006/math">
                    <m:oMathParaPr>
                      <m:jc m:val="centerGroup"/>
                    </m:oMathParaPr>
                    <m:oMath xmlns:m="http://schemas.openxmlformats.org/officeDocument/2006/math">
                      <m:r>
                        <a:rPr lang="en-IN" sz="2800" i="1">
                          <a:latin typeface="Cambria Math" panose="02040503050406030204" pitchFamily="18" charset="0"/>
                        </a:rPr>
                        <m:t>𝑔</m:t>
                      </m:r>
                      <m:d>
                        <m:dPr>
                          <m:sepChr m:val=","/>
                          <m:ctrlPr>
                            <a:rPr lang="ar-AE" sz="2800" i="1">
                              <a:latin typeface="Cambria Math" panose="02040503050406030204" pitchFamily="18" charset="0"/>
                            </a:rPr>
                          </m:ctrlPr>
                        </m:dPr>
                        <m:e>
                          <m:r>
                            <a:rPr lang="ar-AE" sz="2800" i="1">
                              <a:latin typeface="Cambria Math" panose="02040503050406030204" pitchFamily="18" charset="0"/>
                            </a:rPr>
                            <m:t>𝑥</m:t>
                          </m:r>
                        </m:e>
                        <m:e>
                          <m:r>
                            <a:rPr lang="ar-AE" sz="2800" i="1">
                              <a:latin typeface="Cambria Math" panose="02040503050406030204" pitchFamily="18" charset="0"/>
                            </a:rPr>
                            <m:t>𝑦</m:t>
                          </m:r>
                        </m:e>
                      </m:d>
                      <m:r>
                        <a:rPr lang="ar-AE" sz="2800" i="0">
                          <a:latin typeface="Cambria Math" panose="02040503050406030204" pitchFamily="18" charset="0"/>
                        </a:rPr>
                        <m:t>=</m:t>
                      </m:r>
                      <m:sSup>
                        <m:sSupPr>
                          <m:ctrlPr>
                            <a:rPr lang="ar-AE" sz="2800" i="1">
                              <a:latin typeface="Cambria Math" panose="02040503050406030204" pitchFamily="18" charset="0"/>
                            </a:rPr>
                          </m:ctrlPr>
                        </m:sSupPr>
                        <m:e>
                          <m:r>
                            <a:rPr lang="ar-AE" sz="2800" i="1">
                              <a:latin typeface="Cambria Math" panose="02040503050406030204" pitchFamily="18" charset="0"/>
                            </a:rPr>
                            <m:t>𝑒</m:t>
                          </m:r>
                        </m:e>
                        <m:sup>
                          <m:r>
                            <m:rPr>
                              <m:nor/>
                            </m:rPr>
                            <a:rPr lang="en-IN" sz="2800" b="0" i="1">
                              <a:latin typeface="Cambria Math" panose="02040503050406030204" pitchFamily="18" charset="0"/>
                            </a:rPr>
                            <m:t>filtered</m:t>
                          </m:r>
                          <m:r>
                            <m:rPr>
                              <m:nor/>
                            </m:rPr>
                            <a:rPr lang="en-IN" sz="2800" b="0" i="1">
                              <a:latin typeface="Cambria Math" panose="02040503050406030204" pitchFamily="18" charset="0"/>
                            </a:rPr>
                            <m:t> </m:t>
                          </m:r>
                          <m:r>
                            <m:rPr>
                              <m:nor/>
                            </m:rPr>
                            <a:rPr lang="en-IN" sz="2800" b="0" i="1">
                              <a:latin typeface="Cambria Math" panose="02040503050406030204" pitchFamily="18" charset="0"/>
                            </a:rPr>
                            <m:t>result</m:t>
                          </m:r>
                        </m:sup>
                      </m:sSup>
                    </m:oMath>
                  </m:oMathPara>
                </a14:m>
                <a:endParaRPr lang="ar-AE" sz="2800" b="0" dirty="0"/>
              </a:p>
              <a:p>
                <a:pPr>
                  <a:buNone/>
                </a:pPr>
                <a:r>
                  <a:rPr lang="en-IN" sz="2800" dirty="0"/>
                  <a:t>This gives the final enhanced image.</a:t>
                </a:r>
              </a:p>
            </p:txBody>
          </p:sp>
        </mc:Choice>
        <mc:Fallback>
          <p:sp>
            <p:nvSpPr>
              <p:cNvPr id="8" name="TextBox 7">
                <a:extLst>
                  <a:ext uri="{FF2B5EF4-FFF2-40B4-BE49-F238E27FC236}">
                    <a16:creationId xmlns:a16="http://schemas.microsoft.com/office/drawing/2014/main" id="{96B0C139-FE9C-C637-EDAD-B6062282D48A}"/>
                  </a:ext>
                </a:extLst>
              </p:cNvPr>
              <p:cNvSpPr txBox="1">
                <a:spLocks noRot="1" noChangeAspect="1" noMove="1" noResize="1" noEditPoints="1" noAdjustHandles="1" noChangeArrowheads="1" noChangeShapeType="1" noTextEdit="1"/>
              </p:cNvSpPr>
              <p:nvPr/>
            </p:nvSpPr>
            <p:spPr>
              <a:xfrm>
                <a:off x="1124815" y="3564082"/>
                <a:ext cx="10128539" cy="3193310"/>
              </a:xfrm>
              <a:prstGeom prst="rect">
                <a:avLst/>
              </a:prstGeom>
              <a:blipFill>
                <a:blip r:embed="rId3"/>
                <a:stretch>
                  <a:fillRect l="-1264" t="-1912" b="-4589"/>
                </a:stretch>
              </a:blipFill>
            </p:spPr>
            <p:txBody>
              <a:bodyPr/>
              <a:lstStyle/>
              <a:p>
                <a:r>
                  <a:rPr lang="en-IN">
                    <a:noFill/>
                  </a:rPr>
                  <a:t> </a:t>
                </a:r>
              </a:p>
            </p:txBody>
          </p:sp>
        </mc:Fallback>
      </mc:AlternateContent>
    </p:spTree>
    <p:extLst>
      <p:ext uri="{BB962C8B-B14F-4D97-AF65-F5344CB8AC3E}">
        <p14:creationId xmlns:p14="http://schemas.microsoft.com/office/powerpoint/2010/main" val="11583843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443054-4EEE-64EC-0862-4612FC07D622}"/>
              </a:ext>
            </a:extLst>
          </p:cNvPr>
          <p:cNvSpPr txBox="1"/>
          <p:nvPr/>
        </p:nvSpPr>
        <p:spPr>
          <a:xfrm>
            <a:off x="1496291" y="1007918"/>
            <a:ext cx="9559636" cy="3108543"/>
          </a:xfrm>
          <a:prstGeom prst="rect">
            <a:avLst/>
          </a:prstGeom>
          <a:noFill/>
        </p:spPr>
        <p:txBody>
          <a:bodyPr wrap="square">
            <a:spAutoFit/>
          </a:bodyPr>
          <a:lstStyle/>
          <a:p>
            <a:pPr marL="285750" indent="-285750">
              <a:buFont typeface="Wingdings" panose="05000000000000000000" pitchFamily="2" charset="2"/>
              <a:buChar char="Ø"/>
            </a:pPr>
            <a:r>
              <a:rPr lang="en-US" sz="2800" dirty="0"/>
              <a:t>The filter used is a modified high-pass filter:</a:t>
            </a:r>
          </a:p>
          <a:p>
            <a:endParaRPr lang="en-US" sz="2800" dirty="0"/>
          </a:p>
          <a:p>
            <a:pPr marL="285750" indent="-285750">
              <a:buFont typeface="Wingdings" panose="05000000000000000000" pitchFamily="2" charset="2"/>
              <a:buChar char="Ø"/>
            </a:pPr>
            <a:r>
              <a:rPr lang="en-US" sz="2800" dirty="0"/>
              <a:t>Suppresses low frequencies (reduces uneven lighting → smoothing effect)</a:t>
            </a:r>
          </a:p>
          <a:p>
            <a:endParaRPr lang="en-US" sz="2800" dirty="0"/>
          </a:p>
          <a:p>
            <a:pPr marL="285750" indent="-285750">
              <a:buFont typeface="Wingdings" panose="05000000000000000000" pitchFamily="2" charset="2"/>
              <a:buChar char="Ø"/>
            </a:pPr>
            <a:r>
              <a:rPr lang="en-US" sz="2800" dirty="0"/>
              <a:t>Amplifies high frequencies (enhances edges → sharpening effect)</a:t>
            </a:r>
            <a:endParaRPr lang="en-IN" sz="2800" dirty="0"/>
          </a:p>
        </p:txBody>
      </p:sp>
    </p:spTree>
    <p:extLst>
      <p:ext uri="{BB962C8B-B14F-4D97-AF65-F5344CB8AC3E}">
        <p14:creationId xmlns:p14="http://schemas.microsoft.com/office/powerpoint/2010/main" val="11213897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2312</TotalTime>
  <Words>2216</Words>
  <Application>Microsoft Office PowerPoint</Application>
  <PresentationFormat>Widescreen</PresentationFormat>
  <Paragraphs>311</Paragraphs>
  <Slides>65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65</vt:i4>
      </vt:variant>
    </vt:vector>
  </HeadingPairs>
  <TitlesOfParts>
    <vt:vector size="72" baseType="lpstr">
      <vt:lpstr>Arial</vt:lpstr>
      <vt:lpstr>Arial Narrow</vt:lpstr>
      <vt:lpstr>Calibri</vt:lpstr>
      <vt:lpstr>Calibri Light</vt:lpstr>
      <vt:lpstr>Cambria Math</vt:lpstr>
      <vt:lpstr>Wingdings</vt:lpstr>
      <vt:lpstr>Office Theme</vt:lpstr>
      <vt:lpstr>MODULE III</vt:lpstr>
      <vt:lpstr>Image enhancement</vt:lpstr>
      <vt:lpstr>PowerPoint Presentation</vt:lpstr>
      <vt:lpstr>Point Operations</vt:lpstr>
      <vt:lpstr>PowerPoint Presentation</vt:lpstr>
      <vt:lpstr>Types of Point Operations</vt:lpstr>
      <vt:lpstr>Clipping and Thresholding</vt:lpstr>
      <vt:lpstr>Clipping</vt:lpstr>
      <vt:lpstr>PowerPoint Presentation</vt:lpstr>
      <vt:lpstr>PowerPoint Presentation</vt:lpstr>
      <vt:lpstr>Working Principle </vt:lpstr>
      <vt:lpstr>THRESHOLDING</vt:lpstr>
      <vt:lpstr>PowerPoint Presentation</vt:lpstr>
      <vt:lpstr>PowerPoint Presentation</vt:lpstr>
      <vt:lpstr>DIGITAL NEGATIVE</vt:lpstr>
      <vt:lpstr>PowerPoint Presentation</vt:lpstr>
      <vt:lpstr>Applications </vt:lpstr>
      <vt:lpstr>PowerPoint Presentation</vt:lpstr>
      <vt:lpstr>INTENSITY LEVEL SLICING</vt:lpstr>
      <vt:lpstr>PowerPoint Presentation</vt:lpstr>
      <vt:lpstr>Working Principle </vt:lpstr>
      <vt:lpstr>Applications </vt:lpstr>
      <vt:lpstr>PowerPoint Presentation</vt:lpstr>
      <vt:lpstr>Bit Extraction</vt:lpstr>
      <vt:lpstr>PowerPoint Presentation</vt:lpstr>
      <vt:lpstr>Range compression</vt:lpstr>
      <vt:lpstr>PowerPoint Presentation</vt:lpstr>
      <vt:lpstr>PowerPoint Presentation</vt:lpstr>
      <vt:lpstr>Spatial operations </vt:lpstr>
      <vt:lpstr>PowerPoint Presentation</vt:lpstr>
      <vt:lpstr>Spatial Convolution and Correlation</vt:lpstr>
      <vt:lpstr>PowerPoint Presentation</vt:lpstr>
      <vt:lpstr>What does the Correlation Value Indicate? </vt:lpstr>
      <vt:lpstr>PowerPoint Presentation</vt:lpstr>
      <vt:lpstr>Applications</vt:lpstr>
      <vt:lpstr>Convolution</vt:lpstr>
      <vt:lpstr>PowerPoint Presentation</vt:lpstr>
      <vt:lpstr>PowerPoint Presentation</vt:lpstr>
      <vt:lpstr>Application</vt:lpstr>
      <vt:lpstr>PowerPoint Presentation</vt:lpstr>
      <vt:lpstr>Spatial Averaging</vt:lpstr>
      <vt:lpstr>Mathematical Representation</vt:lpstr>
      <vt:lpstr>Example (3×3 Mean Filter Mask)</vt:lpstr>
      <vt:lpstr>PowerPoint Presentation</vt:lpstr>
      <vt:lpstr>PowerPoint Presentation</vt:lpstr>
      <vt:lpstr>Applications</vt:lpstr>
      <vt:lpstr>Directional Smoothing</vt:lpstr>
      <vt:lpstr>PowerPoint Presentation</vt:lpstr>
      <vt:lpstr>PowerPoint Presentation</vt:lpstr>
      <vt:lpstr>Median Filtering</vt:lpstr>
      <vt:lpstr>Steps</vt:lpstr>
      <vt:lpstr>PowerPoint Presentation</vt:lpstr>
      <vt:lpstr>PowerPoint Presentation</vt:lpstr>
      <vt:lpstr>PowerPoint Presentation</vt:lpstr>
      <vt:lpstr>PowerPoint Presentation</vt:lpstr>
      <vt:lpstr>Unsharp Masking</vt:lpstr>
      <vt:lpstr>Steps</vt:lpstr>
      <vt:lpstr>Advantages</vt:lpstr>
      <vt:lpstr>Crispening</vt:lpstr>
      <vt:lpstr>PowerPoint Presentation</vt:lpstr>
      <vt:lpstr>Homomorphic filters</vt:lpstr>
      <vt:lpstr>PowerPoint Presentation</vt:lpstr>
      <vt:lpstr>Steps in Homomorphic Filtering</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FATHIMA A</dc:creator>
  <cp:lastModifiedBy>FATHIMA A</cp:lastModifiedBy>
  <cp:revision>24</cp:revision>
  <dcterms:created xsi:type="dcterms:W3CDTF">2025-01-27T04:13:06Z</dcterms:created>
  <dcterms:modified xsi:type="dcterms:W3CDTF">2026-02-27T04:31:57Z</dcterms:modified>
</cp:coreProperties>
</file>