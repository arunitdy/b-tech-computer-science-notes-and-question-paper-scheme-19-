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2" r:id="rId8"/>
    <p:sldId id="260" r:id="rId9"/>
    <p:sldId id="263" r:id="rId10"/>
    <p:sldId id="268" r:id="rId11"/>
    <p:sldId id="264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7" r:id="rId20"/>
    <p:sldId id="278" r:id="rId21"/>
    <p:sldId id="279" r:id="rId22"/>
    <p:sldId id="280" r:id="rId23"/>
    <p:sldId id="281" r:id="rId24"/>
    <p:sldId id="282" r:id="rId25"/>
    <p:sldId id="274" r:id="rId26"/>
    <p:sldId id="275" r:id="rId27"/>
    <p:sldId id="284" r:id="rId28"/>
    <p:sldId id="276" r:id="rId29"/>
    <p:sldId id="283" r:id="rId30"/>
    <p:sldId id="285" r:id="rId31"/>
    <p:sldId id="286" r:id="rId32"/>
    <p:sldId id="287" r:id="rId33"/>
    <p:sldId id="288" r:id="rId34"/>
    <p:sldId id="289" r:id="rId35"/>
    <p:sldId id="296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6F3A6-0649-47EA-8B4E-FC146F96571B}" v="5" dt="2026-01-22T18:35:23.870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HIMA A" userId="07560874674b0125" providerId="LiveId" clId="{5945B3F5-A3F1-4A6A-B728-902E8F5E1AF7}"/>
    <pc:docChg chg="undo custSel addSld delSld modSld">
      <pc:chgData name="FATHIMA A" userId="07560874674b0125" providerId="LiveId" clId="{5945B3F5-A3F1-4A6A-B728-902E8F5E1AF7}" dt="2026-01-22T18:40:17.351" v="328" actId="14100"/>
      <pc:docMkLst>
        <pc:docMk/>
      </pc:docMkLst>
      <pc:sldChg chg="addSp modSp mod">
        <pc:chgData name="FATHIMA A" userId="07560874674b0125" providerId="LiveId" clId="{5945B3F5-A3F1-4A6A-B728-902E8F5E1AF7}" dt="2026-01-13T08:48:03.678" v="115" actId="14100"/>
        <pc:sldMkLst>
          <pc:docMk/>
          <pc:sldMk cId="2667606335" sldId="275"/>
        </pc:sldMkLst>
        <pc:spChg chg="add mod">
          <ac:chgData name="FATHIMA A" userId="07560874674b0125" providerId="LiveId" clId="{5945B3F5-A3F1-4A6A-B728-902E8F5E1AF7}" dt="2026-01-13T08:48:03.678" v="115" actId="14100"/>
          <ac:spMkLst>
            <pc:docMk/>
            <pc:sldMk cId="2667606335" sldId="275"/>
            <ac:spMk id="4" creationId="{500B699C-27AE-42C8-F0BE-732D7A67D5F7}"/>
          </ac:spMkLst>
        </pc:spChg>
        <pc:picChg chg="mod">
          <ac:chgData name="FATHIMA A" userId="07560874674b0125" providerId="LiveId" clId="{5945B3F5-A3F1-4A6A-B728-902E8F5E1AF7}" dt="2026-01-13T08:45:41.766" v="85" actId="1076"/>
          <ac:picMkLst>
            <pc:docMk/>
            <pc:sldMk cId="2667606335" sldId="275"/>
            <ac:picMk id="5" creationId="{87995B68-553E-1C1A-17C7-2930E39ECB3F}"/>
          </ac:picMkLst>
        </pc:picChg>
      </pc:sldChg>
      <pc:sldChg chg="addSp modSp mod">
        <pc:chgData name="FATHIMA A" userId="07560874674b0125" providerId="LiveId" clId="{5945B3F5-A3F1-4A6A-B728-902E8F5E1AF7}" dt="2026-01-13T08:49:13.238" v="122" actId="1076"/>
        <pc:sldMkLst>
          <pc:docMk/>
          <pc:sldMk cId="1844328047" sldId="276"/>
        </pc:sldMkLst>
        <pc:picChg chg="add mod">
          <ac:chgData name="FATHIMA A" userId="07560874674b0125" providerId="LiveId" clId="{5945B3F5-A3F1-4A6A-B728-902E8F5E1AF7}" dt="2026-01-13T08:49:13.238" v="122" actId="1076"/>
          <ac:picMkLst>
            <pc:docMk/>
            <pc:sldMk cId="1844328047" sldId="276"/>
            <ac:picMk id="4" creationId="{118A16AD-1A11-4AD5-0029-F22F7706A2B5}"/>
          </ac:picMkLst>
        </pc:picChg>
        <pc:picChg chg="mod">
          <ac:chgData name="FATHIMA A" userId="07560874674b0125" providerId="LiveId" clId="{5945B3F5-A3F1-4A6A-B728-902E8F5E1AF7}" dt="2026-01-13T08:49:10.956" v="121" actId="1076"/>
          <ac:picMkLst>
            <pc:docMk/>
            <pc:sldMk cId="1844328047" sldId="276"/>
            <ac:picMk id="5" creationId="{7683FD3F-6AD2-F5BD-572E-DD7DB2D7AE7A}"/>
          </ac:picMkLst>
        </pc:picChg>
      </pc:sldChg>
      <pc:sldChg chg="addSp modSp new mod">
        <pc:chgData name="FATHIMA A" userId="07560874674b0125" providerId="LiveId" clId="{5945B3F5-A3F1-4A6A-B728-902E8F5E1AF7}" dt="2026-01-13T05:13:49.199" v="36" actId="14100"/>
        <pc:sldMkLst>
          <pc:docMk/>
          <pc:sldMk cId="644166355" sldId="277"/>
        </pc:sldMkLst>
        <pc:spChg chg="mod">
          <ac:chgData name="FATHIMA A" userId="07560874674b0125" providerId="LiveId" clId="{5945B3F5-A3F1-4A6A-B728-902E8F5E1AF7}" dt="2026-01-13T05:11:55.704" v="1"/>
          <ac:spMkLst>
            <pc:docMk/>
            <pc:sldMk cId="644166355" sldId="277"/>
            <ac:spMk id="2" creationId="{F20A0D84-45DD-54C0-7C1C-F990B69DDFA0}"/>
          </ac:spMkLst>
        </pc:spChg>
        <pc:spChg chg="mod">
          <ac:chgData name="FATHIMA A" userId="07560874674b0125" providerId="LiveId" clId="{5945B3F5-A3F1-4A6A-B728-902E8F5E1AF7}" dt="2026-01-13T05:13:41.380" v="33" actId="20577"/>
          <ac:spMkLst>
            <pc:docMk/>
            <pc:sldMk cId="644166355" sldId="277"/>
            <ac:spMk id="3" creationId="{FC5393EC-682F-EBEB-E81D-F8EEDAAD4C45}"/>
          </ac:spMkLst>
        </pc:spChg>
        <pc:picChg chg="add mod">
          <ac:chgData name="FATHIMA A" userId="07560874674b0125" providerId="LiveId" clId="{5945B3F5-A3F1-4A6A-B728-902E8F5E1AF7}" dt="2026-01-13T05:13:49.199" v="36" actId="14100"/>
          <ac:picMkLst>
            <pc:docMk/>
            <pc:sldMk cId="644166355" sldId="277"/>
            <ac:picMk id="5" creationId="{C5493E55-F15A-D6C6-74EB-93616E564A1E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13T07:54:04.117" v="44" actId="1076"/>
        <pc:sldMkLst>
          <pc:docMk/>
          <pc:sldMk cId="354697653" sldId="278"/>
        </pc:sldMkLst>
        <pc:picChg chg="add mod ord">
          <ac:chgData name="FATHIMA A" userId="07560874674b0125" providerId="LiveId" clId="{5945B3F5-A3F1-4A6A-B728-902E8F5E1AF7}" dt="2026-01-13T05:15:39.507" v="41" actId="1076"/>
          <ac:picMkLst>
            <pc:docMk/>
            <pc:sldMk cId="354697653" sldId="278"/>
            <ac:picMk id="5" creationId="{B0C31D53-00E1-FFF8-435D-BA2580A668EA}"/>
          </ac:picMkLst>
        </pc:picChg>
        <pc:picChg chg="add mod">
          <ac:chgData name="FATHIMA A" userId="07560874674b0125" providerId="LiveId" clId="{5945B3F5-A3F1-4A6A-B728-902E8F5E1AF7}" dt="2026-01-13T07:54:04.117" v="44" actId="1076"/>
          <ac:picMkLst>
            <pc:docMk/>
            <pc:sldMk cId="354697653" sldId="278"/>
            <ac:picMk id="7" creationId="{C7835B56-5C06-A2B8-99C5-CD60E11DC1D8}"/>
          </ac:picMkLst>
        </pc:picChg>
      </pc:sldChg>
      <pc:sldChg chg="addSp modSp new mod">
        <pc:chgData name="FATHIMA A" userId="07560874674b0125" providerId="LiveId" clId="{5945B3F5-A3F1-4A6A-B728-902E8F5E1AF7}" dt="2026-01-13T07:57:47.360" v="49" actId="1076"/>
        <pc:sldMkLst>
          <pc:docMk/>
          <pc:sldMk cId="1978966847" sldId="279"/>
        </pc:sldMkLst>
        <pc:picChg chg="add mod">
          <ac:chgData name="FATHIMA A" userId="07560874674b0125" providerId="LiveId" clId="{5945B3F5-A3F1-4A6A-B728-902E8F5E1AF7}" dt="2026-01-13T07:56:52.208" v="47" actId="1076"/>
          <ac:picMkLst>
            <pc:docMk/>
            <pc:sldMk cId="1978966847" sldId="279"/>
            <ac:picMk id="3" creationId="{8F7223BA-5249-A1A0-ED51-BD02E975E748}"/>
          </ac:picMkLst>
        </pc:picChg>
        <pc:picChg chg="add mod">
          <ac:chgData name="FATHIMA A" userId="07560874674b0125" providerId="LiveId" clId="{5945B3F5-A3F1-4A6A-B728-902E8F5E1AF7}" dt="2026-01-13T07:57:47.360" v="49" actId="1076"/>
          <ac:picMkLst>
            <pc:docMk/>
            <pc:sldMk cId="1978966847" sldId="279"/>
            <ac:picMk id="5" creationId="{E3C2EC6A-D05A-4C9F-B181-1970CBB5E63D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13T08:23:37.855" v="69" actId="14100"/>
        <pc:sldMkLst>
          <pc:docMk/>
          <pc:sldMk cId="1866063348" sldId="280"/>
        </pc:sldMkLst>
        <pc:spChg chg="add mod">
          <ac:chgData name="FATHIMA A" userId="07560874674b0125" providerId="LiveId" clId="{5945B3F5-A3F1-4A6A-B728-902E8F5E1AF7}" dt="2026-01-13T08:22:46.889" v="63" actId="113"/>
          <ac:spMkLst>
            <pc:docMk/>
            <pc:sldMk cId="1866063348" sldId="280"/>
            <ac:spMk id="2" creationId="{5457FEED-EAA9-0C74-F8CD-45DEEA1F4B89}"/>
          </ac:spMkLst>
        </pc:spChg>
        <pc:picChg chg="add mod ord">
          <ac:chgData name="FATHIMA A" userId="07560874674b0125" providerId="LiveId" clId="{5945B3F5-A3F1-4A6A-B728-902E8F5E1AF7}" dt="2026-01-13T08:23:37.855" v="69" actId="14100"/>
          <ac:picMkLst>
            <pc:docMk/>
            <pc:sldMk cId="1866063348" sldId="280"/>
            <ac:picMk id="5" creationId="{A628E108-DB50-8313-5333-9A9DA89FE7AF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13T08:24:43.469" v="77" actId="14100"/>
        <pc:sldMkLst>
          <pc:docMk/>
          <pc:sldMk cId="2270725921" sldId="281"/>
        </pc:sldMkLst>
        <pc:picChg chg="add mod ord">
          <ac:chgData name="FATHIMA A" userId="07560874674b0125" providerId="LiveId" clId="{5945B3F5-A3F1-4A6A-B728-902E8F5E1AF7}" dt="2026-01-13T08:24:43.469" v="77" actId="14100"/>
          <ac:picMkLst>
            <pc:docMk/>
            <pc:sldMk cId="2270725921" sldId="281"/>
            <ac:picMk id="5" creationId="{7AE28EBA-B55A-D902-AA35-8D7CF48DB4CD}"/>
          </ac:picMkLst>
        </pc:picChg>
      </pc:sldChg>
      <pc:sldChg chg="addSp modSp new mod">
        <pc:chgData name="FATHIMA A" userId="07560874674b0125" providerId="LiveId" clId="{5945B3F5-A3F1-4A6A-B728-902E8F5E1AF7}" dt="2026-01-13T08:26:02.474" v="84" actId="14100"/>
        <pc:sldMkLst>
          <pc:docMk/>
          <pc:sldMk cId="1441167376" sldId="282"/>
        </pc:sldMkLst>
        <pc:picChg chg="add mod">
          <ac:chgData name="FATHIMA A" userId="07560874674b0125" providerId="LiveId" clId="{5945B3F5-A3F1-4A6A-B728-902E8F5E1AF7}" dt="2026-01-13T08:26:02.474" v="84" actId="14100"/>
          <ac:picMkLst>
            <pc:docMk/>
            <pc:sldMk cId="1441167376" sldId="282"/>
            <ac:picMk id="3" creationId="{0243DBFF-B239-198A-1034-4BEB666BAB13}"/>
          </ac:picMkLst>
        </pc:picChg>
      </pc:sldChg>
      <pc:sldChg chg="modSp new mod">
        <pc:chgData name="FATHIMA A" userId="07560874674b0125" providerId="LiveId" clId="{5945B3F5-A3F1-4A6A-B728-902E8F5E1AF7}" dt="2026-01-13T08:58:15.177" v="164" actId="5793"/>
        <pc:sldMkLst>
          <pc:docMk/>
          <pc:sldMk cId="3053184536" sldId="283"/>
        </pc:sldMkLst>
        <pc:spChg chg="mod">
          <ac:chgData name="FATHIMA A" userId="07560874674b0125" providerId="LiveId" clId="{5945B3F5-A3F1-4A6A-B728-902E8F5E1AF7}" dt="2026-01-13T08:54:59.842" v="124"/>
          <ac:spMkLst>
            <pc:docMk/>
            <pc:sldMk cId="3053184536" sldId="283"/>
            <ac:spMk id="2" creationId="{DFF5FAB8-A74B-F300-D1B9-751B411FA7A3}"/>
          </ac:spMkLst>
        </pc:spChg>
        <pc:spChg chg="mod">
          <ac:chgData name="FATHIMA A" userId="07560874674b0125" providerId="LiveId" clId="{5945B3F5-A3F1-4A6A-B728-902E8F5E1AF7}" dt="2026-01-13T08:58:15.177" v="164" actId="5793"/>
          <ac:spMkLst>
            <pc:docMk/>
            <pc:sldMk cId="3053184536" sldId="283"/>
            <ac:spMk id="3" creationId="{73B41BE1-B459-AF38-CEE5-0C3A255254D8}"/>
          </ac:spMkLst>
        </pc:spChg>
      </pc:sldChg>
      <pc:sldChg chg="addSp delSp modSp new mod modClrScheme chgLayout">
        <pc:chgData name="FATHIMA A" userId="07560874674b0125" providerId="LiveId" clId="{5945B3F5-A3F1-4A6A-B728-902E8F5E1AF7}" dt="2026-01-19T14:59:25.527" v="172" actId="14100"/>
        <pc:sldMkLst>
          <pc:docMk/>
          <pc:sldMk cId="259892488" sldId="285"/>
        </pc:sldMkLst>
        <pc:picChg chg="add mod">
          <ac:chgData name="FATHIMA A" userId="07560874674b0125" providerId="LiveId" clId="{5945B3F5-A3F1-4A6A-B728-902E8F5E1AF7}" dt="2026-01-19T14:58:16.068" v="170" actId="1076"/>
          <ac:picMkLst>
            <pc:docMk/>
            <pc:sldMk cId="259892488" sldId="285"/>
            <ac:picMk id="7" creationId="{2668FC99-A039-49A4-6215-29F53FD257B6}"/>
          </ac:picMkLst>
        </pc:picChg>
        <pc:picChg chg="add mod">
          <ac:chgData name="FATHIMA A" userId="07560874674b0125" providerId="LiveId" clId="{5945B3F5-A3F1-4A6A-B728-902E8F5E1AF7}" dt="2026-01-19T14:59:25.527" v="172" actId="14100"/>
          <ac:picMkLst>
            <pc:docMk/>
            <pc:sldMk cId="259892488" sldId="285"/>
            <ac:picMk id="9" creationId="{22C99539-D1E4-51FE-F6D2-925DF6A29313}"/>
          </ac:picMkLst>
        </pc:picChg>
      </pc:sldChg>
      <pc:sldChg chg="addSp modSp new mod">
        <pc:chgData name="FATHIMA A" userId="07560874674b0125" providerId="LiveId" clId="{5945B3F5-A3F1-4A6A-B728-902E8F5E1AF7}" dt="2026-01-19T15:01:31.960" v="179" actId="1076"/>
        <pc:sldMkLst>
          <pc:docMk/>
          <pc:sldMk cId="2095699888" sldId="286"/>
        </pc:sldMkLst>
        <pc:picChg chg="add mod">
          <ac:chgData name="FATHIMA A" userId="07560874674b0125" providerId="LiveId" clId="{5945B3F5-A3F1-4A6A-B728-902E8F5E1AF7}" dt="2026-01-19T15:01:31.960" v="179" actId="1076"/>
          <ac:picMkLst>
            <pc:docMk/>
            <pc:sldMk cId="2095699888" sldId="286"/>
            <ac:picMk id="3" creationId="{CEF71D23-73DD-78A4-568E-C8E31F90A9EC}"/>
          </ac:picMkLst>
        </pc:picChg>
        <pc:picChg chg="add mod">
          <ac:chgData name="FATHIMA A" userId="07560874674b0125" providerId="LiveId" clId="{5945B3F5-A3F1-4A6A-B728-902E8F5E1AF7}" dt="2026-01-19T15:01:27.011" v="178" actId="1076"/>
          <ac:picMkLst>
            <pc:docMk/>
            <pc:sldMk cId="2095699888" sldId="286"/>
            <ac:picMk id="5" creationId="{C56CFB4B-85DE-075E-5494-BFFC11B9A983}"/>
          </ac:picMkLst>
        </pc:picChg>
      </pc:sldChg>
      <pc:sldChg chg="addSp modSp new mod">
        <pc:chgData name="FATHIMA A" userId="07560874674b0125" providerId="LiveId" clId="{5945B3F5-A3F1-4A6A-B728-902E8F5E1AF7}" dt="2026-01-19T15:02:10.933" v="182" actId="14100"/>
        <pc:sldMkLst>
          <pc:docMk/>
          <pc:sldMk cId="2169247644" sldId="287"/>
        </pc:sldMkLst>
        <pc:picChg chg="add mod">
          <ac:chgData name="FATHIMA A" userId="07560874674b0125" providerId="LiveId" clId="{5945B3F5-A3F1-4A6A-B728-902E8F5E1AF7}" dt="2026-01-19T15:02:10.933" v="182" actId="14100"/>
          <ac:picMkLst>
            <pc:docMk/>
            <pc:sldMk cId="2169247644" sldId="287"/>
            <ac:picMk id="3" creationId="{829F8C50-A9B4-9673-1496-5CC13D46FBCC}"/>
          </ac:picMkLst>
        </pc:picChg>
      </pc:sldChg>
      <pc:sldChg chg="addSp new mod">
        <pc:chgData name="FATHIMA A" userId="07560874674b0125" providerId="LiveId" clId="{5945B3F5-A3F1-4A6A-B728-902E8F5E1AF7}" dt="2026-01-19T15:02:52.255" v="184" actId="22"/>
        <pc:sldMkLst>
          <pc:docMk/>
          <pc:sldMk cId="1620593587" sldId="288"/>
        </pc:sldMkLst>
        <pc:picChg chg="add">
          <ac:chgData name="FATHIMA A" userId="07560874674b0125" providerId="LiveId" clId="{5945B3F5-A3F1-4A6A-B728-902E8F5E1AF7}" dt="2026-01-19T15:02:52.255" v="184" actId="22"/>
          <ac:picMkLst>
            <pc:docMk/>
            <pc:sldMk cId="1620593587" sldId="288"/>
            <ac:picMk id="3" creationId="{905C55AD-2650-3336-8B54-3EF29F8C2EE4}"/>
          </ac:picMkLst>
        </pc:picChg>
      </pc:sldChg>
      <pc:sldChg chg="addSp modSp new mod">
        <pc:chgData name="FATHIMA A" userId="07560874674b0125" providerId="LiveId" clId="{5945B3F5-A3F1-4A6A-B728-902E8F5E1AF7}" dt="2026-01-19T15:04:14.047" v="188" actId="1076"/>
        <pc:sldMkLst>
          <pc:docMk/>
          <pc:sldMk cId="3184300309" sldId="289"/>
        </pc:sldMkLst>
        <pc:picChg chg="add mod">
          <ac:chgData name="FATHIMA A" userId="07560874674b0125" providerId="LiveId" clId="{5945B3F5-A3F1-4A6A-B728-902E8F5E1AF7}" dt="2026-01-19T15:04:14.047" v="188" actId="1076"/>
          <ac:picMkLst>
            <pc:docMk/>
            <pc:sldMk cId="3184300309" sldId="289"/>
            <ac:picMk id="3" creationId="{DC9881CF-BC00-DF7A-45A6-B0B0834F745A}"/>
          </ac:picMkLst>
        </pc:picChg>
      </pc:sldChg>
      <pc:sldChg chg="addSp new mod">
        <pc:chgData name="FATHIMA A" userId="07560874674b0125" providerId="LiveId" clId="{5945B3F5-A3F1-4A6A-B728-902E8F5E1AF7}" dt="2026-01-19T15:13:00.936" v="195" actId="22"/>
        <pc:sldMkLst>
          <pc:docMk/>
          <pc:sldMk cId="2031419604" sldId="291"/>
        </pc:sldMkLst>
        <pc:picChg chg="add">
          <ac:chgData name="FATHIMA A" userId="07560874674b0125" providerId="LiveId" clId="{5945B3F5-A3F1-4A6A-B728-902E8F5E1AF7}" dt="2026-01-19T15:13:00.936" v="195" actId="22"/>
          <ac:picMkLst>
            <pc:docMk/>
            <pc:sldMk cId="2031419604" sldId="291"/>
            <ac:picMk id="3" creationId="{DC76E204-9475-5D24-3AFA-A440384954A6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19T15:14:47.950" v="204" actId="14100"/>
        <pc:sldMkLst>
          <pc:docMk/>
          <pc:sldMk cId="2253375898" sldId="292"/>
        </pc:sldMkLst>
        <pc:spChg chg="add mod">
          <ac:chgData name="FATHIMA A" userId="07560874674b0125" providerId="LiveId" clId="{5945B3F5-A3F1-4A6A-B728-902E8F5E1AF7}" dt="2026-01-19T15:14:12.850" v="201" actId="20577"/>
          <ac:spMkLst>
            <pc:docMk/>
            <pc:sldMk cId="2253375898" sldId="292"/>
            <ac:spMk id="2" creationId="{B5EE0BCD-C808-91B8-4A32-CDBF6052D3FB}"/>
          </ac:spMkLst>
        </pc:spChg>
        <pc:picChg chg="add mod ord">
          <ac:chgData name="FATHIMA A" userId="07560874674b0125" providerId="LiveId" clId="{5945B3F5-A3F1-4A6A-B728-902E8F5E1AF7}" dt="2026-01-19T15:14:47.950" v="204" actId="14100"/>
          <ac:picMkLst>
            <pc:docMk/>
            <pc:sldMk cId="2253375898" sldId="292"/>
            <ac:picMk id="5" creationId="{B7F9329D-531D-DE3E-8E6D-BD64B32046FA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19T15:15:58.487" v="210" actId="22"/>
        <pc:sldMkLst>
          <pc:docMk/>
          <pc:sldMk cId="2918600453" sldId="293"/>
        </pc:sldMkLst>
        <pc:picChg chg="add">
          <ac:chgData name="FATHIMA A" userId="07560874674b0125" providerId="LiveId" clId="{5945B3F5-A3F1-4A6A-B728-902E8F5E1AF7}" dt="2026-01-19T15:15:58.487" v="210" actId="22"/>
          <ac:picMkLst>
            <pc:docMk/>
            <pc:sldMk cId="2918600453" sldId="293"/>
            <ac:picMk id="7" creationId="{276CBC6B-B17F-3B55-8767-B33EA111D8D2}"/>
          </ac:picMkLst>
        </pc:picChg>
      </pc:sldChg>
      <pc:sldChg chg="addSp modSp new mod">
        <pc:chgData name="FATHIMA A" userId="07560874674b0125" providerId="LiveId" clId="{5945B3F5-A3F1-4A6A-B728-902E8F5E1AF7}" dt="2026-01-19T15:17:48.577" v="213" actId="14100"/>
        <pc:sldMkLst>
          <pc:docMk/>
          <pc:sldMk cId="985979837" sldId="294"/>
        </pc:sldMkLst>
        <pc:picChg chg="add mod">
          <ac:chgData name="FATHIMA A" userId="07560874674b0125" providerId="LiveId" clId="{5945B3F5-A3F1-4A6A-B728-902E8F5E1AF7}" dt="2026-01-19T15:17:48.577" v="213" actId="14100"/>
          <ac:picMkLst>
            <pc:docMk/>
            <pc:sldMk cId="985979837" sldId="294"/>
            <ac:picMk id="3" creationId="{A10F6803-E402-506B-AC73-110693D73E34}"/>
          </ac:picMkLst>
        </pc:picChg>
      </pc:sldChg>
      <pc:sldChg chg="addSp new mod">
        <pc:chgData name="FATHIMA A" userId="07560874674b0125" providerId="LiveId" clId="{5945B3F5-A3F1-4A6A-B728-902E8F5E1AF7}" dt="2026-01-19T15:18:27.102" v="215" actId="22"/>
        <pc:sldMkLst>
          <pc:docMk/>
          <pc:sldMk cId="1914184530" sldId="295"/>
        </pc:sldMkLst>
        <pc:picChg chg="add">
          <ac:chgData name="FATHIMA A" userId="07560874674b0125" providerId="LiveId" clId="{5945B3F5-A3F1-4A6A-B728-902E8F5E1AF7}" dt="2026-01-19T15:18:27.102" v="215" actId="22"/>
          <ac:picMkLst>
            <pc:docMk/>
            <pc:sldMk cId="1914184530" sldId="295"/>
            <ac:picMk id="3" creationId="{2B5B25BB-BBE2-5F9D-B3D1-C15F792622E2}"/>
          </ac:picMkLst>
        </pc:picChg>
      </pc:sldChg>
      <pc:sldChg chg="addSp modSp new mod">
        <pc:chgData name="FATHIMA A" userId="07560874674b0125" providerId="LiveId" clId="{5945B3F5-A3F1-4A6A-B728-902E8F5E1AF7}" dt="2026-01-19T15:38:36.759" v="228" actId="1076"/>
        <pc:sldMkLst>
          <pc:docMk/>
          <pc:sldMk cId="2828525141" sldId="296"/>
        </pc:sldMkLst>
        <pc:picChg chg="add mod">
          <ac:chgData name="FATHIMA A" userId="07560874674b0125" providerId="LiveId" clId="{5945B3F5-A3F1-4A6A-B728-902E8F5E1AF7}" dt="2026-01-19T15:38:10.368" v="226" actId="14100"/>
          <ac:picMkLst>
            <pc:docMk/>
            <pc:sldMk cId="2828525141" sldId="296"/>
            <ac:picMk id="3" creationId="{15FF1AB3-9F1F-F63C-4E8B-F0E4794076DD}"/>
          </ac:picMkLst>
        </pc:picChg>
        <pc:picChg chg="add mod">
          <ac:chgData name="FATHIMA A" userId="07560874674b0125" providerId="LiveId" clId="{5945B3F5-A3F1-4A6A-B728-902E8F5E1AF7}" dt="2026-01-19T15:38:36.759" v="228" actId="1076"/>
          <ac:picMkLst>
            <pc:docMk/>
            <pc:sldMk cId="2828525141" sldId="296"/>
            <ac:picMk id="5" creationId="{9AD0416A-AE66-A21D-435F-F853BB7E7908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19T15:41:10.778" v="236" actId="700"/>
        <pc:sldMkLst>
          <pc:docMk/>
          <pc:sldMk cId="1507876482" sldId="297"/>
        </pc:sldMkLst>
        <pc:picChg chg="add mod">
          <ac:chgData name="FATHIMA A" userId="07560874674b0125" providerId="LiveId" clId="{5945B3F5-A3F1-4A6A-B728-902E8F5E1AF7}" dt="2026-01-19T15:39:12.418" v="231" actId="1076"/>
          <ac:picMkLst>
            <pc:docMk/>
            <pc:sldMk cId="1507876482" sldId="297"/>
            <ac:picMk id="3" creationId="{1A42DBB2-40C7-0641-73D4-EFA1AD5C2040}"/>
          </ac:picMkLst>
        </pc:picChg>
        <pc:picChg chg="add mod">
          <ac:chgData name="FATHIMA A" userId="07560874674b0125" providerId="LiveId" clId="{5945B3F5-A3F1-4A6A-B728-902E8F5E1AF7}" dt="2026-01-19T15:40:51.753" v="234" actId="1076"/>
          <ac:picMkLst>
            <pc:docMk/>
            <pc:sldMk cId="1507876482" sldId="297"/>
            <ac:picMk id="5" creationId="{C2F7CD23-C88A-922B-A514-E1EE9FE397E1}"/>
          </ac:picMkLst>
        </pc:picChg>
      </pc:sldChg>
      <pc:sldChg chg="addSp modSp new mod">
        <pc:chgData name="FATHIMA A" userId="07560874674b0125" providerId="LiveId" clId="{5945B3F5-A3F1-4A6A-B728-902E8F5E1AF7}" dt="2026-01-19T15:43:11.939" v="241" actId="1076"/>
        <pc:sldMkLst>
          <pc:docMk/>
          <pc:sldMk cId="2670116702" sldId="298"/>
        </pc:sldMkLst>
        <pc:picChg chg="add mod">
          <ac:chgData name="FATHIMA A" userId="07560874674b0125" providerId="LiveId" clId="{5945B3F5-A3F1-4A6A-B728-902E8F5E1AF7}" dt="2026-01-19T15:43:11.939" v="241" actId="1076"/>
          <ac:picMkLst>
            <pc:docMk/>
            <pc:sldMk cId="2670116702" sldId="298"/>
            <ac:picMk id="3" creationId="{2FC26DD3-4346-6936-85A7-8270917679C9}"/>
          </ac:picMkLst>
        </pc:picChg>
      </pc:sldChg>
      <pc:sldChg chg="addSp new mod">
        <pc:chgData name="FATHIMA A" userId="07560874674b0125" providerId="LiveId" clId="{5945B3F5-A3F1-4A6A-B728-902E8F5E1AF7}" dt="2026-01-19T15:43:15.286" v="243" actId="22"/>
        <pc:sldMkLst>
          <pc:docMk/>
          <pc:sldMk cId="3598592555" sldId="299"/>
        </pc:sldMkLst>
        <pc:picChg chg="add">
          <ac:chgData name="FATHIMA A" userId="07560874674b0125" providerId="LiveId" clId="{5945B3F5-A3F1-4A6A-B728-902E8F5E1AF7}" dt="2026-01-19T15:43:15.286" v="243" actId="22"/>
          <ac:picMkLst>
            <pc:docMk/>
            <pc:sldMk cId="3598592555" sldId="299"/>
            <ac:picMk id="3" creationId="{43C297AB-77F5-98A7-EBF5-8927F6160288}"/>
          </ac:picMkLst>
        </pc:picChg>
      </pc:sldChg>
      <pc:sldChg chg="addSp modSp new mod">
        <pc:chgData name="FATHIMA A" userId="07560874674b0125" providerId="LiveId" clId="{5945B3F5-A3F1-4A6A-B728-902E8F5E1AF7}" dt="2026-01-19T15:43:47.699" v="246" actId="14100"/>
        <pc:sldMkLst>
          <pc:docMk/>
          <pc:sldMk cId="3145025626" sldId="300"/>
        </pc:sldMkLst>
        <pc:picChg chg="add mod">
          <ac:chgData name="FATHIMA A" userId="07560874674b0125" providerId="LiveId" clId="{5945B3F5-A3F1-4A6A-B728-902E8F5E1AF7}" dt="2026-01-19T15:43:47.699" v="246" actId="14100"/>
          <ac:picMkLst>
            <pc:docMk/>
            <pc:sldMk cId="3145025626" sldId="300"/>
            <ac:picMk id="3" creationId="{CBB80253-47A1-48F3-D7B5-65BD443D936B}"/>
          </ac:picMkLst>
        </pc:picChg>
      </pc:sldChg>
      <pc:sldChg chg="addSp new mod">
        <pc:chgData name="FATHIMA A" userId="07560874674b0125" providerId="LiveId" clId="{5945B3F5-A3F1-4A6A-B728-902E8F5E1AF7}" dt="2026-01-19T15:44:12.937" v="248" actId="22"/>
        <pc:sldMkLst>
          <pc:docMk/>
          <pc:sldMk cId="2244402178" sldId="301"/>
        </pc:sldMkLst>
        <pc:picChg chg="add">
          <ac:chgData name="FATHIMA A" userId="07560874674b0125" providerId="LiveId" clId="{5945B3F5-A3F1-4A6A-B728-902E8F5E1AF7}" dt="2026-01-19T15:44:12.937" v="248" actId="22"/>
          <ac:picMkLst>
            <pc:docMk/>
            <pc:sldMk cId="2244402178" sldId="301"/>
            <ac:picMk id="3" creationId="{A208CF28-93EE-EAED-F535-505B3DB7C9B5}"/>
          </ac:picMkLst>
        </pc:picChg>
      </pc:sldChg>
      <pc:sldChg chg="addSp modSp new mod">
        <pc:chgData name="FATHIMA A" userId="07560874674b0125" providerId="LiveId" clId="{5945B3F5-A3F1-4A6A-B728-902E8F5E1AF7}" dt="2026-01-19T15:45:00.731" v="252" actId="14100"/>
        <pc:sldMkLst>
          <pc:docMk/>
          <pc:sldMk cId="1876674035" sldId="302"/>
        </pc:sldMkLst>
        <pc:picChg chg="add mod">
          <ac:chgData name="FATHIMA A" userId="07560874674b0125" providerId="LiveId" clId="{5945B3F5-A3F1-4A6A-B728-902E8F5E1AF7}" dt="2026-01-19T15:45:00.731" v="252" actId="14100"/>
          <ac:picMkLst>
            <pc:docMk/>
            <pc:sldMk cId="1876674035" sldId="302"/>
            <ac:picMk id="3" creationId="{E2D4DFCD-A024-33C0-8074-B1946E3A2257}"/>
          </ac:picMkLst>
        </pc:picChg>
      </pc:sldChg>
      <pc:sldChg chg="addSp modSp new mod">
        <pc:chgData name="FATHIMA A" userId="07560874674b0125" providerId="LiveId" clId="{5945B3F5-A3F1-4A6A-B728-902E8F5E1AF7}" dt="2026-01-19T15:45:30.217" v="255" actId="14100"/>
        <pc:sldMkLst>
          <pc:docMk/>
          <pc:sldMk cId="537209028" sldId="303"/>
        </pc:sldMkLst>
        <pc:picChg chg="add mod">
          <ac:chgData name="FATHIMA A" userId="07560874674b0125" providerId="LiveId" clId="{5945B3F5-A3F1-4A6A-B728-902E8F5E1AF7}" dt="2026-01-19T15:45:30.217" v="255" actId="14100"/>
          <ac:picMkLst>
            <pc:docMk/>
            <pc:sldMk cId="537209028" sldId="303"/>
            <ac:picMk id="3" creationId="{7C186C65-FBEE-B2C2-4C1D-EBC0BD950552}"/>
          </ac:picMkLst>
        </pc:picChg>
      </pc:sldChg>
      <pc:sldChg chg="addSp modSp new mod">
        <pc:chgData name="FATHIMA A" userId="07560874674b0125" providerId="LiveId" clId="{5945B3F5-A3F1-4A6A-B728-902E8F5E1AF7}" dt="2026-01-19T15:46:23.293" v="258" actId="14100"/>
        <pc:sldMkLst>
          <pc:docMk/>
          <pc:sldMk cId="2114748835" sldId="304"/>
        </pc:sldMkLst>
        <pc:picChg chg="add mod">
          <ac:chgData name="FATHIMA A" userId="07560874674b0125" providerId="LiveId" clId="{5945B3F5-A3F1-4A6A-B728-902E8F5E1AF7}" dt="2026-01-19T15:46:23.293" v="258" actId="14100"/>
          <ac:picMkLst>
            <pc:docMk/>
            <pc:sldMk cId="2114748835" sldId="304"/>
            <ac:picMk id="3" creationId="{5783A6B4-F59D-A5A2-E43E-98B9BF16893D}"/>
          </ac:picMkLst>
        </pc:picChg>
      </pc:sldChg>
      <pc:sldChg chg="addSp modSp new mod">
        <pc:chgData name="FATHIMA A" userId="07560874674b0125" providerId="LiveId" clId="{5945B3F5-A3F1-4A6A-B728-902E8F5E1AF7}" dt="2026-01-19T15:47:41.364" v="262" actId="14100"/>
        <pc:sldMkLst>
          <pc:docMk/>
          <pc:sldMk cId="1321646761" sldId="305"/>
        </pc:sldMkLst>
        <pc:picChg chg="add mod">
          <ac:chgData name="FATHIMA A" userId="07560874674b0125" providerId="LiveId" clId="{5945B3F5-A3F1-4A6A-B728-902E8F5E1AF7}" dt="2026-01-19T15:47:41.364" v="262" actId="14100"/>
          <ac:picMkLst>
            <pc:docMk/>
            <pc:sldMk cId="1321646761" sldId="305"/>
            <ac:picMk id="3" creationId="{7F64ACCA-2EBE-FA3E-25FD-A91197CBC379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22T18:32:26.838" v="274" actId="2710"/>
        <pc:sldMkLst>
          <pc:docMk/>
          <pc:sldMk cId="2059773388" sldId="318"/>
        </pc:sldMkLst>
        <pc:spChg chg="add mod">
          <ac:chgData name="FATHIMA A" userId="07560874674b0125" providerId="LiveId" clId="{5945B3F5-A3F1-4A6A-B728-902E8F5E1AF7}" dt="2026-01-22T18:26:20.430" v="265"/>
          <ac:spMkLst>
            <pc:docMk/>
            <pc:sldMk cId="2059773388" sldId="318"/>
            <ac:spMk id="2" creationId="{AA223A9B-A7B8-9876-99D5-DA7EBAAD7DB5}"/>
          </ac:spMkLst>
        </pc:spChg>
        <pc:spChg chg="add mod">
          <ac:chgData name="FATHIMA A" userId="07560874674b0125" providerId="LiveId" clId="{5945B3F5-A3F1-4A6A-B728-902E8F5E1AF7}" dt="2026-01-22T18:32:26.838" v="274" actId="2710"/>
          <ac:spMkLst>
            <pc:docMk/>
            <pc:sldMk cId="2059773388" sldId="318"/>
            <ac:spMk id="3" creationId="{9A23802A-393A-4A19-1D7F-6F361FD69A52}"/>
          </ac:spMkLst>
        </pc:spChg>
        <pc:picChg chg="add del">
          <ac:chgData name="FATHIMA A" userId="07560874674b0125" providerId="LiveId" clId="{5945B3F5-A3F1-4A6A-B728-902E8F5E1AF7}" dt="2026-01-22T18:32:00.488" v="270" actId="21"/>
          <ac:picMkLst>
            <pc:docMk/>
            <pc:sldMk cId="2059773388" sldId="318"/>
            <ac:picMk id="5" creationId="{0C80B354-CE96-44DA-3397-5BE6CF3638C0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22T18:34:24.478" v="288" actId="113"/>
        <pc:sldMkLst>
          <pc:docMk/>
          <pc:sldMk cId="3157908923" sldId="319"/>
        </pc:sldMkLst>
        <pc:spChg chg="del">
          <ac:chgData name="FATHIMA A" userId="07560874674b0125" providerId="LiveId" clId="{5945B3F5-A3F1-4A6A-B728-902E8F5E1AF7}" dt="2026-01-22T18:32:36.912" v="275" actId="700"/>
          <ac:spMkLst>
            <pc:docMk/>
            <pc:sldMk cId="3157908923" sldId="319"/>
            <ac:spMk id="2" creationId="{D479DFAF-1978-8138-7FB7-19C34B3DA0F4}"/>
          </ac:spMkLst>
        </pc:spChg>
        <pc:spChg chg="del">
          <ac:chgData name="FATHIMA A" userId="07560874674b0125" providerId="LiveId" clId="{5945B3F5-A3F1-4A6A-B728-902E8F5E1AF7}" dt="2026-01-22T18:32:04.933" v="272"/>
          <ac:spMkLst>
            <pc:docMk/>
            <pc:sldMk cId="3157908923" sldId="319"/>
            <ac:spMk id="3" creationId="{622D8151-9F09-660C-17AA-F803A3065F6A}"/>
          </ac:spMkLst>
        </pc:spChg>
        <pc:spChg chg="add mod">
          <ac:chgData name="FATHIMA A" userId="07560874674b0125" providerId="LiveId" clId="{5945B3F5-A3F1-4A6A-B728-902E8F5E1AF7}" dt="2026-01-22T18:34:24.478" v="288" actId="113"/>
          <ac:spMkLst>
            <pc:docMk/>
            <pc:sldMk cId="3157908923" sldId="319"/>
            <ac:spMk id="6" creationId="{84A2E224-BFAB-9CF1-C7E5-B27AC4C04DDB}"/>
          </ac:spMkLst>
        </pc:spChg>
        <pc:picChg chg="add mod ord">
          <ac:chgData name="FATHIMA A" userId="07560874674b0125" providerId="LiveId" clId="{5945B3F5-A3F1-4A6A-B728-902E8F5E1AF7}" dt="2026-01-22T18:33:49.688" v="282" actId="14100"/>
          <ac:picMkLst>
            <pc:docMk/>
            <pc:sldMk cId="3157908923" sldId="319"/>
            <ac:picMk id="5" creationId="{0C80B354-CE96-44DA-3397-5BE6CF3638C0}"/>
          </ac:picMkLst>
        </pc:picChg>
      </pc:sldChg>
      <pc:sldChg chg="addSp modSp new mod modClrScheme chgLayout">
        <pc:chgData name="FATHIMA A" userId="07560874674b0125" providerId="LiveId" clId="{5945B3F5-A3F1-4A6A-B728-902E8F5E1AF7}" dt="2026-01-22T18:37:19.823" v="314" actId="14100"/>
        <pc:sldMkLst>
          <pc:docMk/>
          <pc:sldMk cId="3686743643" sldId="320"/>
        </pc:sldMkLst>
        <pc:spChg chg="add mod">
          <ac:chgData name="FATHIMA A" userId="07560874674b0125" providerId="LiveId" clId="{5945B3F5-A3F1-4A6A-B728-902E8F5E1AF7}" dt="2026-01-22T18:35:10.217" v="291"/>
          <ac:spMkLst>
            <pc:docMk/>
            <pc:sldMk cId="3686743643" sldId="320"/>
            <ac:spMk id="2" creationId="{8E0A2461-63E4-2B6B-D7BD-D1FD1BDBBFF6}"/>
          </ac:spMkLst>
        </pc:spChg>
        <pc:spChg chg="add mod">
          <ac:chgData name="FATHIMA A" userId="07560874674b0125" providerId="LiveId" clId="{5945B3F5-A3F1-4A6A-B728-902E8F5E1AF7}" dt="2026-01-22T18:35:48.806" v="303" actId="20577"/>
          <ac:spMkLst>
            <pc:docMk/>
            <pc:sldMk cId="3686743643" sldId="320"/>
            <ac:spMk id="3" creationId="{663984C8-39E9-1F0D-FB35-FE6891FD971B}"/>
          </ac:spMkLst>
        </pc:spChg>
        <pc:spChg chg="add mod">
          <ac:chgData name="FATHIMA A" userId="07560874674b0125" providerId="LiveId" clId="{5945B3F5-A3F1-4A6A-B728-902E8F5E1AF7}" dt="2026-01-22T18:36:34.703" v="307" actId="255"/>
          <ac:spMkLst>
            <pc:docMk/>
            <pc:sldMk cId="3686743643" sldId="320"/>
            <ac:spMk id="5" creationId="{69DE8643-105E-5A1F-C323-7A3BA1E5232B}"/>
          </ac:spMkLst>
        </pc:spChg>
        <pc:spChg chg="add mod">
          <ac:chgData name="FATHIMA A" userId="07560874674b0125" providerId="LiveId" clId="{5945B3F5-A3F1-4A6A-B728-902E8F5E1AF7}" dt="2026-01-22T18:37:19.823" v="314" actId="14100"/>
          <ac:spMkLst>
            <pc:docMk/>
            <pc:sldMk cId="3686743643" sldId="320"/>
            <ac:spMk id="9" creationId="{0303753B-E964-4D3D-A269-D188E4558293}"/>
          </ac:spMkLst>
        </pc:spChg>
        <pc:picChg chg="add mod">
          <ac:chgData name="FATHIMA A" userId="07560874674b0125" providerId="LiveId" clId="{5945B3F5-A3F1-4A6A-B728-902E8F5E1AF7}" dt="2026-01-22T18:36:54.659" v="311" actId="14100"/>
          <ac:picMkLst>
            <pc:docMk/>
            <pc:sldMk cId="3686743643" sldId="320"/>
            <ac:picMk id="7" creationId="{30FE6925-C7C6-C1FD-0572-B06AA32B7489}"/>
          </ac:picMkLst>
        </pc:picChg>
      </pc:sldChg>
      <pc:sldChg chg="addSp delSp modSp new mod modClrScheme chgLayout">
        <pc:chgData name="FATHIMA A" userId="07560874674b0125" providerId="LiveId" clId="{5945B3F5-A3F1-4A6A-B728-902E8F5E1AF7}" dt="2026-01-22T18:40:17.351" v="328" actId="14100"/>
        <pc:sldMkLst>
          <pc:docMk/>
          <pc:sldMk cId="2002729894" sldId="321"/>
        </pc:sldMkLst>
        <pc:spChg chg="del">
          <ac:chgData name="FATHIMA A" userId="07560874674b0125" providerId="LiveId" clId="{5945B3F5-A3F1-4A6A-B728-902E8F5E1AF7}" dt="2026-01-22T18:37:57.402" v="318" actId="700"/>
          <ac:spMkLst>
            <pc:docMk/>
            <pc:sldMk cId="2002729894" sldId="321"/>
            <ac:spMk id="2" creationId="{C09FD8CE-D08B-79DD-AFF6-0080DB9A4C3D}"/>
          </ac:spMkLst>
        </pc:spChg>
        <pc:spChg chg="del">
          <ac:chgData name="FATHIMA A" userId="07560874674b0125" providerId="LiveId" clId="{5945B3F5-A3F1-4A6A-B728-902E8F5E1AF7}" dt="2026-01-22T18:37:50.122" v="316" actId="22"/>
          <ac:spMkLst>
            <pc:docMk/>
            <pc:sldMk cId="2002729894" sldId="321"/>
            <ac:spMk id="3" creationId="{802D6354-8BAA-9F25-A69B-2EDF567C932E}"/>
          </ac:spMkLst>
        </pc:spChg>
        <pc:spChg chg="add mod">
          <ac:chgData name="FATHIMA A" userId="07560874674b0125" providerId="LiveId" clId="{5945B3F5-A3F1-4A6A-B728-902E8F5E1AF7}" dt="2026-01-22T18:38:59.637" v="323" actId="255"/>
          <ac:spMkLst>
            <pc:docMk/>
            <pc:sldMk cId="2002729894" sldId="321"/>
            <ac:spMk id="7" creationId="{EE8EC5E3-3617-4528-6694-65F79C850BCF}"/>
          </ac:spMkLst>
        </pc:spChg>
        <pc:picChg chg="add mod ord">
          <ac:chgData name="FATHIMA A" userId="07560874674b0125" providerId="LiveId" clId="{5945B3F5-A3F1-4A6A-B728-902E8F5E1AF7}" dt="2026-01-22T18:38:02.044" v="320" actId="14100"/>
          <ac:picMkLst>
            <pc:docMk/>
            <pc:sldMk cId="2002729894" sldId="321"/>
            <ac:picMk id="5" creationId="{2B921EC9-2714-3C7C-4178-2CCBD821C96A}"/>
          </ac:picMkLst>
        </pc:picChg>
        <pc:picChg chg="add mod">
          <ac:chgData name="FATHIMA A" userId="07560874674b0125" providerId="LiveId" clId="{5945B3F5-A3F1-4A6A-B728-902E8F5E1AF7}" dt="2026-01-22T18:40:17.351" v="328" actId="14100"/>
          <ac:picMkLst>
            <pc:docMk/>
            <pc:sldMk cId="2002729894" sldId="321"/>
            <ac:picMk id="9" creationId="{BFEFC137-0EA6-E900-81F7-B58D16DAF9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BAC4-4114-7861-9A3B-5F61282CB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4D3F-84A1-F09D-E4C8-2E53A10D7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CDCBA-8F43-86FF-F019-9563B214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0011E-B599-8476-4232-D73B89BA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42BF9-E11C-1B67-C232-2FA6E795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181D-A6B1-04D8-9574-A40BB332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B65E3-70AC-1FBB-E772-FDF72D7E8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2029E-8973-7EEF-F2F0-8EE3C956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9085E-85B1-9F98-3B79-25EBD39D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0F254-0E91-218B-2A27-B9322E18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26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13AF-CF5B-6B5C-62D9-D029E0C9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A636-8CE2-AE80-78C5-0B7C76188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86C4B-93F9-CDFB-5E51-06DD9988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54714-3A11-5A9C-A1C6-7EEB0C2B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4BA0-2578-4FAC-2991-0F5B9952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67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C160-9B29-5F6B-A47E-FE1B3030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728C-F1E5-AB3D-31DA-81FB33D95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D82C5-9BF2-A2B8-A1A2-62B407944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F2DB4-2235-BB8B-F24C-B7A5E16A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64F03-E60C-6EC0-8BA1-5F2DCE03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13A87-035E-D666-EB21-EA47CCFA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413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FFDC-E452-1E3D-ADEC-29B6FBF5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1AF4F-0294-253B-46E9-282FF54AB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96951-B9F9-F0FE-0C84-F0C781124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5EE9D-BF38-3080-7BE0-F6493A08B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26F37-7585-6612-F56F-EE9DBE6FD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5EE939-7DD0-4C85-3EAA-B744B55D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E9D9B-1EE2-4A81-301E-66F91A56C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E84BD-1DF1-BF84-170B-6FF22963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14A3-61CA-A373-3970-2FA87667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7DC52-612F-2AF9-16D1-2A620212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46214-3EDF-418F-C75C-67E2C1B5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2690B-67BE-266C-5BB2-AFB0D7B3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027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C7CC4-2D4A-DB77-F308-E7F7FA7E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1DFA5-B1EC-1342-CAF4-6946153A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8BAA9-266F-834A-CFDC-E075403F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2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18E3-363B-39CF-3AF6-B7CE9979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516ED-D70E-1C9C-ED3A-27C8B2F5D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75285-3B3B-BC05-7DB2-184F09FE5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23698-948A-7BDF-F1F2-C99BFC43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03C71-01FB-55B4-898B-36BED0B7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CCBFB-D043-C0AE-9CE7-A3659838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89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7965-513C-278E-0218-900FF3E6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34432-2FAE-154B-2A2E-6D0CEACA7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9AF57-BEAA-70A0-6C3C-580FA7CAD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18832-D416-043D-150D-3D6A90E9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66D4A-3765-CCBC-813F-A93E09E2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3ACAE-5063-E9F0-70E1-554F7DFF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8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2FBB-606F-D71C-2F3B-9946772D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6E322-7247-878A-7397-E3EEAF4B1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6005F-5F93-BE64-5B08-1EF147D8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48AAC-25A9-1651-44BD-03D18F5B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5257B-C99B-F63C-0E1E-0B5483DD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51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AA6EF-57A4-B533-4790-34223004C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B11AF-A16B-59BE-3CB2-C04F843B5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4A320-0A21-A64D-2145-366C377FD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87BCA-CB09-FFF0-5EC6-3CE3F6C5D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831FD-0987-9B9A-5839-7DE78F66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63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D1DC5-4B7C-F11C-9556-0A86AACC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21F6B-3BC6-07BD-78BF-A9420E574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82FA9-3B6D-5C47-DF58-CD3BBD196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F051C-4390-491A-A34D-C2A7349AF612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37F12-5C7E-3FE1-0756-E852A77F6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8C86E-0423-7977-E36A-F11404990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17221-68C4-4B65-B258-526A11A47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11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3F4FF-FABB-1402-A6AB-25D9DBB55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MODULE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0E7EE-BE2E-7F0B-5F37-D8E36ADE2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latin typeface="Arial Black" panose="020B0A04020102020204" pitchFamily="34" charset="0"/>
              </a:rPr>
              <a:t>Image Transforms</a:t>
            </a:r>
            <a:endParaRPr lang="en-IN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58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A950-E34F-D96F-482A-32BFCF58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transform</a:t>
            </a:r>
            <a:endParaRPr lang="en-IN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76AF213-C17C-055B-F6E0-57559313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308" y="2506662"/>
            <a:ext cx="10515600" cy="435133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image transform</a:t>
            </a:r>
            <a:r>
              <a:rPr lang="en-US" dirty="0"/>
              <a:t> converts an image from the </a:t>
            </a:r>
            <a:r>
              <a:rPr lang="en-US" b="1" dirty="0"/>
              <a:t>spatial domain</a:t>
            </a:r>
            <a:r>
              <a:rPr lang="en-US" dirty="0"/>
              <a:t> into another domain (usually the </a:t>
            </a:r>
            <a:r>
              <a:rPr lang="en-US" b="1" dirty="0"/>
              <a:t>frequency domain</a:t>
            </a:r>
            <a:r>
              <a:rPr lang="en-US" dirty="0"/>
              <a:t>) to make image analysis, enhancement, compression, and filtering easier.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10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0E19-9EAD-BF7F-A7B4-32DE0602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Purpose of Image Transforms:</a:t>
            </a:r>
            <a:br>
              <a:rPr lang="en-US" sz="2800" b="1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FB421-1422-1F6B-42C7-DB9A4C6D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</a:t>
            </a:r>
            <a:r>
              <a:rPr lang="en-US" b="1" dirty="0"/>
              <a:t>frequency content</a:t>
            </a:r>
            <a:r>
              <a:rPr lang="en-US" dirty="0"/>
              <a:t> of images</a:t>
            </a:r>
          </a:p>
          <a:p>
            <a:r>
              <a:rPr lang="en-US" dirty="0"/>
              <a:t>To </a:t>
            </a:r>
            <a:r>
              <a:rPr lang="en-US" b="1" dirty="0"/>
              <a:t>compress</a:t>
            </a:r>
            <a:r>
              <a:rPr lang="en-US" dirty="0"/>
              <a:t> images</a:t>
            </a:r>
          </a:p>
          <a:p>
            <a:r>
              <a:rPr lang="en-US" dirty="0"/>
              <a:t>To remove </a:t>
            </a:r>
            <a:r>
              <a:rPr lang="en-US" b="1" dirty="0"/>
              <a:t>noise</a:t>
            </a:r>
            <a:endParaRPr lang="en-US" dirty="0"/>
          </a:p>
          <a:p>
            <a:r>
              <a:rPr lang="en-US" dirty="0"/>
              <a:t>To enhance important features (edges, textures)</a:t>
            </a:r>
          </a:p>
          <a:p>
            <a:r>
              <a:rPr lang="en-US" dirty="0"/>
              <a:t>To extract useful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00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2BE4-58CE-9FDC-885B-7A5DFD1E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Spatial Domain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F3E4-1EAB-CF8B-E6E8-A3FA2C897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Spatial domain</a:t>
            </a:r>
            <a:r>
              <a:rPr lang="en-IN" dirty="0"/>
              <a:t>: The </a:t>
            </a:r>
            <a:r>
              <a:rPr lang="en-IN" b="1" dirty="0"/>
              <a:t>spatial domain</a:t>
            </a:r>
            <a:r>
              <a:rPr lang="en-IN" dirty="0"/>
              <a:t> refers to the image plane where an image is represented by its </a:t>
            </a:r>
            <a:r>
              <a:rPr lang="en-IN" b="1" dirty="0"/>
              <a:t>pixel intensity values</a:t>
            </a:r>
            <a:r>
              <a:rPr lang="en-IN" dirty="0"/>
              <a:t>, and processing is done </a:t>
            </a:r>
            <a:r>
              <a:rPr lang="en-IN" b="1" dirty="0"/>
              <a:t>directly on these pixels</a:t>
            </a:r>
            <a:r>
              <a:rPr lang="en-IN" dirty="0"/>
              <a:t>.</a:t>
            </a:r>
          </a:p>
          <a:p>
            <a:r>
              <a:rPr lang="en-IN" b="1" dirty="0"/>
              <a:t>Mathematical Representation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9AA78-D406-DEB6-3388-14569F6C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886" y="3781705"/>
            <a:ext cx="5224376" cy="178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4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97B1-D21A-DAFB-416D-230DCCBE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Frequency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800BC-A52E-1969-8075-F61606725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frequency domain represents an image in terms of its frequency components, obtained by applying a transform such as the Fourier Transform.</a:t>
            </a:r>
          </a:p>
          <a:p>
            <a:r>
              <a:rPr lang="en-IN" b="1" dirty="0"/>
              <a:t>Mathematical Representation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1AA75-3825-A90D-165A-2E09914CC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54" y="4159554"/>
            <a:ext cx="5768046" cy="215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5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518145-265E-6A5D-F3F5-0F22B23876E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831123" y="553915"/>
            <a:ext cx="7869115" cy="557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57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CB1F4E-722D-E5A2-0940-C80590C2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Domain vs Frequency Domain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14D8530-7612-FCDD-D47B-BAC75FB91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404154"/>
              </p:ext>
            </p:extLst>
          </p:nvPr>
        </p:nvGraphicFramePr>
        <p:xfrm>
          <a:off x="852854" y="1969476"/>
          <a:ext cx="10500946" cy="437710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490546">
                  <a:extLst>
                    <a:ext uri="{9D8B030D-6E8A-4147-A177-3AD203B41FA5}">
                      <a16:colId xmlns:a16="http://schemas.microsoft.com/office/drawing/2014/main" val="28848400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889497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82523518"/>
                    </a:ext>
                  </a:extLst>
                </a:gridCol>
              </a:tblGrid>
              <a:tr h="720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Spatial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Frequency 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163879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Pixel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Frequency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31862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plane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 plane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065512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 pixel manipulation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 manipulation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522367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Histogram equalization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Fourier filtering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83247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8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701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AD1D76-E590-87FD-A89E-45CE0551BE6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303585" y="594947"/>
            <a:ext cx="5686425" cy="267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425F6-4827-465F-BE8C-926615710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659" y="3587262"/>
            <a:ext cx="5074276" cy="239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0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D8C4A-D7E2-CB6D-6198-EB48653A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332943"/>
            <a:ext cx="8859486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17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7CA4-568A-127B-5AB4-63C4C6FC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 of Image Transform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748B71-FA38-0EEE-4DAC-5F47360BE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662" y="1634704"/>
            <a:ext cx="7662131" cy="360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3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B8F68D-6C11-CCDC-2092-C9823D36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UNITARY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88EB091-2F99-81DC-ADFC-E2CD18D18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transform is said to be </a:t>
                </a:r>
                <a:r>
                  <a:rPr lang="en-IN" b="1" dirty="0"/>
                  <a:t>unitary</a:t>
                </a:r>
                <a:r>
                  <a:rPr lang="en-IN" dirty="0"/>
                  <a:t> if its </a:t>
                </a:r>
                <a:r>
                  <a:rPr lang="en-IN" b="1" dirty="0"/>
                  <a:t>inverse transform is equal to the complex conjugate transpose of the forward transform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Mathematically, a transform matrix </a:t>
                </a:r>
                <a:r>
                  <a:rPr lang="en-IN" b="1" dirty="0"/>
                  <a:t>T</a:t>
                </a:r>
                <a:r>
                  <a:rPr lang="en-IN" dirty="0"/>
                  <a:t> is unitary if: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inverse of the transform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conjugate transpose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88EB091-2F99-81DC-ADFC-E2CD18D18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568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A357A9-ED97-E91B-BB9C-839E95D85F5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381250" y="747346"/>
            <a:ext cx="7429500" cy="411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48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8CCE-D013-27E7-CB06-8278E937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Unitary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E164C-AEC6-5506-55CF-B87F7B7D6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Unitary transforms are important because they:</a:t>
            </a:r>
          </a:p>
          <a:p>
            <a:r>
              <a:rPr lang="en-US" dirty="0"/>
              <a:t>Preserve </a:t>
            </a:r>
            <a:r>
              <a:rPr lang="en-US" b="1" dirty="0"/>
              <a:t>energy</a:t>
            </a:r>
            <a:r>
              <a:rPr lang="en-US" dirty="0"/>
              <a:t> of the image</a:t>
            </a:r>
          </a:p>
          <a:p>
            <a:r>
              <a:rPr lang="en-US" dirty="0"/>
              <a:t>Do not amplify noise unnecessarily</a:t>
            </a:r>
          </a:p>
          <a:p>
            <a:r>
              <a:rPr lang="en-US" dirty="0"/>
              <a:t>Allow </a:t>
            </a:r>
            <a:r>
              <a:rPr lang="en-US" b="1" dirty="0"/>
              <a:t>perfect reconstruction</a:t>
            </a:r>
            <a:r>
              <a:rPr lang="en-US" dirty="0"/>
              <a:t> of the original image</a:t>
            </a:r>
          </a:p>
          <a:p>
            <a:r>
              <a:rPr lang="en-US" dirty="0"/>
              <a:t>Simplify mathematical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153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EEFF-9AC6-1376-7CC3-32BE2F50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properties of unitary transform. 	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2D48E-DFB5-CBA2-946E-439DDCCB6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1.Energy Preservation (Parseval’s Theorem)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B9B8D-D80B-B51B-0CFA-BCE0D94B4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871" y="2620391"/>
            <a:ext cx="5801535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E60E-822F-E441-B2D2-56CCA10D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+mn-lt"/>
              </a:rPr>
              <a:t>2. Orthonormal Basis Functions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08E74C-6632-4B19-BDE4-224DC154B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231" y="2145323"/>
            <a:ext cx="6945957" cy="312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28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6CBC-E895-142B-1DAB-D194D866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+mn-lt"/>
              </a:rPr>
              <a:t>3.Perfect Reconstruction Property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379388-61B8-F22E-081A-EF53529DD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008" y="1567596"/>
            <a:ext cx="8750545" cy="251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1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B93E-B813-A73A-4367-5267E9672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+mn-lt"/>
              </a:rPr>
              <a:t>4. Noise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E952-7359-AEEC-D40D-0A2DCBA6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Unitary transforms:</a:t>
            </a:r>
          </a:p>
          <a:p>
            <a:r>
              <a:rPr lang="en-US" dirty="0"/>
              <a:t>Preserve noise statistics</a:t>
            </a:r>
          </a:p>
          <a:p>
            <a:r>
              <a:rPr lang="en-US" dirty="0"/>
              <a:t>White noise remains white after transformation</a:t>
            </a:r>
          </a:p>
          <a:p>
            <a:r>
              <a:rPr lang="en-US" dirty="0"/>
              <a:t>Noise energy remains unchanged</a:t>
            </a:r>
          </a:p>
          <a:p>
            <a:r>
              <a:rPr lang="en-US" dirty="0"/>
              <a:t>This property is crucial in </a:t>
            </a:r>
            <a:r>
              <a:rPr lang="en-US" b="1" dirty="0"/>
              <a:t>image restoration and filtering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13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9AFC-FDC0-FA12-A419-20AB1FB0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of Unitary Transforms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AEA6-1BAF-AC98-7B19-5D935E988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Energy preserving</a:t>
            </a:r>
          </a:p>
          <a:p>
            <a:r>
              <a:rPr lang="en-US" dirty="0"/>
              <a:t>Numerically stable</a:t>
            </a:r>
          </a:p>
          <a:p>
            <a:r>
              <a:rPr lang="en-US" dirty="0"/>
              <a:t>Lossless transformation</a:t>
            </a:r>
          </a:p>
          <a:p>
            <a:r>
              <a:rPr lang="en-US" dirty="0"/>
              <a:t>Efficient for compression and restoration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668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0D84-45DD-54C0-7C1C-F990B69D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Unitary Transforms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93EC-682F-EBEB-E81D-F8EEDAAD4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i="1" u="sng" dirty="0"/>
              <a:t>1Dimensional signals</a:t>
            </a:r>
          </a:p>
          <a:p>
            <a:pPr marL="0" indent="0">
              <a:buNone/>
            </a:pPr>
            <a:endParaRPr lang="en-IN" b="1" i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93E55-F15A-D6C6-74EB-93616E56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80" y="2304294"/>
            <a:ext cx="8268120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66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31D53-00E1-FFF8-435D-BA2580A668E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919846" y="404380"/>
            <a:ext cx="5926138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835B56-5C06-A2B8-99C5-CD60E11D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46" y="1995055"/>
            <a:ext cx="6611273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7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7223BA-5249-A1A0-ED51-BD02E975E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27" y="423322"/>
            <a:ext cx="6611273" cy="1543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C2EC6A-D05A-4C9F-B181-1970CBB5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627" y="1966587"/>
            <a:ext cx="6430272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66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FEED-EAA9-0C74-F8CD-45DEEA1F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i="1" u="sng" dirty="0"/>
              <a:t>2 Dimensional signals</a:t>
            </a:r>
            <a:br>
              <a:rPr lang="en-IN" b="1" i="1" u="sng" dirty="0"/>
            </a:br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28E108-DB50-8313-5333-9A9DA89FE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891" y="1322056"/>
            <a:ext cx="9092045" cy="354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63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E28EBA-B55A-D902-AA35-8D7CF48DB4C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007918" y="633845"/>
            <a:ext cx="9985664" cy="566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25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3DBFF-B239-198A-1034-4BEB666BA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8" y="384463"/>
            <a:ext cx="9829799" cy="57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6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2B61-0F02-AE05-BF3D-2801B997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Discrete Fourier Transform (DFT)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FF38C-9F49-DBA6-C647-1FCA4DD0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9782" cy="4351338"/>
          </a:xfrm>
        </p:spPr>
        <p:txBody>
          <a:bodyPr/>
          <a:lstStyle/>
          <a:p>
            <a:pPr algn="just"/>
            <a:r>
              <a:rPr lang="en-US" dirty="0"/>
              <a:t>In digital image processing, the Discrete Fourier Transform (DFT) is used to transform an image from the spatial domain into the frequency domain.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frequency-domain representation describes the image in terms of its sinusoidal components, which is useful for filtering, enhancement, and analysis.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404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FEE0-F4A5-B1ED-AD05-75C5D3CD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DFT equation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995B68-553E-1C1A-17C7-2930E39EC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624" y="1525014"/>
            <a:ext cx="5836827" cy="21266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0B699C-27AE-42C8-F0BE-732D7A67D5F7}"/>
                  </a:ext>
                </a:extLst>
              </p:cNvPr>
              <p:cNvSpPr txBox="1"/>
              <p:nvPr/>
            </p:nvSpPr>
            <p:spPr>
              <a:xfrm>
                <a:off x="6577696" y="495452"/>
                <a:ext cx="5036859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3200" dirty="0"/>
                  <a:t>x(n)-the discrete-time input sequence,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is the time index, </a:t>
                </a:r>
                <a:endParaRPr lang="en-IN" sz="3200" i="1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 dirty="0"/>
                  <a:t>is the frequency index, and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200" dirty="0"/>
                  <a:t>is the total number of samples</a:t>
                </a:r>
                <a:endParaRPr lang="en-IN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0B699C-27AE-42C8-F0BE-732D7A67D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96" y="495452"/>
                <a:ext cx="5036859" cy="3046988"/>
              </a:xfrm>
              <a:prstGeom prst="rect">
                <a:avLst/>
              </a:prstGeom>
              <a:blipFill>
                <a:blip r:embed="rId3"/>
                <a:stretch>
                  <a:fillRect l="-3027" t="-2600" r="-3148" b="-5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DE9290-B029-CC36-D46B-CE02907FC821}"/>
                  </a:ext>
                </a:extLst>
              </p:cNvPr>
              <p:cNvSpPr txBox="1"/>
              <p:nvPr/>
            </p:nvSpPr>
            <p:spPr>
              <a:xfrm>
                <a:off x="1821007" y="4308186"/>
                <a:ext cx="10097366" cy="2049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The DFT matrix is </a:t>
                </a:r>
                <a:r>
                  <a:rPr lang="en-IN" b="1" dirty="0"/>
                  <a:t>not unitary by default</a:t>
                </a:r>
                <a:r>
                  <a:rPr lang="en-IN" dirty="0"/>
                  <a:t>.</a:t>
                </a:r>
                <a:br>
                  <a:rPr lang="en-IN" dirty="0"/>
                </a:br>
                <a:r>
                  <a:rPr lang="en-IN" dirty="0"/>
                  <a:t>However, the </a:t>
                </a:r>
                <a:r>
                  <a:rPr lang="en-IN" b="1" dirty="0"/>
                  <a:t>normalized DFT matrix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r>
                        <a:rPr lang="ar-AE" b="1" i="0">
                          <a:latin typeface="Cambria Math" panose="02040503050406030204" pitchFamily="18" charset="0"/>
                        </a:rPr>
                        <m:t>𝐅</m:t>
                      </m:r>
                    </m:oMath>
                  </m:oMathPara>
                </a14:m>
                <a:endParaRPr lang="ar-AE" b="1" dirty="0"/>
              </a:p>
              <a:p>
                <a:pPr>
                  <a:buNone/>
                </a:pPr>
                <a:r>
                  <a:rPr lang="en-IN" b="1" dirty="0"/>
                  <a:t>is unitary</a:t>
                </a:r>
                <a:r>
                  <a:rPr lang="en-IN" dirty="0"/>
                  <a:t>, because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>
                          <a:latin typeface="Cambria Math" panose="02040503050406030204" pitchFamily="18" charset="0"/>
                        </a:rPr>
                        <m:t>𝐔</m:t>
                      </m:r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1" i="0"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p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1" i="0">
                          <a:latin typeface="Cambria Math" panose="02040503050406030204" pitchFamily="18" charset="0"/>
                        </a:rPr>
                        <m:t>𝐈</m:t>
                      </m:r>
                    </m:oMath>
                  </m:oMathPara>
                </a14:m>
                <a:endParaRPr lang="ar-AE" b="1" dirty="0"/>
              </a:p>
              <a:p>
                <a:pPr>
                  <a:buNone/>
                </a:pPr>
                <a:r>
                  <a:rPr lang="en-IN" dirty="0"/>
                  <a:t>(where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IN" dirty="0"/>
                  <a:t>denotes conjugate transpose).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DE9290-B029-CC36-D46B-CE02907FC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007" y="4308186"/>
                <a:ext cx="10097366" cy="2049600"/>
              </a:xfrm>
              <a:prstGeom prst="rect">
                <a:avLst/>
              </a:prstGeom>
              <a:blipFill>
                <a:blip r:embed="rId4"/>
                <a:stretch>
                  <a:fillRect l="-543" t="-1786" b="-3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606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CCDD-D628-79A2-24A4-AC53CB90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Inverse DFT (IDFT)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E75E10-6357-B4FD-29E9-E95225308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6708" y="2257286"/>
            <a:ext cx="6634328" cy="205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91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C2D8-7BB7-F9CF-547C-BF109D22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2-D DFT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3FD3F-6AD2-F5BD-572E-DD7DB2D7A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063" y="1338161"/>
            <a:ext cx="9445336" cy="27150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8A16AD-1A11-4AD5-0029-F22F7706A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237" y="4016831"/>
            <a:ext cx="7624563" cy="284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28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FAB8-A74B-F300-D1B9-751B411F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Unitary Transform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B41BE1-B459-AF38-CEE5-0C3A25525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8864"/>
                <a:ext cx="10515600" cy="543444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discrete linear transform is said to be unitary if its transform matrix satisfies the unitary condition.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IN" dirty="0"/>
                  <a:t>Unitary condition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p>
                          <m:r>
                            <a:rPr lang="ar-AE" b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	 </a:t>
                </a:r>
                <a:r>
                  <a:rPr lang="en-IN" dirty="0"/>
                  <a:t>A : Transformation matrix (matrix that performs the transform)</a:t>
                </a:r>
              </a:p>
              <a:p>
                <a:pPr marL="0" indent="0">
                  <a:buNone/>
                </a:pPr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IN" dirty="0"/>
                  <a:t>Hermitian (conjugate transpose) of matrix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dirty="0"/>
                  <a:t>= </a:t>
                </a:r>
                <a:r>
                  <a:rPr lang="en-IN" dirty="0"/>
                  <a:t>complex conjugate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/>
                  <a:t>= transpose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dirty="0"/>
                  <a:t>: Identity matrix</a:t>
                </a:r>
              </a:p>
              <a:p>
                <a:pPr marL="0" indent="0">
                  <a:buNone/>
                </a:pPr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B41BE1-B459-AF38-CEE5-0C3A25525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8864"/>
                <a:ext cx="10515600" cy="5434445"/>
              </a:xfrm>
              <a:blipFill>
                <a:blip r:embed="rId2"/>
                <a:stretch>
                  <a:fillRect l="-1043" t="-2242" b="-11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184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68FC99-A039-49A4-6215-29F53FD2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54" y="250982"/>
            <a:ext cx="9726382" cy="1867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99539-D1E4-51FE-F6D2-925DF6A29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846" y="1444336"/>
            <a:ext cx="8982308" cy="541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2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71D23-73DD-78A4-568E-C8E31F90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83" y="2610473"/>
            <a:ext cx="9764488" cy="3486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6CFB4B-85DE-075E-5494-BFFC11B9A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01" y="363979"/>
            <a:ext cx="9116697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99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F8C50-A9B4-9673-1496-5CC13D46F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5" y="405246"/>
            <a:ext cx="10250330" cy="486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47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C55AD-2650-3336-8B54-3EF29F8C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40" y="0"/>
            <a:ext cx="9932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93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881CF-BC00-DF7A-45A6-B0B0834F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13" y="1246909"/>
            <a:ext cx="10374173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00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F1AB3-9F1F-F63C-4E8B-F0E47940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0"/>
            <a:ext cx="8769540" cy="4226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D0416A-AE66-A21D-435F-F853BB7E7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92" y="4477253"/>
            <a:ext cx="10317015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25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6E204-9475-5D24-3AFA-A4403849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5" y="337706"/>
            <a:ext cx="10459910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9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0BCD-C808-91B8-4A32-CDBF6052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2DFT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F9329D-531D-DE3E-8E6D-BD64B3204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7300"/>
            <a:ext cx="8605947" cy="491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758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6CBC6B-B17F-3B55-8767-B33EA111D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1042654"/>
            <a:ext cx="9621593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00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F6803-E402-506B-AC73-110693D73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467591"/>
            <a:ext cx="10136015" cy="490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79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5B25BB-BBE2-5F9D-B3D1-C15F79262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56" y="852128"/>
            <a:ext cx="10126488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84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2DBB2-40C7-0641-73D4-EFA1AD5C2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46" y="1254062"/>
            <a:ext cx="7144747" cy="895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F7CD23-C88A-922B-A514-E1EE9FE3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38" y="2504440"/>
            <a:ext cx="10421804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76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C26DD3-4346-6936-85A7-827091767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4" y="1330961"/>
            <a:ext cx="10012172" cy="32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16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297AB-77F5-98A7-EBF5-8927F6160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585390"/>
            <a:ext cx="10355120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925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B80253-47A1-48F3-D7B5-65BD443D9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518160"/>
            <a:ext cx="9793067" cy="511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256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8CF28-93EE-EAED-F535-505B3DB7C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537759"/>
            <a:ext cx="9612066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02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4DFCD-A024-33C0-8074-B1946E3A2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" y="468382"/>
            <a:ext cx="10374173" cy="56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740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186C65-FBEE-B2C2-4C1D-EBC0BD950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609600"/>
            <a:ext cx="10050278" cy="467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090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83A6B4-F59D-A5A2-E43E-98B9BF168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766390"/>
            <a:ext cx="10402752" cy="60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488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64ACCA-2EBE-FA3E-25FD-A91197CB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99838"/>
            <a:ext cx="8458721" cy="541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467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D913-AC17-BC33-6A95-7C3627E5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DCT – Discrete Cosine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977BC-9F44-5464-45C1-C9F9B386A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Discrete Cosine Transform (DCT) is a real, separable, linear transform closely related to the Discrete Fourier Transform (DFT).</a:t>
            </a:r>
          </a:p>
          <a:p>
            <a:r>
              <a:rPr lang="en-US" dirty="0"/>
              <a:t>It represents an image as a sum of cosine functions oscillating at different frequencies.</a:t>
            </a:r>
          </a:p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It has excellent energy compaction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It uses real-valued basis functions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It is the foundation of JPEG image compression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5574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2E1E-C8D3-2A41-026F-F6717C0F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1D Discrete Cosine Transform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3AC49A-C2D4-1A5C-1DDB-38FD782C8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3362" y="1600200"/>
            <a:ext cx="9145276" cy="430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889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7616-17EB-33F1-4E70-4CC55F565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Discrete Cosine Transform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BDA0FA-0D49-D003-7DDA-3C329A22D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855" y="1309255"/>
            <a:ext cx="11139054" cy="48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933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AACED-13D1-30F6-35AA-C25FCC20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Inverse DCT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E4BD20-4AC9-2D10-2BD0-196CD570C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623" y="1690688"/>
            <a:ext cx="10183646" cy="256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475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385C2E-0DD8-B531-D2C7-D317A3300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79" y="518569"/>
            <a:ext cx="9869277" cy="1581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B9CC87-AF92-FE8C-E03E-2FF36C8D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670" y="2099940"/>
            <a:ext cx="10431331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88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987351-0360-9ACE-C202-FA4DE8793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190303"/>
            <a:ext cx="9812119" cy="2819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912EC-6F63-0BE8-43C5-B3CDEACB2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677" y="2867211"/>
            <a:ext cx="9183382" cy="3534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1DC9D8-4F88-BBE7-D8EE-8D8D5B757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163" y="2438262"/>
            <a:ext cx="264832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673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23B5E4-9846-2370-20C8-DE02821DA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426026"/>
            <a:ext cx="9793067" cy="574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384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73BCD-F76F-49AB-3A31-AC18A04BE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34" y="499653"/>
            <a:ext cx="9936602" cy="3552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9E8592-F242-F7FE-C812-85E57741E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17" y="4147479"/>
            <a:ext cx="10450383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793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C9558-E6C9-371C-D01C-E0EA0EB0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78" y="0"/>
            <a:ext cx="10592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795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1182D0-7DB3-63A5-F0EF-AEC4E7935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290944"/>
            <a:ext cx="10345594" cy="624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243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8E9F9-00C7-222F-0F08-02A593CC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924791"/>
            <a:ext cx="9754961" cy="378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957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F1860-C3F1-800E-616A-7796965B9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1228417"/>
            <a:ext cx="9745435" cy="533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12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3A9B-A7B8-9876-99D5-DA7EBAAD7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Hadamard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802A-393A-4A19-1D7F-6F361FD69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The Hadamard Transform (HT) is a non-sinusoidal, orthogonal image transform used to convert an image from the spatial domain into the transform (frequency) domain using only +1 and −1 basis functions.</a:t>
            </a:r>
          </a:p>
          <a:p>
            <a:pPr>
              <a:lnSpc>
                <a:spcPct val="2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597733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80B354-CE96-44DA-3397-5BE6CF3638C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919845" y="477982"/>
            <a:ext cx="6852805" cy="3626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A2E224-BFAB-9CF1-C7E5-B27AC4C04DDB}"/>
              </a:ext>
            </a:extLst>
          </p:cNvPr>
          <p:cNvSpPr txBox="1"/>
          <p:nvPr/>
        </p:nvSpPr>
        <p:spPr>
          <a:xfrm>
            <a:off x="1727488" y="4302523"/>
            <a:ext cx="99311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Hadamard Matrix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dirty="0"/>
              <a:t>A Hadamard matrix is a square matrix whose elements are only +1 and −1, and whose rows (and columns) are mutually orthogonal.</a:t>
            </a:r>
          </a:p>
        </p:txBody>
      </p:sp>
    </p:spTree>
    <p:extLst>
      <p:ext uri="{BB962C8B-B14F-4D97-AF65-F5344CB8AC3E}">
        <p14:creationId xmlns:p14="http://schemas.microsoft.com/office/powerpoint/2010/main" val="31579089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2461-63E4-2B6B-D7BD-D1FD1BDB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Construction of Hadamard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84C8-39E9-1F0D-FB35-FE6891FD9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2355" cy="4351338"/>
          </a:xfrm>
        </p:spPr>
        <p:txBody>
          <a:bodyPr/>
          <a:lstStyle/>
          <a:p>
            <a:r>
              <a:rPr lang="en-US" sz="2400" dirty="0"/>
              <a:t>Hadamard matrices are defined only for sizes that are </a:t>
            </a:r>
            <a:r>
              <a:rPr lang="en-US" sz="2400" b="1" dirty="0"/>
              <a:t>powers of 2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b="1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E8643-105E-5A1F-C323-7A3BA1E5232B}"/>
              </a:ext>
            </a:extLst>
          </p:cNvPr>
          <p:cNvSpPr txBox="1"/>
          <p:nvPr/>
        </p:nvSpPr>
        <p:spPr>
          <a:xfrm>
            <a:off x="838199" y="2755961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Order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FE6925-C7C6-C1FD-0572-B06AA32B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473" y="2755961"/>
            <a:ext cx="2352345" cy="10779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3753B-E964-4D3D-A269-D188E4558293}"/>
                  </a:ext>
                </a:extLst>
              </p:cNvPr>
              <p:cNvSpPr txBox="1"/>
              <p:nvPr/>
            </p:nvSpPr>
            <p:spPr>
              <a:xfrm>
                <a:off x="927388" y="4324886"/>
                <a:ext cx="6689147" cy="878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Recursive Construction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3753B-E964-4D3D-A269-D188E4558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388" y="4324886"/>
                <a:ext cx="6689147" cy="878638"/>
              </a:xfrm>
              <a:prstGeom prst="rect">
                <a:avLst/>
              </a:prstGeom>
              <a:blipFill>
                <a:blip r:embed="rId3"/>
                <a:stretch>
                  <a:fillRect l="-729" t="-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7436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921EC9-2714-3C7C-4178-2CCBD821C96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161309" y="545089"/>
            <a:ext cx="4640263" cy="2343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8EC5E3-3617-4528-6694-65F79C850BCF}"/>
              </a:ext>
            </a:extLst>
          </p:cNvPr>
          <p:cNvSpPr txBox="1"/>
          <p:nvPr/>
        </p:nvSpPr>
        <p:spPr>
          <a:xfrm>
            <a:off x="1956088" y="2776743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Order 8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EFC137-0EA6-E900-81F7-B58D16DAF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301" y="3138055"/>
            <a:ext cx="6094267" cy="336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298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DFEC0B-B228-54BC-F0EB-1265FD534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82" y="800100"/>
            <a:ext cx="7623438" cy="473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279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D6507-050C-0977-141E-5673E2A23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55" y="415637"/>
            <a:ext cx="8068597" cy="45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877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47838-D515-4484-6871-905F7214E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37" y="415636"/>
            <a:ext cx="8243042" cy="491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312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7DDAB-EB22-3F81-DF7F-F257222AD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26" y="1028701"/>
            <a:ext cx="7756001" cy="302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002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08A62-D682-951D-AE01-A0603427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852055"/>
            <a:ext cx="7153646" cy="391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8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6061</TotalTime>
  <Words>712</Words>
  <Application>Microsoft Office PowerPoint</Application>
  <PresentationFormat>Widescreen</PresentationFormat>
  <Paragraphs>119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Arial Black</vt:lpstr>
      <vt:lpstr>Calibri</vt:lpstr>
      <vt:lpstr>Calibri Light</vt:lpstr>
      <vt:lpstr>Cambria Math</vt:lpstr>
      <vt:lpstr>Office Theme</vt:lpstr>
      <vt:lpstr>MODULE II</vt:lpstr>
      <vt:lpstr>Image transform</vt:lpstr>
      <vt:lpstr>Purpose of Image Transforms: </vt:lpstr>
      <vt:lpstr>Spatial Domain </vt:lpstr>
      <vt:lpstr>Frequency Domain</vt:lpstr>
      <vt:lpstr>PowerPoint Presentation</vt:lpstr>
      <vt:lpstr>Spatial Domain vs Frequency Domain</vt:lpstr>
      <vt:lpstr>PowerPoint Presentation</vt:lpstr>
      <vt:lpstr>PowerPoint Presentation</vt:lpstr>
      <vt:lpstr>General Form of Image Transform</vt:lpstr>
      <vt:lpstr> UNITARY TRANSFORM</vt:lpstr>
      <vt:lpstr>PowerPoint Presentation</vt:lpstr>
      <vt:lpstr>Importance of Unitary Property</vt:lpstr>
      <vt:lpstr>Basic properties of unitary transform.   </vt:lpstr>
      <vt:lpstr>2. Orthonormal Basis Functions </vt:lpstr>
      <vt:lpstr>3.Perfect Reconstruction Property</vt:lpstr>
      <vt:lpstr>4. Noise Stability</vt:lpstr>
      <vt:lpstr>Advantages of Unitary Transforms </vt:lpstr>
      <vt:lpstr>Unitary Transforms</vt:lpstr>
      <vt:lpstr>PowerPoint Presentation</vt:lpstr>
      <vt:lpstr>PowerPoint Presentation</vt:lpstr>
      <vt:lpstr>2 Dimensional signals  </vt:lpstr>
      <vt:lpstr>PowerPoint Presentation</vt:lpstr>
      <vt:lpstr>PowerPoint Presentation</vt:lpstr>
      <vt:lpstr>Discrete Fourier Transform (DFT)</vt:lpstr>
      <vt:lpstr>Final DFT equation</vt:lpstr>
      <vt:lpstr>Inverse DFT (IDFT) </vt:lpstr>
      <vt:lpstr>2-D DFT </vt:lpstr>
      <vt:lpstr>Unitary Transform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2DFT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DCT – Discrete Cosine Transform</vt:lpstr>
      <vt:lpstr>1D Discrete Cosine Transform</vt:lpstr>
      <vt:lpstr>2D Discrete Cosine Transform</vt:lpstr>
      <vt:lpstr>2D Inverse DCT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Hadamard Transform</vt:lpstr>
      <vt:lpstr>PowerPoint Presentation</vt:lpstr>
      <vt:lpstr>Construction of Hadamard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FATHIMA A</dc:creator>
  <cp:lastModifiedBy>FATHIMA A</cp:lastModifiedBy>
  <cp:revision>16</cp:revision>
  <dcterms:created xsi:type="dcterms:W3CDTF">2026-01-08T09:29:57Z</dcterms:created>
  <dcterms:modified xsi:type="dcterms:W3CDTF">2026-01-23T05:13:00Z</dcterms:modified>
</cp:coreProperties>
</file>