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57" r:id="rId4"/>
    <p:sldId id="267" r:id="rId5"/>
    <p:sldId id="258" r:id="rId6"/>
    <p:sldId id="259" r:id="rId7"/>
    <p:sldId id="262" r:id="rId8"/>
    <p:sldId id="264" r:id="rId9"/>
    <p:sldId id="263" r:id="rId10"/>
    <p:sldId id="265" r:id="rId11"/>
    <p:sldId id="268"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461540-7B3D-46F6-8AC9-47CAE4DF44A6}" v="41" dt="2024-02-29T05:10:33.7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3"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SNA J S" userId="1cf9dc77da0791c6" providerId="LiveId" clId="{3B461540-7B3D-46F6-8AC9-47CAE4DF44A6}"/>
    <pc:docChg chg="undo redo custSel addSld delSld modSld">
      <pc:chgData name="JESNA J S" userId="1cf9dc77da0791c6" providerId="LiveId" clId="{3B461540-7B3D-46F6-8AC9-47CAE4DF44A6}" dt="2024-02-29T07:18:45.642" v="940" actId="13926"/>
      <pc:docMkLst>
        <pc:docMk/>
      </pc:docMkLst>
      <pc:sldChg chg="modSp mod">
        <pc:chgData name="JESNA J S" userId="1cf9dc77da0791c6" providerId="LiveId" clId="{3B461540-7B3D-46F6-8AC9-47CAE4DF44A6}" dt="2024-02-29T05:08:49.596" v="812" actId="6549"/>
        <pc:sldMkLst>
          <pc:docMk/>
          <pc:sldMk cId="3290627805" sldId="257"/>
        </pc:sldMkLst>
        <pc:spChg chg="mod">
          <ac:chgData name="JESNA J S" userId="1cf9dc77da0791c6" providerId="LiveId" clId="{3B461540-7B3D-46F6-8AC9-47CAE4DF44A6}" dt="2024-02-29T05:08:49.596" v="812" actId="6549"/>
          <ac:spMkLst>
            <pc:docMk/>
            <pc:sldMk cId="3290627805" sldId="257"/>
            <ac:spMk id="3" creationId="{6FFD95FC-EF1C-A6C7-5A56-BA05173EC5C5}"/>
          </ac:spMkLst>
        </pc:spChg>
      </pc:sldChg>
      <pc:sldChg chg="modSp mod">
        <pc:chgData name="JESNA J S" userId="1cf9dc77da0791c6" providerId="LiveId" clId="{3B461540-7B3D-46F6-8AC9-47CAE4DF44A6}" dt="2024-02-29T07:18:45.642" v="940" actId="13926"/>
        <pc:sldMkLst>
          <pc:docMk/>
          <pc:sldMk cId="4202651694" sldId="259"/>
        </pc:sldMkLst>
        <pc:spChg chg="mod">
          <ac:chgData name="JESNA J S" userId="1cf9dc77da0791c6" providerId="LiveId" clId="{3B461540-7B3D-46F6-8AC9-47CAE4DF44A6}" dt="2024-02-29T07:18:45.642" v="940" actId="13926"/>
          <ac:spMkLst>
            <pc:docMk/>
            <pc:sldMk cId="4202651694" sldId="259"/>
            <ac:spMk id="3" creationId="{823DA892-2350-7191-3D0F-DC2FCAD60878}"/>
          </ac:spMkLst>
        </pc:spChg>
      </pc:sldChg>
      <pc:sldChg chg="del">
        <pc:chgData name="JESNA J S" userId="1cf9dc77da0791c6" providerId="LiveId" clId="{3B461540-7B3D-46F6-8AC9-47CAE4DF44A6}" dt="2024-02-29T04:34:04.421" v="516" actId="47"/>
        <pc:sldMkLst>
          <pc:docMk/>
          <pc:sldMk cId="572312721" sldId="260"/>
        </pc:sldMkLst>
      </pc:sldChg>
      <pc:sldChg chg="del">
        <pc:chgData name="JESNA J S" userId="1cf9dc77da0791c6" providerId="LiveId" clId="{3B461540-7B3D-46F6-8AC9-47CAE4DF44A6}" dt="2024-02-29T04:34:13.322" v="517" actId="47"/>
        <pc:sldMkLst>
          <pc:docMk/>
          <pc:sldMk cId="1451319708" sldId="261"/>
        </pc:sldMkLst>
      </pc:sldChg>
      <pc:sldChg chg="del">
        <pc:chgData name="JESNA J S" userId="1cf9dc77da0791c6" providerId="LiveId" clId="{3B461540-7B3D-46F6-8AC9-47CAE4DF44A6}" dt="2024-02-29T04:20:53.012" v="1" actId="47"/>
        <pc:sldMkLst>
          <pc:docMk/>
          <pc:sldMk cId="2897288485" sldId="262"/>
        </pc:sldMkLst>
      </pc:sldChg>
      <pc:sldChg chg="addSp delSp modSp new mod">
        <pc:chgData name="JESNA J S" userId="1cf9dc77da0791c6" providerId="LiveId" clId="{3B461540-7B3D-46F6-8AC9-47CAE4DF44A6}" dt="2024-02-29T04:52:22.687" v="635"/>
        <pc:sldMkLst>
          <pc:docMk/>
          <pc:sldMk cId="3378469056" sldId="262"/>
        </pc:sldMkLst>
        <pc:spChg chg="mod">
          <ac:chgData name="JESNA J S" userId="1cf9dc77da0791c6" providerId="LiveId" clId="{3B461540-7B3D-46F6-8AC9-47CAE4DF44A6}" dt="2024-02-29T04:40:39.778" v="582" actId="1076"/>
          <ac:spMkLst>
            <pc:docMk/>
            <pc:sldMk cId="3378469056" sldId="262"/>
            <ac:spMk id="2" creationId="{94B23366-8CE5-79D9-8251-4462C38B94FF}"/>
          </ac:spMkLst>
        </pc:spChg>
        <pc:spChg chg="mod">
          <ac:chgData name="JESNA J S" userId="1cf9dc77da0791c6" providerId="LiveId" clId="{3B461540-7B3D-46F6-8AC9-47CAE4DF44A6}" dt="2024-02-29T04:40:28.985" v="581" actId="27636"/>
          <ac:spMkLst>
            <pc:docMk/>
            <pc:sldMk cId="3378469056" sldId="262"/>
            <ac:spMk id="3" creationId="{FC0737FA-B689-B1BF-B681-7A308DD8FCAE}"/>
          </ac:spMkLst>
        </pc:spChg>
        <pc:spChg chg="add mod">
          <ac:chgData name="JESNA J S" userId="1cf9dc77da0791c6" providerId="LiveId" clId="{3B461540-7B3D-46F6-8AC9-47CAE4DF44A6}" dt="2024-02-29T04:38:43.116" v="554" actId="20577"/>
          <ac:spMkLst>
            <pc:docMk/>
            <pc:sldMk cId="3378469056" sldId="262"/>
            <ac:spMk id="6" creationId="{51F5184F-EF6A-FF4D-64CA-1C138A916557}"/>
          </ac:spMkLst>
        </pc:spChg>
        <pc:spChg chg="add mod">
          <ac:chgData name="JESNA J S" userId="1cf9dc77da0791c6" providerId="LiveId" clId="{3B461540-7B3D-46F6-8AC9-47CAE4DF44A6}" dt="2024-02-29T04:38:37.135" v="549" actId="6549"/>
          <ac:spMkLst>
            <pc:docMk/>
            <pc:sldMk cId="3378469056" sldId="262"/>
            <ac:spMk id="7" creationId="{139BB5F7-AC89-DF71-DC7D-CF890328F984}"/>
          </ac:spMkLst>
        </pc:spChg>
        <pc:spChg chg="add mod">
          <ac:chgData name="JESNA J S" userId="1cf9dc77da0791c6" providerId="LiveId" clId="{3B461540-7B3D-46F6-8AC9-47CAE4DF44A6}" dt="2024-02-29T04:38:30.328" v="547" actId="20577"/>
          <ac:spMkLst>
            <pc:docMk/>
            <pc:sldMk cId="3378469056" sldId="262"/>
            <ac:spMk id="8" creationId="{5872750E-5A49-509F-D012-1F85C9580F4E}"/>
          </ac:spMkLst>
        </pc:spChg>
        <pc:spChg chg="add mod">
          <ac:chgData name="JESNA J S" userId="1cf9dc77da0791c6" providerId="LiveId" clId="{3B461540-7B3D-46F6-8AC9-47CAE4DF44A6}" dt="2024-02-29T04:38:26.840" v="545" actId="20577"/>
          <ac:spMkLst>
            <pc:docMk/>
            <pc:sldMk cId="3378469056" sldId="262"/>
            <ac:spMk id="9" creationId="{AED02B9A-E192-0449-6EE1-43728A593F8F}"/>
          </ac:spMkLst>
        </pc:spChg>
        <pc:spChg chg="add mod">
          <ac:chgData name="JESNA J S" userId="1cf9dc77da0791c6" providerId="LiveId" clId="{3B461540-7B3D-46F6-8AC9-47CAE4DF44A6}" dt="2024-02-29T04:38:21.264" v="543" actId="20577"/>
          <ac:spMkLst>
            <pc:docMk/>
            <pc:sldMk cId="3378469056" sldId="262"/>
            <ac:spMk id="10" creationId="{EE0EF397-297F-ABE5-CD83-0402BCEFBC26}"/>
          </ac:spMkLst>
        </pc:spChg>
        <pc:spChg chg="add mod">
          <ac:chgData name="JESNA J S" userId="1cf9dc77da0791c6" providerId="LiveId" clId="{3B461540-7B3D-46F6-8AC9-47CAE4DF44A6}" dt="2024-02-29T04:37:34.078" v="534" actId="1076"/>
          <ac:spMkLst>
            <pc:docMk/>
            <pc:sldMk cId="3378469056" sldId="262"/>
            <ac:spMk id="11" creationId="{D4B5E199-1648-B53B-0C5F-3A528469D4D0}"/>
          </ac:spMkLst>
        </pc:spChg>
        <pc:spChg chg="add mod">
          <ac:chgData name="JESNA J S" userId="1cf9dc77da0791c6" providerId="LiveId" clId="{3B461540-7B3D-46F6-8AC9-47CAE4DF44A6}" dt="2024-02-29T04:50:12.551" v="598" actId="20577"/>
          <ac:spMkLst>
            <pc:docMk/>
            <pc:sldMk cId="3378469056" sldId="262"/>
            <ac:spMk id="25" creationId="{09F2C71D-AD13-118B-3A7C-7FB807B4F8A5}"/>
          </ac:spMkLst>
        </pc:spChg>
        <pc:spChg chg="add mod">
          <ac:chgData name="JESNA J S" userId="1cf9dc77da0791c6" providerId="LiveId" clId="{3B461540-7B3D-46F6-8AC9-47CAE4DF44A6}" dt="2024-02-29T04:50:44.535" v="611" actId="6549"/>
          <ac:spMkLst>
            <pc:docMk/>
            <pc:sldMk cId="3378469056" sldId="262"/>
            <ac:spMk id="26" creationId="{1D7633BA-FEA5-6351-6FE5-EA7B0720069D}"/>
          </ac:spMkLst>
        </pc:spChg>
        <pc:spChg chg="add mod">
          <ac:chgData name="JESNA J S" userId="1cf9dc77da0791c6" providerId="LiveId" clId="{3B461540-7B3D-46F6-8AC9-47CAE4DF44A6}" dt="2024-02-29T04:51:05.055" v="619" actId="20577"/>
          <ac:spMkLst>
            <pc:docMk/>
            <pc:sldMk cId="3378469056" sldId="262"/>
            <ac:spMk id="27" creationId="{684931AA-37C6-EB52-8AC1-859F93FB8774}"/>
          </ac:spMkLst>
        </pc:spChg>
        <pc:spChg chg="add mod">
          <ac:chgData name="JESNA J S" userId="1cf9dc77da0791c6" providerId="LiveId" clId="{3B461540-7B3D-46F6-8AC9-47CAE4DF44A6}" dt="2024-02-29T04:51:19.819" v="623" actId="20577"/>
          <ac:spMkLst>
            <pc:docMk/>
            <pc:sldMk cId="3378469056" sldId="262"/>
            <ac:spMk id="28" creationId="{502A34BF-E141-DA2A-F1ED-DBFA7A4CC16E}"/>
          </ac:spMkLst>
        </pc:spChg>
        <pc:spChg chg="add mod">
          <ac:chgData name="JESNA J S" userId="1cf9dc77da0791c6" providerId="LiveId" clId="{3B461540-7B3D-46F6-8AC9-47CAE4DF44A6}" dt="2024-02-29T04:51:38.328" v="627" actId="20577"/>
          <ac:spMkLst>
            <pc:docMk/>
            <pc:sldMk cId="3378469056" sldId="262"/>
            <ac:spMk id="29" creationId="{929D730B-41E9-4B91-F4A8-7E4108032C9E}"/>
          </ac:spMkLst>
        </pc:spChg>
        <pc:spChg chg="add mod">
          <ac:chgData name="JESNA J S" userId="1cf9dc77da0791c6" providerId="LiveId" clId="{3B461540-7B3D-46F6-8AC9-47CAE4DF44A6}" dt="2024-02-29T04:51:53.488" v="631" actId="20577"/>
          <ac:spMkLst>
            <pc:docMk/>
            <pc:sldMk cId="3378469056" sldId="262"/>
            <ac:spMk id="30" creationId="{C568882F-E2B9-56FB-4079-188D8025C732}"/>
          </ac:spMkLst>
        </pc:spChg>
        <pc:spChg chg="add mod">
          <ac:chgData name="JESNA J S" userId="1cf9dc77da0791c6" providerId="LiveId" clId="{3B461540-7B3D-46F6-8AC9-47CAE4DF44A6}" dt="2024-02-29T04:52:22.687" v="635"/>
          <ac:spMkLst>
            <pc:docMk/>
            <pc:sldMk cId="3378469056" sldId="262"/>
            <ac:spMk id="31" creationId="{1DB358FD-248D-2465-9179-0F5A1F781A56}"/>
          </ac:spMkLst>
        </pc:spChg>
        <pc:picChg chg="add del mod">
          <ac:chgData name="JESNA J S" userId="1cf9dc77da0791c6" providerId="LiveId" clId="{3B461540-7B3D-46F6-8AC9-47CAE4DF44A6}" dt="2024-02-29T04:36:38.565" v="522" actId="478"/>
          <ac:picMkLst>
            <pc:docMk/>
            <pc:sldMk cId="3378469056" sldId="262"/>
            <ac:picMk id="5" creationId="{A3589D89-2FFD-837C-CC16-D8752A3E7863}"/>
          </ac:picMkLst>
        </pc:picChg>
        <pc:cxnChg chg="add mod">
          <ac:chgData name="JESNA J S" userId="1cf9dc77da0791c6" providerId="LiveId" clId="{3B461540-7B3D-46F6-8AC9-47CAE4DF44A6}" dt="2024-02-29T04:38:58.629" v="556" actId="13822"/>
          <ac:cxnSpMkLst>
            <pc:docMk/>
            <pc:sldMk cId="3378469056" sldId="262"/>
            <ac:cxnSpMk id="13" creationId="{5A324057-0A56-48D0-F203-37A0996E59B8}"/>
          </ac:cxnSpMkLst>
        </pc:cxnChg>
        <pc:cxnChg chg="add mod">
          <ac:chgData name="JESNA J S" userId="1cf9dc77da0791c6" providerId="LiveId" clId="{3B461540-7B3D-46F6-8AC9-47CAE4DF44A6}" dt="2024-02-29T04:40:02.798" v="574" actId="14100"/>
          <ac:cxnSpMkLst>
            <pc:docMk/>
            <pc:sldMk cId="3378469056" sldId="262"/>
            <ac:cxnSpMk id="14" creationId="{DB517732-465C-DA77-652E-911BEC3F2325}"/>
          </ac:cxnSpMkLst>
        </pc:cxnChg>
        <pc:cxnChg chg="add mod">
          <ac:chgData name="JESNA J S" userId="1cf9dc77da0791c6" providerId="LiveId" clId="{3B461540-7B3D-46F6-8AC9-47CAE4DF44A6}" dt="2024-02-29T04:39:54.467" v="572" actId="14100"/>
          <ac:cxnSpMkLst>
            <pc:docMk/>
            <pc:sldMk cId="3378469056" sldId="262"/>
            <ac:cxnSpMk id="15" creationId="{DD1FCBDD-0CA8-4815-3796-3DC36516E147}"/>
          </ac:cxnSpMkLst>
        </pc:cxnChg>
        <pc:cxnChg chg="add mod">
          <ac:chgData name="JESNA J S" userId="1cf9dc77da0791c6" providerId="LiveId" clId="{3B461540-7B3D-46F6-8AC9-47CAE4DF44A6}" dt="2024-02-29T04:39:43.936" v="570" actId="14100"/>
          <ac:cxnSpMkLst>
            <pc:docMk/>
            <pc:sldMk cId="3378469056" sldId="262"/>
            <ac:cxnSpMk id="16" creationId="{49E86313-D598-FCB5-E87A-E3E4812C6A1E}"/>
          </ac:cxnSpMkLst>
        </pc:cxnChg>
        <pc:cxnChg chg="add mod">
          <ac:chgData name="JESNA J S" userId="1cf9dc77da0791c6" providerId="LiveId" clId="{3B461540-7B3D-46F6-8AC9-47CAE4DF44A6}" dt="2024-02-29T04:39:30.379" v="566" actId="14100"/>
          <ac:cxnSpMkLst>
            <pc:docMk/>
            <pc:sldMk cId="3378469056" sldId="262"/>
            <ac:cxnSpMk id="17" creationId="{8958600F-C2FA-419C-184B-0B34D31169F6}"/>
          </ac:cxnSpMkLst>
        </pc:cxnChg>
        <pc:cxnChg chg="add mod">
          <ac:chgData name="JESNA J S" userId="1cf9dc77da0791c6" providerId="LiveId" clId="{3B461540-7B3D-46F6-8AC9-47CAE4DF44A6}" dt="2024-02-29T04:39:18.133" v="563" actId="14100"/>
          <ac:cxnSpMkLst>
            <pc:docMk/>
            <pc:sldMk cId="3378469056" sldId="262"/>
            <ac:cxnSpMk id="18" creationId="{897C8877-BC56-727D-83D7-FB9BCEEC2D20}"/>
          </ac:cxnSpMkLst>
        </pc:cxnChg>
      </pc:sldChg>
      <pc:sldChg chg="delSp modSp new mod">
        <pc:chgData name="JESNA J S" userId="1cf9dc77da0791c6" providerId="LiveId" clId="{3B461540-7B3D-46F6-8AC9-47CAE4DF44A6}" dt="2024-02-29T05:02:18.413" v="708" actId="207"/>
        <pc:sldMkLst>
          <pc:docMk/>
          <pc:sldMk cId="2274699264" sldId="263"/>
        </pc:sldMkLst>
        <pc:spChg chg="del">
          <ac:chgData name="JESNA J S" userId="1cf9dc77da0791c6" providerId="LiveId" clId="{3B461540-7B3D-46F6-8AC9-47CAE4DF44A6}" dt="2024-02-29T04:48:45.195" v="584" actId="478"/>
          <ac:spMkLst>
            <pc:docMk/>
            <pc:sldMk cId="2274699264" sldId="263"/>
            <ac:spMk id="2" creationId="{175F24B2-D2E7-B0C0-81E6-A1F74D4816D9}"/>
          </ac:spMkLst>
        </pc:spChg>
        <pc:spChg chg="mod">
          <ac:chgData name="JESNA J S" userId="1cf9dc77da0791c6" providerId="LiveId" clId="{3B461540-7B3D-46F6-8AC9-47CAE4DF44A6}" dt="2024-02-29T05:02:18.413" v="708" actId="207"/>
          <ac:spMkLst>
            <pc:docMk/>
            <pc:sldMk cId="2274699264" sldId="263"/>
            <ac:spMk id="3" creationId="{1D12CC8E-494D-9B85-5DAC-66398B6FD6F2}"/>
          </ac:spMkLst>
        </pc:spChg>
      </pc:sldChg>
      <pc:sldChg chg="modSp new mod">
        <pc:chgData name="JESNA J S" userId="1cf9dc77da0791c6" providerId="LiveId" clId="{3B461540-7B3D-46F6-8AC9-47CAE4DF44A6}" dt="2024-02-29T05:04:34.922" v="757"/>
        <pc:sldMkLst>
          <pc:docMk/>
          <pc:sldMk cId="1542205239" sldId="264"/>
        </pc:sldMkLst>
        <pc:spChg chg="mod">
          <ac:chgData name="JESNA J S" userId="1cf9dc77da0791c6" providerId="LiveId" clId="{3B461540-7B3D-46F6-8AC9-47CAE4DF44A6}" dt="2024-02-29T05:04:20.789" v="755" actId="207"/>
          <ac:spMkLst>
            <pc:docMk/>
            <pc:sldMk cId="1542205239" sldId="264"/>
            <ac:spMk id="2" creationId="{60CE8E4C-F021-D9E4-C5CE-AE7D037A9B6A}"/>
          </ac:spMkLst>
        </pc:spChg>
        <pc:spChg chg="mod">
          <ac:chgData name="JESNA J S" userId="1cf9dc77da0791c6" providerId="LiveId" clId="{3B461540-7B3D-46F6-8AC9-47CAE4DF44A6}" dt="2024-02-29T05:04:34.922" v="757"/>
          <ac:spMkLst>
            <pc:docMk/>
            <pc:sldMk cId="1542205239" sldId="264"/>
            <ac:spMk id="3" creationId="{CCA0AB7D-AE7A-CB04-32EB-D5CFB8DBF4E4}"/>
          </ac:spMkLst>
        </pc:spChg>
      </pc:sldChg>
      <pc:sldChg chg="addSp delSp modSp new mod">
        <pc:chgData name="JESNA J S" userId="1cf9dc77da0791c6" providerId="LiveId" clId="{3B461540-7B3D-46F6-8AC9-47CAE4DF44A6}" dt="2024-02-29T05:02:01.650" v="707" actId="14100"/>
        <pc:sldMkLst>
          <pc:docMk/>
          <pc:sldMk cId="1091696804" sldId="265"/>
        </pc:sldMkLst>
        <pc:spChg chg="del">
          <ac:chgData name="JESNA J S" userId="1cf9dc77da0791c6" providerId="LiveId" clId="{3B461540-7B3D-46F6-8AC9-47CAE4DF44A6}" dt="2024-02-29T04:57:13.794" v="670" actId="478"/>
          <ac:spMkLst>
            <pc:docMk/>
            <pc:sldMk cId="1091696804" sldId="265"/>
            <ac:spMk id="2" creationId="{63FC2DE3-A109-16FF-DA24-BC9FB2F1478A}"/>
          </ac:spMkLst>
        </pc:spChg>
        <pc:spChg chg="del">
          <ac:chgData name="JESNA J S" userId="1cf9dc77da0791c6" providerId="LiveId" clId="{3B461540-7B3D-46F6-8AC9-47CAE4DF44A6}" dt="2024-02-29T04:57:16.816" v="671" actId="478"/>
          <ac:spMkLst>
            <pc:docMk/>
            <pc:sldMk cId="1091696804" sldId="265"/>
            <ac:spMk id="3" creationId="{5A4A7885-E7EA-F412-6DD0-2EE0B891E505}"/>
          </ac:spMkLst>
        </pc:spChg>
        <pc:picChg chg="add mod">
          <ac:chgData name="JESNA J S" userId="1cf9dc77da0791c6" providerId="LiveId" clId="{3B461540-7B3D-46F6-8AC9-47CAE4DF44A6}" dt="2024-02-29T04:57:49.903" v="677" actId="732"/>
          <ac:picMkLst>
            <pc:docMk/>
            <pc:sldMk cId="1091696804" sldId="265"/>
            <ac:picMk id="1026" creationId="{D331A5FA-450D-34D9-109E-3AD9E0179DBE}"/>
          </ac:picMkLst>
        </pc:picChg>
        <pc:cxnChg chg="add mod">
          <ac:chgData name="JESNA J S" userId="1cf9dc77da0791c6" providerId="LiveId" clId="{3B461540-7B3D-46F6-8AC9-47CAE4DF44A6}" dt="2024-02-29T05:01:28.194" v="699" actId="14100"/>
          <ac:cxnSpMkLst>
            <pc:docMk/>
            <pc:sldMk cId="1091696804" sldId="265"/>
            <ac:cxnSpMk id="5" creationId="{791D6C36-5181-FFCE-468B-B75EC7AD86DC}"/>
          </ac:cxnSpMkLst>
        </pc:cxnChg>
        <pc:cxnChg chg="add mod">
          <ac:chgData name="JESNA J S" userId="1cf9dc77da0791c6" providerId="LiveId" clId="{3B461540-7B3D-46F6-8AC9-47CAE4DF44A6}" dt="2024-02-29T05:01:46.843" v="704" actId="1076"/>
          <ac:cxnSpMkLst>
            <pc:docMk/>
            <pc:sldMk cId="1091696804" sldId="265"/>
            <ac:cxnSpMk id="6" creationId="{69A76B0E-C334-CFD2-D306-B37A397BA494}"/>
          </ac:cxnSpMkLst>
        </pc:cxnChg>
        <pc:cxnChg chg="add mod">
          <ac:chgData name="JESNA J S" userId="1cf9dc77da0791c6" providerId="LiveId" clId="{3B461540-7B3D-46F6-8AC9-47CAE4DF44A6}" dt="2024-02-29T05:01:37.795" v="702" actId="14100"/>
          <ac:cxnSpMkLst>
            <pc:docMk/>
            <pc:sldMk cId="1091696804" sldId="265"/>
            <ac:cxnSpMk id="7" creationId="{8554CBE4-D8A0-DFE0-29CD-D69008ECC964}"/>
          </ac:cxnSpMkLst>
        </pc:cxnChg>
        <pc:cxnChg chg="add mod">
          <ac:chgData name="JESNA J S" userId="1cf9dc77da0791c6" providerId="LiveId" clId="{3B461540-7B3D-46F6-8AC9-47CAE4DF44A6}" dt="2024-02-29T05:00:25.196" v="685" actId="1076"/>
          <ac:cxnSpMkLst>
            <pc:docMk/>
            <pc:sldMk cId="1091696804" sldId="265"/>
            <ac:cxnSpMk id="8" creationId="{DD7DCDD2-7277-0BAA-1FC3-7D27317E79E9}"/>
          </ac:cxnSpMkLst>
        </pc:cxnChg>
        <pc:cxnChg chg="add mod">
          <ac:chgData name="JESNA J S" userId="1cf9dc77da0791c6" providerId="LiveId" clId="{3B461540-7B3D-46F6-8AC9-47CAE4DF44A6}" dt="2024-02-29T05:01:31.632" v="700" actId="14100"/>
          <ac:cxnSpMkLst>
            <pc:docMk/>
            <pc:sldMk cId="1091696804" sldId="265"/>
            <ac:cxnSpMk id="9" creationId="{F558DB75-A219-CBC9-AC79-907F457C929C}"/>
          </ac:cxnSpMkLst>
        </pc:cxnChg>
        <pc:cxnChg chg="add mod">
          <ac:chgData name="JESNA J S" userId="1cf9dc77da0791c6" providerId="LiveId" clId="{3B461540-7B3D-46F6-8AC9-47CAE4DF44A6}" dt="2024-02-29T05:01:42.075" v="703" actId="14100"/>
          <ac:cxnSpMkLst>
            <pc:docMk/>
            <pc:sldMk cId="1091696804" sldId="265"/>
            <ac:cxnSpMk id="10" creationId="{325DA249-5313-C033-4897-5BBE01C739CC}"/>
          </ac:cxnSpMkLst>
        </pc:cxnChg>
        <pc:cxnChg chg="add mod">
          <ac:chgData name="JESNA J S" userId="1cf9dc77da0791c6" providerId="LiveId" clId="{3B461540-7B3D-46F6-8AC9-47CAE4DF44A6}" dt="2024-02-29T05:00:47.333" v="691" actId="1076"/>
          <ac:cxnSpMkLst>
            <pc:docMk/>
            <pc:sldMk cId="1091696804" sldId="265"/>
            <ac:cxnSpMk id="11" creationId="{34FFF9DE-C4C4-2135-0A9F-03658EAC6BD6}"/>
          </ac:cxnSpMkLst>
        </pc:cxnChg>
        <pc:cxnChg chg="add mod">
          <ac:chgData name="JESNA J S" userId="1cf9dc77da0791c6" providerId="LiveId" clId="{3B461540-7B3D-46F6-8AC9-47CAE4DF44A6}" dt="2024-02-29T05:01:06.274" v="694" actId="14100"/>
          <ac:cxnSpMkLst>
            <pc:docMk/>
            <pc:sldMk cId="1091696804" sldId="265"/>
            <ac:cxnSpMk id="12" creationId="{E53E342D-60DA-A568-260C-81B310D779DA}"/>
          </ac:cxnSpMkLst>
        </pc:cxnChg>
        <pc:cxnChg chg="add mod">
          <ac:chgData name="JESNA J S" userId="1cf9dc77da0791c6" providerId="LiveId" clId="{3B461540-7B3D-46F6-8AC9-47CAE4DF44A6}" dt="2024-02-29T05:01:17.159" v="696" actId="1076"/>
          <ac:cxnSpMkLst>
            <pc:docMk/>
            <pc:sldMk cId="1091696804" sldId="265"/>
            <ac:cxnSpMk id="14" creationId="{07D90604-3C64-DE02-3810-E63DC3B45D0C}"/>
          </ac:cxnSpMkLst>
        </pc:cxnChg>
        <pc:cxnChg chg="add mod">
          <ac:chgData name="JESNA J S" userId="1cf9dc77da0791c6" providerId="LiveId" clId="{3B461540-7B3D-46F6-8AC9-47CAE4DF44A6}" dt="2024-02-29T05:02:01.650" v="707" actId="14100"/>
          <ac:cxnSpMkLst>
            <pc:docMk/>
            <pc:sldMk cId="1091696804" sldId="265"/>
            <ac:cxnSpMk id="21" creationId="{7C386D69-80AF-64E5-C5B9-70020777C252}"/>
          </ac:cxnSpMkLst>
        </pc:cxnChg>
      </pc:sldChg>
      <pc:sldChg chg="modSp new mod">
        <pc:chgData name="JESNA J S" userId="1cf9dc77da0791c6" providerId="LiveId" clId="{3B461540-7B3D-46F6-8AC9-47CAE4DF44A6}" dt="2024-02-29T05:08:00.346" v="806"/>
        <pc:sldMkLst>
          <pc:docMk/>
          <pc:sldMk cId="1865768655" sldId="266"/>
        </pc:sldMkLst>
        <pc:spChg chg="mod">
          <ac:chgData name="JESNA J S" userId="1cf9dc77da0791c6" providerId="LiveId" clId="{3B461540-7B3D-46F6-8AC9-47CAE4DF44A6}" dt="2024-02-29T05:08:00.346" v="806"/>
          <ac:spMkLst>
            <pc:docMk/>
            <pc:sldMk cId="1865768655" sldId="266"/>
            <ac:spMk id="2" creationId="{F299C964-714B-178B-ECA8-DB8793AD8A2D}"/>
          </ac:spMkLst>
        </pc:spChg>
        <pc:spChg chg="mod">
          <ac:chgData name="JESNA J S" userId="1cf9dc77da0791c6" providerId="LiveId" clId="{3B461540-7B3D-46F6-8AC9-47CAE4DF44A6}" dt="2024-02-29T05:07:24.538" v="770" actId="13926"/>
          <ac:spMkLst>
            <pc:docMk/>
            <pc:sldMk cId="1865768655" sldId="266"/>
            <ac:spMk id="3" creationId="{59572A60-F1C7-C7B4-5471-20CFE3D26DC3}"/>
          </ac:spMkLst>
        </pc:spChg>
      </pc:sldChg>
      <pc:sldChg chg="delSp modSp new mod">
        <pc:chgData name="JESNA J S" userId="1cf9dc77da0791c6" providerId="LiveId" clId="{3B461540-7B3D-46F6-8AC9-47CAE4DF44A6}" dt="2024-02-29T05:10:33.738" v="826"/>
        <pc:sldMkLst>
          <pc:docMk/>
          <pc:sldMk cId="151006738" sldId="267"/>
        </pc:sldMkLst>
        <pc:spChg chg="del">
          <ac:chgData name="JESNA J S" userId="1cf9dc77da0791c6" providerId="LiveId" clId="{3B461540-7B3D-46F6-8AC9-47CAE4DF44A6}" dt="2024-02-29T05:09:48.495" v="814" actId="478"/>
          <ac:spMkLst>
            <pc:docMk/>
            <pc:sldMk cId="151006738" sldId="267"/>
            <ac:spMk id="2" creationId="{BCD271D2-BEFA-D675-A7E6-D9EF06FD4FA5}"/>
          </ac:spMkLst>
        </pc:spChg>
        <pc:spChg chg="mod">
          <ac:chgData name="JESNA J S" userId="1cf9dc77da0791c6" providerId="LiveId" clId="{3B461540-7B3D-46F6-8AC9-47CAE4DF44A6}" dt="2024-02-29T05:10:33.738" v="826"/>
          <ac:spMkLst>
            <pc:docMk/>
            <pc:sldMk cId="151006738" sldId="267"/>
            <ac:spMk id="3" creationId="{A11EC630-A7F4-F31E-6D32-D15D35E9F536}"/>
          </ac:spMkLst>
        </pc:spChg>
      </pc:sldChg>
      <pc:sldChg chg="addSp modSp new mod">
        <pc:chgData name="JESNA J S" userId="1cf9dc77da0791c6" providerId="LiveId" clId="{3B461540-7B3D-46F6-8AC9-47CAE4DF44A6}" dt="2024-02-29T05:17:00.906" v="938" actId="20577"/>
        <pc:sldMkLst>
          <pc:docMk/>
          <pc:sldMk cId="2498683687" sldId="268"/>
        </pc:sldMkLst>
        <pc:spChg chg="mod">
          <ac:chgData name="JESNA J S" userId="1cf9dc77da0791c6" providerId="LiveId" clId="{3B461540-7B3D-46F6-8AC9-47CAE4DF44A6}" dt="2024-02-29T05:17:00.906" v="938" actId="20577"/>
          <ac:spMkLst>
            <pc:docMk/>
            <pc:sldMk cId="2498683687" sldId="268"/>
            <ac:spMk id="2" creationId="{9A8F0E6E-0E64-E8CB-44A0-3DB083D8403A}"/>
          </ac:spMkLst>
        </pc:spChg>
        <pc:spChg chg="mod">
          <ac:chgData name="JESNA J S" userId="1cf9dc77da0791c6" providerId="LiveId" clId="{3B461540-7B3D-46F6-8AC9-47CAE4DF44A6}" dt="2024-02-29T05:13:39.519" v="868" actId="5793"/>
          <ac:spMkLst>
            <pc:docMk/>
            <pc:sldMk cId="2498683687" sldId="268"/>
            <ac:spMk id="3" creationId="{BA0C1951-3871-1484-210B-C7008958DAE5}"/>
          </ac:spMkLst>
        </pc:spChg>
        <pc:picChg chg="add mod modCrop">
          <ac:chgData name="JESNA J S" userId="1cf9dc77da0791c6" providerId="LiveId" clId="{3B461540-7B3D-46F6-8AC9-47CAE4DF44A6}" dt="2024-02-29T05:13:56.969" v="874" actId="732"/>
          <ac:picMkLst>
            <pc:docMk/>
            <pc:sldMk cId="2498683687" sldId="268"/>
            <ac:picMk id="5" creationId="{9B7C8745-EC8B-B838-BE0A-57C3CEF72D39}"/>
          </ac:picMkLst>
        </pc:picChg>
      </pc:sldChg>
      <pc:sldChg chg="delSp modSp new mod">
        <pc:chgData name="JESNA J S" userId="1cf9dc77da0791c6" providerId="LiveId" clId="{3B461540-7B3D-46F6-8AC9-47CAE4DF44A6}" dt="2024-02-29T05:16:51.451" v="934" actId="255"/>
        <pc:sldMkLst>
          <pc:docMk/>
          <pc:sldMk cId="2593182152" sldId="269"/>
        </pc:sldMkLst>
        <pc:spChg chg="del">
          <ac:chgData name="JESNA J S" userId="1cf9dc77da0791c6" providerId="LiveId" clId="{3B461540-7B3D-46F6-8AC9-47CAE4DF44A6}" dt="2024-02-29T05:14:39.864" v="876" actId="478"/>
          <ac:spMkLst>
            <pc:docMk/>
            <pc:sldMk cId="2593182152" sldId="269"/>
            <ac:spMk id="2" creationId="{F61B0696-C444-FAEB-DD3A-59CAEEDF8637}"/>
          </ac:spMkLst>
        </pc:spChg>
        <pc:spChg chg="mod">
          <ac:chgData name="JESNA J S" userId="1cf9dc77da0791c6" providerId="LiveId" clId="{3B461540-7B3D-46F6-8AC9-47CAE4DF44A6}" dt="2024-02-29T05:16:51.451" v="934" actId="255"/>
          <ac:spMkLst>
            <pc:docMk/>
            <pc:sldMk cId="2593182152" sldId="269"/>
            <ac:spMk id="3" creationId="{04C1017F-B616-0023-F183-E4DA919A9E9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0C935-8C00-3DF3-E1C3-9E8E4E15F4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B9087E1-EBCC-D6DF-919A-C9040727F2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4E429AC-B316-A84B-586B-E7B0A084989A}"/>
              </a:ext>
            </a:extLst>
          </p:cNvPr>
          <p:cNvSpPr>
            <a:spLocks noGrp="1"/>
          </p:cNvSpPr>
          <p:nvPr>
            <p:ph type="dt" sz="half" idx="10"/>
          </p:nvPr>
        </p:nvSpPr>
        <p:spPr/>
        <p:txBody>
          <a:bodyPr/>
          <a:lstStyle/>
          <a:p>
            <a:fld id="{CADA62EE-E496-49C3-9C0F-7B0BA510803F}" type="datetimeFigureOut">
              <a:rPr lang="en-IN" smtClean="0"/>
              <a:t>29-02-2024</a:t>
            </a:fld>
            <a:endParaRPr lang="en-IN"/>
          </a:p>
        </p:txBody>
      </p:sp>
      <p:sp>
        <p:nvSpPr>
          <p:cNvPr id="5" name="Footer Placeholder 4">
            <a:extLst>
              <a:ext uri="{FF2B5EF4-FFF2-40B4-BE49-F238E27FC236}">
                <a16:creationId xmlns:a16="http://schemas.microsoft.com/office/drawing/2014/main" id="{0B10F401-29DF-5B8E-ECF9-C0A1049038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FB396E-7F5D-C959-6FDB-5D90631683E7}"/>
              </a:ext>
            </a:extLst>
          </p:cNvPr>
          <p:cNvSpPr>
            <a:spLocks noGrp="1"/>
          </p:cNvSpPr>
          <p:nvPr>
            <p:ph type="sldNum" sz="quarter" idx="12"/>
          </p:nvPr>
        </p:nvSpPr>
        <p:spPr/>
        <p:txBody>
          <a:bodyPr/>
          <a:lstStyle/>
          <a:p>
            <a:fld id="{343830E5-4021-4D24-8814-A8513AD9B1E6}" type="slidenum">
              <a:rPr lang="en-IN" smtClean="0"/>
              <a:t>‹#›</a:t>
            </a:fld>
            <a:endParaRPr lang="en-IN"/>
          </a:p>
        </p:txBody>
      </p:sp>
    </p:spTree>
    <p:extLst>
      <p:ext uri="{BB962C8B-B14F-4D97-AF65-F5344CB8AC3E}">
        <p14:creationId xmlns:p14="http://schemas.microsoft.com/office/powerpoint/2010/main" val="711516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BD43C-E208-DE0C-B082-A2775D0C0BD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5F29436-C0CC-063D-BC6A-070CB34822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97C462-3C58-8E52-B0C9-EC305FEED34C}"/>
              </a:ext>
            </a:extLst>
          </p:cNvPr>
          <p:cNvSpPr>
            <a:spLocks noGrp="1"/>
          </p:cNvSpPr>
          <p:nvPr>
            <p:ph type="dt" sz="half" idx="10"/>
          </p:nvPr>
        </p:nvSpPr>
        <p:spPr/>
        <p:txBody>
          <a:bodyPr/>
          <a:lstStyle/>
          <a:p>
            <a:fld id="{CADA62EE-E496-49C3-9C0F-7B0BA510803F}" type="datetimeFigureOut">
              <a:rPr lang="en-IN" smtClean="0"/>
              <a:t>29-02-2024</a:t>
            </a:fld>
            <a:endParaRPr lang="en-IN"/>
          </a:p>
        </p:txBody>
      </p:sp>
      <p:sp>
        <p:nvSpPr>
          <p:cNvPr id="5" name="Footer Placeholder 4">
            <a:extLst>
              <a:ext uri="{FF2B5EF4-FFF2-40B4-BE49-F238E27FC236}">
                <a16:creationId xmlns:a16="http://schemas.microsoft.com/office/drawing/2014/main" id="{F63D9090-C566-5B3F-9B8D-A13212221D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13D49A-D0F6-66EC-5968-91BF85F2202C}"/>
              </a:ext>
            </a:extLst>
          </p:cNvPr>
          <p:cNvSpPr>
            <a:spLocks noGrp="1"/>
          </p:cNvSpPr>
          <p:nvPr>
            <p:ph type="sldNum" sz="quarter" idx="12"/>
          </p:nvPr>
        </p:nvSpPr>
        <p:spPr/>
        <p:txBody>
          <a:bodyPr/>
          <a:lstStyle/>
          <a:p>
            <a:fld id="{343830E5-4021-4D24-8814-A8513AD9B1E6}" type="slidenum">
              <a:rPr lang="en-IN" smtClean="0"/>
              <a:t>‹#›</a:t>
            </a:fld>
            <a:endParaRPr lang="en-IN"/>
          </a:p>
        </p:txBody>
      </p:sp>
    </p:spTree>
    <p:extLst>
      <p:ext uri="{BB962C8B-B14F-4D97-AF65-F5344CB8AC3E}">
        <p14:creationId xmlns:p14="http://schemas.microsoft.com/office/powerpoint/2010/main" val="1118112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8B777-9BE5-0DC2-5B6F-3CB991097A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9FD67DA-8FC9-819F-A8E0-99587E2CF81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DAE9AE-BFCD-B004-1979-6D47C0001947}"/>
              </a:ext>
            </a:extLst>
          </p:cNvPr>
          <p:cNvSpPr>
            <a:spLocks noGrp="1"/>
          </p:cNvSpPr>
          <p:nvPr>
            <p:ph type="dt" sz="half" idx="10"/>
          </p:nvPr>
        </p:nvSpPr>
        <p:spPr/>
        <p:txBody>
          <a:bodyPr/>
          <a:lstStyle/>
          <a:p>
            <a:fld id="{CADA62EE-E496-49C3-9C0F-7B0BA510803F}" type="datetimeFigureOut">
              <a:rPr lang="en-IN" smtClean="0"/>
              <a:t>29-02-2024</a:t>
            </a:fld>
            <a:endParaRPr lang="en-IN"/>
          </a:p>
        </p:txBody>
      </p:sp>
      <p:sp>
        <p:nvSpPr>
          <p:cNvPr id="5" name="Footer Placeholder 4">
            <a:extLst>
              <a:ext uri="{FF2B5EF4-FFF2-40B4-BE49-F238E27FC236}">
                <a16:creationId xmlns:a16="http://schemas.microsoft.com/office/drawing/2014/main" id="{6BE2CA10-E7CB-E179-ABF8-435188FBB2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143E33-1E19-F80F-029E-05AD56C67077}"/>
              </a:ext>
            </a:extLst>
          </p:cNvPr>
          <p:cNvSpPr>
            <a:spLocks noGrp="1"/>
          </p:cNvSpPr>
          <p:nvPr>
            <p:ph type="sldNum" sz="quarter" idx="12"/>
          </p:nvPr>
        </p:nvSpPr>
        <p:spPr/>
        <p:txBody>
          <a:bodyPr/>
          <a:lstStyle/>
          <a:p>
            <a:fld id="{343830E5-4021-4D24-8814-A8513AD9B1E6}" type="slidenum">
              <a:rPr lang="en-IN" smtClean="0"/>
              <a:t>‹#›</a:t>
            </a:fld>
            <a:endParaRPr lang="en-IN"/>
          </a:p>
        </p:txBody>
      </p:sp>
    </p:spTree>
    <p:extLst>
      <p:ext uri="{BB962C8B-B14F-4D97-AF65-F5344CB8AC3E}">
        <p14:creationId xmlns:p14="http://schemas.microsoft.com/office/powerpoint/2010/main" val="1250147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D48B5-5944-F1CF-EE2B-A79861547DC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A362470-628F-C0CA-F524-BB578CF308F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31159FC-8D15-342C-9491-4E769B4E913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91ACB1C-DB7D-8826-0A83-351103528EC7}"/>
              </a:ext>
            </a:extLst>
          </p:cNvPr>
          <p:cNvSpPr>
            <a:spLocks noGrp="1"/>
          </p:cNvSpPr>
          <p:nvPr>
            <p:ph type="dt" sz="half" idx="10"/>
          </p:nvPr>
        </p:nvSpPr>
        <p:spPr/>
        <p:txBody>
          <a:bodyPr/>
          <a:lstStyle/>
          <a:p>
            <a:fld id="{CADA62EE-E496-49C3-9C0F-7B0BA510803F}" type="datetimeFigureOut">
              <a:rPr lang="en-IN" smtClean="0"/>
              <a:t>29-02-2024</a:t>
            </a:fld>
            <a:endParaRPr lang="en-IN"/>
          </a:p>
        </p:txBody>
      </p:sp>
      <p:sp>
        <p:nvSpPr>
          <p:cNvPr id="6" name="Footer Placeholder 5">
            <a:extLst>
              <a:ext uri="{FF2B5EF4-FFF2-40B4-BE49-F238E27FC236}">
                <a16:creationId xmlns:a16="http://schemas.microsoft.com/office/drawing/2014/main" id="{D8B1A1D9-69BA-7191-D52B-BD8F7F9D54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25ED4D-7BD5-8CB5-0AEC-C15780D99435}"/>
              </a:ext>
            </a:extLst>
          </p:cNvPr>
          <p:cNvSpPr>
            <a:spLocks noGrp="1"/>
          </p:cNvSpPr>
          <p:nvPr>
            <p:ph type="sldNum" sz="quarter" idx="12"/>
          </p:nvPr>
        </p:nvSpPr>
        <p:spPr/>
        <p:txBody>
          <a:bodyPr/>
          <a:lstStyle/>
          <a:p>
            <a:fld id="{343830E5-4021-4D24-8814-A8513AD9B1E6}" type="slidenum">
              <a:rPr lang="en-IN" smtClean="0"/>
              <a:t>‹#›</a:t>
            </a:fld>
            <a:endParaRPr lang="en-IN"/>
          </a:p>
        </p:txBody>
      </p:sp>
    </p:spTree>
    <p:extLst>
      <p:ext uri="{BB962C8B-B14F-4D97-AF65-F5344CB8AC3E}">
        <p14:creationId xmlns:p14="http://schemas.microsoft.com/office/powerpoint/2010/main" val="2277827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4A4AE-E3E3-01AF-B03E-D06C154666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467B171-CBE7-746E-62A4-068AFE3064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CC22E9-CC84-B896-7B79-8F817553D62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B5BFA3A-5E17-216B-B826-E7C0085F6D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77866F-26A8-FC23-E076-2632B566DE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6674730-3835-0398-3692-2B12109F4509}"/>
              </a:ext>
            </a:extLst>
          </p:cNvPr>
          <p:cNvSpPr>
            <a:spLocks noGrp="1"/>
          </p:cNvSpPr>
          <p:nvPr>
            <p:ph type="dt" sz="half" idx="10"/>
          </p:nvPr>
        </p:nvSpPr>
        <p:spPr/>
        <p:txBody>
          <a:bodyPr/>
          <a:lstStyle/>
          <a:p>
            <a:fld id="{CADA62EE-E496-49C3-9C0F-7B0BA510803F}" type="datetimeFigureOut">
              <a:rPr lang="en-IN" smtClean="0"/>
              <a:t>29-02-2024</a:t>
            </a:fld>
            <a:endParaRPr lang="en-IN"/>
          </a:p>
        </p:txBody>
      </p:sp>
      <p:sp>
        <p:nvSpPr>
          <p:cNvPr id="8" name="Footer Placeholder 7">
            <a:extLst>
              <a:ext uri="{FF2B5EF4-FFF2-40B4-BE49-F238E27FC236}">
                <a16:creationId xmlns:a16="http://schemas.microsoft.com/office/drawing/2014/main" id="{C2F33041-D0A1-8B19-A70B-69F56F41A40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F0F9C2C-932A-5270-131A-C3644F1D6CF2}"/>
              </a:ext>
            </a:extLst>
          </p:cNvPr>
          <p:cNvSpPr>
            <a:spLocks noGrp="1"/>
          </p:cNvSpPr>
          <p:nvPr>
            <p:ph type="sldNum" sz="quarter" idx="12"/>
          </p:nvPr>
        </p:nvSpPr>
        <p:spPr/>
        <p:txBody>
          <a:bodyPr/>
          <a:lstStyle/>
          <a:p>
            <a:fld id="{343830E5-4021-4D24-8814-A8513AD9B1E6}" type="slidenum">
              <a:rPr lang="en-IN" smtClean="0"/>
              <a:t>‹#›</a:t>
            </a:fld>
            <a:endParaRPr lang="en-IN"/>
          </a:p>
        </p:txBody>
      </p:sp>
    </p:spTree>
    <p:extLst>
      <p:ext uri="{BB962C8B-B14F-4D97-AF65-F5344CB8AC3E}">
        <p14:creationId xmlns:p14="http://schemas.microsoft.com/office/powerpoint/2010/main" val="3977623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1227C-3254-5151-D655-CECC82B3D73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6B2678D-B55A-D4C7-9930-07C6321F8CBB}"/>
              </a:ext>
            </a:extLst>
          </p:cNvPr>
          <p:cNvSpPr>
            <a:spLocks noGrp="1"/>
          </p:cNvSpPr>
          <p:nvPr>
            <p:ph type="dt" sz="half" idx="10"/>
          </p:nvPr>
        </p:nvSpPr>
        <p:spPr/>
        <p:txBody>
          <a:bodyPr/>
          <a:lstStyle/>
          <a:p>
            <a:fld id="{CADA62EE-E496-49C3-9C0F-7B0BA510803F}" type="datetimeFigureOut">
              <a:rPr lang="en-IN" smtClean="0"/>
              <a:t>29-02-2024</a:t>
            </a:fld>
            <a:endParaRPr lang="en-IN"/>
          </a:p>
        </p:txBody>
      </p:sp>
      <p:sp>
        <p:nvSpPr>
          <p:cNvPr id="4" name="Footer Placeholder 3">
            <a:extLst>
              <a:ext uri="{FF2B5EF4-FFF2-40B4-BE49-F238E27FC236}">
                <a16:creationId xmlns:a16="http://schemas.microsoft.com/office/drawing/2014/main" id="{C3CF69FA-9BAE-96B3-7180-75B77EBD966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B4D71A1-F111-01BE-776F-35D8DAD2D984}"/>
              </a:ext>
            </a:extLst>
          </p:cNvPr>
          <p:cNvSpPr>
            <a:spLocks noGrp="1"/>
          </p:cNvSpPr>
          <p:nvPr>
            <p:ph type="sldNum" sz="quarter" idx="12"/>
          </p:nvPr>
        </p:nvSpPr>
        <p:spPr/>
        <p:txBody>
          <a:bodyPr/>
          <a:lstStyle/>
          <a:p>
            <a:fld id="{343830E5-4021-4D24-8814-A8513AD9B1E6}" type="slidenum">
              <a:rPr lang="en-IN" smtClean="0"/>
              <a:t>‹#›</a:t>
            </a:fld>
            <a:endParaRPr lang="en-IN"/>
          </a:p>
        </p:txBody>
      </p:sp>
    </p:spTree>
    <p:extLst>
      <p:ext uri="{BB962C8B-B14F-4D97-AF65-F5344CB8AC3E}">
        <p14:creationId xmlns:p14="http://schemas.microsoft.com/office/powerpoint/2010/main" val="2406941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CFCACC-BC93-FFCE-B165-EAAD552C9C4C}"/>
              </a:ext>
            </a:extLst>
          </p:cNvPr>
          <p:cNvSpPr>
            <a:spLocks noGrp="1"/>
          </p:cNvSpPr>
          <p:nvPr>
            <p:ph type="dt" sz="half" idx="10"/>
          </p:nvPr>
        </p:nvSpPr>
        <p:spPr/>
        <p:txBody>
          <a:bodyPr/>
          <a:lstStyle/>
          <a:p>
            <a:fld id="{CADA62EE-E496-49C3-9C0F-7B0BA510803F}" type="datetimeFigureOut">
              <a:rPr lang="en-IN" smtClean="0"/>
              <a:t>29-02-2024</a:t>
            </a:fld>
            <a:endParaRPr lang="en-IN"/>
          </a:p>
        </p:txBody>
      </p:sp>
      <p:sp>
        <p:nvSpPr>
          <p:cNvPr id="3" name="Footer Placeholder 2">
            <a:extLst>
              <a:ext uri="{FF2B5EF4-FFF2-40B4-BE49-F238E27FC236}">
                <a16:creationId xmlns:a16="http://schemas.microsoft.com/office/drawing/2014/main" id="{3FE81F83-21D6-D743-5AA4-3DEA17C40F6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F8DE6D4-EDFF-E3D9-A7E0-68F2A0115C10}"/>
              </a:ext>
            </a:extLst>
          </p:cNvPr>
          <p:cNvSpPr>
            <a:spLocks noGrp="1"/>
          </p:cNvSpPr>
          <p:nvPr>
            <p:ph type="sldNum" sz="quarter" idx="12"/>
          </p:nvPr>
        </p:nvSpPr>
        <p:spPr/>
        <p:txBody>
          <a:bodyPr/>
          <a:lstStyle/>
          <a:p>
            <a:fld id="{343830E5-4021-4D24-8814-A8513AD9B1E6}" type="slidenum">
              <a:rPr lang="en-IN" smtClean="0"/>
              <a:t>‹#›</a:t>
            </a:fld>
            <a:endParaRPr lang="en-IN"/>
          </a:p>
        </p:txBody>
      </p:sp>
    </p:spTree>
    <p:extLst>
      <p:ext uri="{BB962C8B-B14F-4D97-AF65-F5344CB8AC3E}">
        <p14:creationId xmlns:p14="http://schemas.microsoft.com/office/powerpoint/2010/main" val="3978119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0B4D1-CC45-FD68-48D0-4A87623A6E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5DCAB7F-156F-E640-9203-B4FB032D91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8C89BE1-EFB2-BB17-6C2F-48320305E9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9614D9-CBAE-CC6A-21E8-A6F874D5DAFB}"/>
              </a:ext>
            </a:extLst>
          </p:cNvPr>
          <p:cNvSpPr>
            <a:spLocks noGrp="1"/>
          </p:cNvSpPr>
          <p:nvPr>
            <p:ph type="dt" sz="half" idx="10"/>
          </p:nvPr>
        </p:nvSpPr>
        <p:spPr/>
        <p:txBody>
          <a:bodyPr/>
          <a:lstStyle/>
          <a:p>
            <a:fld id="{CADA62EE-E496-49C3-9C0F-7B0BA510803F}" type="datetimeFigureOut">
              <a:rPr lang="en-IN" smtClean="0"/>
              <a:t>29-02-2024</a:t>
            </a:fld>
            <a:endParaRPr lang="en-IN"/>
          </a:p>
        </p:txBody>
      </p:sp>
      <p:sp>
        <p:nvSpPr>
          <p:cNvPr id="6" name="Footer Placeholder 5">
            <a:extLst>
              <a:ext uri="{FF2B5EF4-FFF2-40B4-BE49-F238E27FC236}">
                <a16:creationId xmlns:a16="http://schemas.microsoft.com/office/drawing/2014/main" id="{D310514C-79F0-F39A-31A3-DF8136CE5C0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F2A8E65-E0E1-0C27-43D4-8DF200762A68}"/>
              </a:ext>
            </a:extLst>
          </p:cNvPr>
          <p:cNvSpPr>
            <a:spLocks noGrp="1"/>
          </p:cNvSpPr>
          <p:nvPr>
            <p:ph type="sldNum" sz="quarter" idx="12"/>
          </p:nvPr>
        </p:nvSpPr>
        <p:spPr/>
        <p:txBody>
          <a:bodyPr/>
          <a:lstStyle/>
          <a:p>
            <a:fld id="{343830E5-4021-4D24-8814-A8513AD9B1E6}" type="slidenum">
              <a:rPr lang="en-IN" smtClean="0"/>
              <a:t>‹#›</a:t>
            </a:fld>
            <a:endParaRPr lang="en-IN"/>
          </a:p>
        </p:txBody>
      </p:sp>
    </p:spTree>
    <p:extLst>
      <p:ext uri="{BB962C8B-B14F-4D97-AF65-F5344CB8AC3E}">
        <p14:creationId xmlns:p14="http://schemas.microsoft.com/office/powerpoint/2010/main" val="2048782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32368-D844-BC84-09EF-53A4F8C2B6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4BEA4B7-1176-F917-CF90-ABBFE91918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6C9CE6C-E295-D831-8554-535AEA5D71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AAD4CD-6EA2-FC42-9668-9F63F7A94045}"/>
              </a:ext>
            </a:extLst>
          </p:cNvPr>
          <p:cNvSpPr>
            <a:spLocks noGrp="1"/>
          </p:cNvSpPr>
          <p:nvPr>
            <p:ph type="dt" sz="half" idx="10"/>
          </p:nvPr>
        </p:nvSpPr>
        <p:spPr/>
        <p:txBody>
          <a:bodyPr/>
          <a:lstStyle/>
          <a:p>
            <a:fld id="{CADA62EE-E496-49C3-9C0F-7B0BA510803F}" type="datetimeFigureOut">
              <a:rPr lang="en-IN" smtClean="0"/>
              <a:t>29-02-2024</a:t>
            </a:fld>
            <a:endParaRPr lang="en-IN"/>
          </a:p>
        </p:txBody>
      </p:sp>
      <p:sp>
        <p:nvSpPr>
          <p:cNvPr id="6" name="Footer Placeholder 5">
            <a:extLst>
              <a:ext uri="{FF2B5EF4-FFF2-40B4-BE49-F238E27FC236}">
                <a16:creationId xmlns:a16="http://schemas.microsoft.com/office/drawing/2014/main" id="{1D743ECC-46F2-AEEA-0999-E40D689C10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606C1A1-7A06-15E7-9F7D-13C752E8F6E5}"/>
              </a:ext>
            </a:extLst>
          </p:cNvPr>
          <p:cNvSpPr>
            <a:spLocks noGrp="1"/>
          </p:cNvSpPr>
          <p:nvPr>
            <p:ph type="sldNum" sz="quarter" idx="12"/>
          </p:nvPr>
        </p:nvSpPr>
        <p:spPr/>
        <p:txBody>
          <a:bodyPr/>
          <a:lstStyle/>
          <a:p>
            <a:fld id="{343830E5-4021-4D24-8814-A8513AD9B1E6}" type="slidenum">
              <a:rPr lang="en-IN" smtClean="0"/>
              <a:t>‹#›</a:t>
            </a:fld>
            <a:endParaRPr lang="en-IN"/>
          </a:p>
        </p:txBody>
      </p:sp>
    </p:spTree>
    <p:extLst>
      <p:ext uri="{BB962C8B-B14F-4D97-AF65-F5344CB8AC3E}">
        <p14:creationId xmlns:p14="http://schemas.microsoft.com/office/powerpoint/2010/main" val="4180019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B85D5-8FB8-B907-E45F-294C8F194F1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4BC7CCE-FEC8-DE36-215B-58253DFB46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E6AD83-C302-C817-4EC4-B8C07A3F921F}"/>
              </a:ext>
            </a:extLst>
          </p:cNvPr>
          <p:cNvSpPr>
            <a:spLocks noGrp="1"/>
          </p:cNvSpPr>
          <p:nvPr>
            <p:ph type="dt" sz="half" idx="10"/>
          </p:nvPr>
        </p:nvSpPr>
        <p:spPr/>
        <p:txBody>
          <a:bodyPr/>
          <a:lstStyle/>
          <a:p>
            <a:fld id="{CADA62EE-E496-49C3-9C0F-7B0BA510803F}" type="datetimeFigureOut">
              <a:rPr lang="en-IN" smtClean="0"/>
              <a:t>29-02-2024</a:t>
            </a:fld>
            <a:endParaRPr lang="en-IN"/>
          </a:p>
        </p:txBody>
      </p:sp>
      <p:sp>
        <p:nvSpPr>
          <p:cNvPr id="5" name="Footer Placeholder 4">
            <a:extLst>
              <a:ext uri="{FF2B5EF4-FFF2-40B4-BE49-F238E27FC236}">
                <a16:creationId xmlns:a16="http://schemas.microsoft.com/office/drawing/2014/main" id="{ADAFACC4-75ED-85C4-C233-AF8C5CD473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31F7F1-D4F9-18C2-4A47-21DAC233C365}"/>
              </a:ext>
            </a:extLst>
          </p:cNvPr>
          <p:cNvSpPr>
            <a:spLocks noGrp="1"/>
          </p:cNvSpPr>
          <p:nvPr>
            <p:ph type="sldNum" sz="quarter" idx="12"/>
          </p:nvPr>
        </p:nvSpPr>
        <p:spPr/>
        <p:txBody>
          <a:bodyPr/>
          <a:lstStyle/>
          <a:p>
            <a:fld id="{343830E5-4021-4D24-8814-A8513AD9B1E6}" type="slidenum">
              <a:rPr lang="en-IN" smtClean="0"/>
              <a:t>‹#›</a:t>
            </a:fld>
            <a:endParaRPr lang="en-IN"/>
          </a:p>
        </p:txBody>
      </p:sp>
    </p:spTree>
    <p:extLst>
      <p:ext uri="{BB962C8B-B14F-4D97-AF65-F5344CB8AC3E}">
        <p14:creationId xmlns:p14="http://schemas.microsoft.com/office/powerpoint/2010/main" val="15050555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3F5FFC-98CF-0556-9616-9DB2FA1F1CC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0614434-8B19-082E-EAD4-8436B452ED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E72AB4-19F2-140D-90AC-F1C9E880E707}"/>
              </a:ext>
            </a:extLst>
          </p:cNvPr>
          <p:cNvSpPr>
            <a:spLocks noGrp="1"/>
          </p:cNvSpPr>
          <p:nvPr>
            <p:ph type="dt" sz="half" idx="10"/>
          </p:nvPr>
        </p:nvSpPr>
        <p:spPr/>
        <p:txBody>
          <a:bodyPr/>
          <a:lstStyle/>
          <a:p>
            <a:fld id="{CADA62EE-E496-49C3-9C0F-7B0BA510803F}" type="datetimeFigureOut">
              <a:rPr lang="en-IN" smtClean="0"/>
              <a:t>29-02-2024</a:t>
            </a:fld>
            <a:endParaRPr lang="en-IN"/>
          </a:p>
        </p:txBody>
      </p:sp>
      <p:sp>
        <p:nvSpPr>
          <p:cNvPr id="5" name="Footer Placeholder 4">
            <a:extLst>
              <a:ext uri="{FF2B5EF4-FFF2-40B4-BE49-F238E27FC236}">
                <a16:creationId xmlns:a16="http://schemas.microsoft.com/office/drawing/2014/main" id="{8998D88E-32BD-F81D-D062-BC112A06D7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EFBBB2-F26E-2180-77B9-467FCBE4602E}"/>
              </a:ext>
            </a:extLst>
          </p:cNvPr>
          <p:cNvSpPr>
            <a:spLocks noGrp="1"/>
          </p:cNvSpPr>
          <p:nvPr>
            <p:ph type="sldNum" sz="quarter" idx="12"/>
          </p:nvPr>
        </p:nvSpPr>
        <p:spPr/>
        <p:txBody>
          <a:bodyPr/>
          <a:lstStyle/>
          <a:p>
            <a:fld id="{343830E5-4021-4D24-8814-A8513AD9B1E6}" type="slidenum">
              <a:rPr lang="en-IN" smtClean="0"/>
              <a:t>‹#›</a:t>
            </a:fld>
            <a:endParaRPr lang="en-IN"/>
          </a:p>
        </p:txBody>
      </p:sp>
    </p:spTree>
    <p:extLst>
      <p:ext uri="{BB962C8B-B14F-4D97-AF65-F5344CB8AC3E}">
        <p14:creationId xmlns:p14="http://schemas.microsoft.com/office/powerpoint/2010/main" val="14348051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F5DFF1-7A21-1171-DB89-ACC275F38C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EA1D069-3F01-422D-DB83-C09BBDBDA1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4E1C33-858E-9A47-4D30-8D1A7D0F6A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DA62EE-E496-49C3-9C0F-7B0BA510803F}" type="datetimeFigureOut">
              <a:rPr lang="en-IN" smtClean="0"/>
              <a:t>29-02-2024</a:t>
            </a:fld>
            <a:endParaRPr lang="en-IN"/>
          </a:p>
        </p:txBody>
      </p:sp>
      <p:sp>
        <p:nvSpPr>
          <p:cNvPr id="5" name="Footer Placeholder 4">
            <a:extLst>
              <a:ext uri="{FF2B5EF4-FFF2-40B4-BE49-F238E27FC236}">
                <a16:creationId xmlns:a16="http://schemas.microsoft.com/office/drawing/2014/main" id="{CAEFF38C-9006-5C82-97C8-F51E276551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0B6EC69-9AAA-56A7-3D34-195C94D53D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3830E5-4021-4D24-8814-A8513AD9B1E6}" type="slidenum">
              <a:rPr lang="en-IN" smtClean="0"/>
              <a:t>‹#›</a:t>
            </a:fld>
            <a:endParaRPr lang="en-IN"/>
          </a:p>
        </p:txBody>
      </p:sp>
    </p:spTree>
    <p:extLst>
      <p:ext uri="{BB962C8B-B14F-4D97-AF65-F5344CB8AC3E}">
        <p14:creationId xmlns:p14="http://schemas.microsoft.com/office/powerpoint/2010/main" val="6380628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867BD-3CB5-DE92-E9BE-22DE0CF7E8E8}"/>
              </a:ext>
            </a:extLst>
          </p:cNvPr>
          <p:cNvSpPr>
            <a:spLocks noGrp="1"/>
          </p:cNvSpPr>
          <p:nvPr>
            <p:ph type="ctrTitle"/>
          </p:nvPr>
        </p:nvSpPr>
        <p:spPr/>
        <p:txBody>
          <a:bodyPr/>
          <a:lstStyle/>
          <a:p>
            <a:r>
              <a:rPr lang="en-IN" dirty="0">
                <a:latin typeface="Times New Roman" panose="02020603050405020304" pitchFamily="18" charset="0"/>
                <a:cs typeface="Times New Roman" panose="02020603050405020304" pitchFamily="18" charset="0"/>
              </a:rPr>
              <a:t>Module 2</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Part_02</a:t>
            </a:r>
          </a:p>
        </p:txBody>
      </p:sp>
      <p:sp>
        <p:nvSpPr>
          <p:cNvPr id="3" name="Subtitle 2">
            <a:extLst>
              <a:ext uri="{FF2B5EF4-FFF2-40B4-BE49-F238E27FC236}">
                <a16:creationId xmlns:a16="http://schemas.microsoft.com/office/drawing/2014/main" id="{2F21F154-31A8-0F17-6C32-F4CA1954CA79}"/>
              </a:ext>
            </a:extLst>
          </p:cNvPr>
          <p:cNvSpPr>
            <a:spLocks noGrp="1"/>
          </p:cNvSpPr>
          <p:nvPr>
            <p:ph type="subTitle" idx="1"/>
          </p:nvPr>
        </p:nvSpPr>
        <p:spPr/>
        <p:txBody>
          <a:bodyPr/>
          <a:lstStyle/>
          <a:p>
            <a:pPr algn="r"/>
            <a:r>
              <a:rPr lang="en-IN" i="1" dirty="0">
                <a:latin typeface="Times New Roman" panose="02020603050405020304" pitchFamily="18" charset="0"/>
                <a:cs typeface="Times New Roman" panose="02020603050405020304" pitchFamily="18" charset="0"/>
              </a:rPr>
              <a:t>Prepared by</a:t>
            </a:r>
          </a:p>
          <a:p>
            <a:pPr algn="r"/>
            <a:r>
              <a:rPr lang="en-IN" i="1" dirty="0">
                <a:latin typeface="Times New Roman" panose="02020603050405020304" pitchFamily="18" charset="0"/>
                <a:cs typeface="Times New Roman" panose="02020603050405020304" pitchFamily="18" charset="0"/>
              </a:rPr>
              <a:t>Jesna J S</a:t>
            </a:r>
          </a:p>
          <a:p>
            <a:pPr algn="r"/>
            <a:r>
              <a:rPr lang="en-IN" i="1" dirty="0">
                <a:latin typeface="Times New Roman" panose="02020603050405020304" pitchFamily="18" charset="0"/>
                <a:cs typeface="Times New Roman" panose="02020603050405020304" pitchFamily="18" charset="0"/>
              </a:rPr>
              <a:t>Assistant Professor CSE, TKMCE</a:t>
            </a:r>
          </a:p>
        </p:txBody>
      </p:sp>
    </p:spTree>
    <p:extLst>
      <p:ext uri="{BB962C8B-B14F-4D97-AF65-F5344CB8AC3E}">
        <p14:creationId xmlns:p14="http://schemas.microsoft.com/office/powerpoint/2010/main" val="13452907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9C964-714B-178B-ECA8-DB8793AD8A2D}"/>
              </a:ext>
            </a:extLst>
          </p:cNvPr>
          <p:cNvSpPr>
            <a:spLocks noGrp="1"/>
          </p:cNvSpPr>
          <p:nvPr>
            <p:ph type="title"/>
          </p:nvPr>
        </p:nvSpPr>
        <p:spPr/>
        <p:txBody>
          <a:bodyPr/>
          <a:lstStyle/>
          <a:p>
            <a:r>
              <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Why coordinator?</a:t>
            </a:r>
          </a:p>
        </p:txBody>
      </p:sp>
      <p:sp>
        <p:nvSpPr>
          <p:cNvPr id="3" name="Content Placeholder 2">
            <a:extLst>
              <a:ext uri="{FF2B5EF4-FFF2-40B4-BE49-F238E27FC236}">
                <a16:creationId xmlns:a16="http://schemas.microsoft.com/office/drawing/2014/main" id="{59572A60-F1C7-C7B4-5471-20CFE3D26DC3}"/>
              </a:ext>
            </a:extLst>
          </p:cNvPr>
          <p:cNvSpPr>
            <a:spLocks noGrp="1"/>
          </p:cNvSpPr>
          <p:nvPr>
            <p:ph idx="1"/>
          </p:nvPr>
        </p:nvSpPr>
        <p:spPr/>
        <p:txBody>
          <a:bodyPr/>
          <a:lstStyle/>
          <a:p>
            <a:pPr algn="just"/>
            <a:r>
              <a:rPr lang="en-US" b="1" dirty="0">
                <a:effectLst/>
                <a:latin typeface="Times New Roman" panose="02020603050405020304" pitchFamily="18" charset="0"/>
                <a:cs typeface="Times New Roman" panose="02020603050405020304" pitchFamily="18" charset="0"/>
              </a:rPr>
              <a:t>Distributed Algorithm</a:t>
            </a:r>
            <a:r>
              <a:rPr lang="en-US" b="0" dirty="0">
                <a:effectLst/>
                <a:latin typeface="Times New Roman" panose="02020603050405020304" pitchFamily="18" charset="0"/>
                <a:cs typeface="Times New Roman" panose="02020603050405020304" pitchFamily="18" charset="0"/>
              </a:rPr>
              <a:t> is an algorithm that runs on a distributed system. </a:t>
            </a:r>
          </a:p>
          <a:p>
            <a:pPr algn="just"/>
            <a:r>
              <a:rPr lang="en-US" b="0" i="1" dirty="0">
                <a:effectLst/>
                <a:latin typeface="Times New Roman" panose="02020603050405020304" pitchFamily="18" charset="0"/>
                <a:cs typeface="Times New Roman" panose="02020603050405020304" pitchFamily="18" charset="0"/>
              </a:rPr>
              <a:t>Distributed system is a collection of independent computers that do not share their memory. Each processor has its own memory and they communicate via communication networks. Communication in networks is implemented in a process on one machine communicating with a process on another machine. </a:t>
            </a:r>
          </a:p>
          <a:p>
            <a:pPr algn="just"/>
            <a:r>
              <a:rPr lang="en-US" b="0" dirty="0">
                <a:effectLst/>
                <a:highlight>
                  <a:srgbClr val="FFFF00"/>
                </a:highlight>
                <a:latin typeface="Times New Roman" panose="02020603050405020304" pitchFamily="18" charset="0"/>
                <a:cs typeface="Times New Roman" panose="02020603050405020304" pitchFamily="18" charset="0"/>
              </a:rPr>
              <a:t>Many algorithms used in the distributed system require a coordinator that performs functions needed by other processes in the system.</a:t>
            </a:r>
            <a:endParaRPr lang="en-IN"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5768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F4656-574F-5546-499F-24E32D70EBA9}"/>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Election Algorithm</a:t>
            </a:r>
          </a:p>
        </p:txBody>
      </p:sp>
      <p:sp>
        <p:nvSpPr>
          <p:cNvPr id="3" name="Content Placeholder 2">
            <a:extLst>
              <a:ext uri="{FF2B5EF4-FFF2-40B4-BE49-F238E27FC236}">
                <a16:creationId xmlns:a16="http://schemas.microsoft.com/office/drawing/2014/main" id="{6FFD95FC-EF1C-A6C7-5A56-BA05173EC5C5}"/>
              </a:ext>
            </a:extLst>
          </p:cNvPr>
          <p:cNvSpPr>
            <a:spLocks noGrp="1"/>
          </p:cNvSpPr>
          <p:nvPr>
            <p:ph idx="1"/>
          </p:nvPr>
        </p:nvSpPr>
        <p:spPr>
          <a:xfrm>
            <a:off x="838200" y="1546412"/>
            <a:ext cx="10515600" cy="4946463"/>
          </a:xfrm>
        </p:spPr>
        <p:txBody>
          <a:bodyPr>
            <a:normAutofit/>
          </a:bodyPr>
          <a:lstStyle/>
          <a:p>
            <a:pPr algn="just"/>
            <a:r>
              <a:rPr lang="en-US" dirty="0">
                <a:latin typeface="Times New Roman" panose="02020603050405020304" pitchFamily="18" charset="0"/>
                <a:cs typeface="Times New Roman" panose="02020603050405020304" pitchFamily="18" charset="0"/>
              </a:rPr>
              <a:t>All the processes agree on such a common distinguished process called </a:t>
            </a:r>
            <a:r>
              <a:rPr lang="en-US" dirty="0">
                <a:highlight>
                  <a:srgbClr val="FFFF00"/>
                </a:highlight>
                <a:latin typeface="Times New Roman" panose="02020603050405020304" pitchFamily="18" charset="0"/>
                <a:cs typeface="Times New Roman" panose="02020603050405020304" pitchFamily="18" charset="0"/>
              </a:rPr>
              <a:t>leader</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An algorithm for choosing a unique process to play a particular role (coordinator) is called an </a:t>
            </a:r>
            <a:r>
              <a:rPr lang="en-US" dirty="0">
                <a:highlight>
                  <a:srgbClr val="FFFF00"/>
                </a:highlight>
                <a:latin typeface="Times New Roman" panose="02020603050405020304" pitchFamily="18" charset="0"/>
                <a:cs typeface="Times New Roman" panose="02020603050405020304" pitchFamily="18" charset="0"/>
              </a:rPr>
              <a:t>election algorithm</a:t>
            </a:r>
            <a:r>
              <a:rPr lang="en-US" dirty="0">
                <a:latin typeface="Times New Roman" panose="02020603050405020304" pitchFamily="18" charset="0"/>
                <a:cs typeface="Times New Roman" panose="02020603050405020304" pitchFamily="18" charset="0"/>
              </a:rPr>
              <a:t>.</a:t>
            </a:r>
          </a:p>
          <a:p>
            <a:pPr algn="just"/>
            <a:r>
              <a:rPr lang="en-US" b="1" i="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Election algorithms</a:t>
            </a:r>
            <a:r>
              <a:rPr lang="en-US" b="0" i="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are designed to choose a coordinator</a:t>
            </a:r>
            <a:endParaRPr lang="en-US"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It is essential that all the processes agree on the choice.</a:t>
            </a:r>
          </a:p>
          <a:p>
            <a:pPr algn="just"/>
            <a:r>
              <a:rPr lang="en-US" dirty="0">
                <a:latin typeface="Times New Roman" panose="02020603050405020304" pitchFamily="18" charset="0"/>
                <a:cs typeface="Times New Roman" panose="02020603050405020304" pitchFamily="18" charset="0"/>
              </a:rPr>
              <a:t>Afterwards, if the process that plays the role of server wishes to retire then another election is required to choose a replacement.</a:t>
            </a:r>
          </a:p>
        </p:txBody>
      </p:sp>
    </p:spTree>
    <p:extLst>
      <p:ext uri="{BB962C8B-B14F-4D97-AF65-F5344CB8AC3E}">
        <p14:creationId xmlns:p14="http://schemas.microsoft.com/office/powerpoint/2010/main" val="3290627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1EC630-A7F4-F31E-6D32-D15D35E9F536}"/>
              </a:ext>
            </a:extLst>
          </p:cNvPr>
          <p:cNvSpPr>
            <a:spLocks noGrp="1"/>
          </p:cNvSpPr>
          <p:nvPr>
            <p:ph idx="1"/>
          </p:nvPr>
        </p:nvSpPr>
        <p:spPr>
          <a:xfrm>
            <a:off x="838200" y="508000"/>
            <a:ext cx="10388600" cy="5668963"/>
          </a:xfrm>
        </p:spPr>
        <p:txBody>
          <a:bodyPr/>
          <a:lstStyle/>
          <a:p>
            <a:pPr algn="just"/>
            <a:r>
              <a:rPr lang="en-US" b="0" i="0" dirty="0">
                <a:effectLst/>
                <a:latin typeface="Times New Roman" panose="02020603050405020304" pitchFamily="18" charset="0"/>
                <a:cs typeface="Times New Roman" panose="02020603050405020304" pitchFamily="18" charset="0"/>
              </a:rPr>
              <a:t>Election algorithms choose a process from a group of processors to act as a coordinator. </a:t>
            </a:r>
          </a:p>
          <a:p>
            <a:pPr algn="just"/>
            <a:r>
              <a:rPr lang="en-US" b="0" i="0" dirty="0">
                <a:effectLst/>
                <a:latin typeface="Times New Roman" panose="02020603050405020304" pitchFamily="18" charset="0"/>
                <a:cs typeface="Times New Roman" panose="02020603050405020304" pitchFamily="18" charset="0"/>
              </a:rPr>
              <a:t>If the coordinator process crashes due to some reasons, then a new coordinator is elected on other processor. </a:t>
            </a:r>
          </a:p>
          <a:p>
            <a:pPr algn="just"/>
            <a:r>
              <a:rPr lang="en-US" b="0" i="0" dirty="0">
                <a:effectLst/>
                <a:latin typeface="Times New Roman" panose="02020603050405020304" pitchFamily="18" charset="0"/>
                <a:cs typeface="Times New Roman" panose="02020603050405020304" pitchFamily="18" charset="0"/>
              </a:rPr>
              <a:t>Election algorithm basically determines where a new copy of the coordinator should be restarted. </a:t>
            </a:r>
          </a:p>
          <a:p>
            <a:pPr algn="just"/>
            <a:r>
              <a:rPr lang="en-US" b="0" i="0" dirty="0">
                <a:effectLst/>
                <a:latin typeface="Times New Roman" panose="02020603050405020304" pitchFamily="18" charset="0"/>
                <a:cs typeface="Times New Roman" panose="02020603050405020304" pitchFamily="18" charset="0"/>
              </a:rPr>
              <a:t>Election algorithm assumes that every active process in the system has a </a:t>
            </a:r>
            <a:r>
              <a:rPr lang="en-US" b="0" i="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unique priority number</a:t>
            </a:r>
            <a:r>
              <a:rPr lang="en-US" b="0" i="0" dirty="0">
                <a:effectLst/>
                <a:latin typeface="Times New Roman" panose="02020603050405020304" pitchFamily="18" charset="0"/>
                <a:cs typeface="Times New Roman" panose="02020603050405020304" pitchFamily="18" charset="0"/>
              </a:rPr>
              <a:t>. </a:t>
            </a:r>
          </a:p>
          <a:p>
            <a:pPr algn="just"/>
            <a:r>
              <a:rPr lang="en-US" b="0" i="0" dirty="0">
                <a:effectLst/>
                <a:highlight>
                  <a:srgbClr val="FFFF00"/>
                </a:highlight>
                <a:latin typeface="Times New Roman" panose="02020603050405020304" pitchFamily="18" charset="0"/>
                <a:cs typeface="Times New Roman" panose="02020603050405020304" pitchFamily="18" charset="0"/>
              </a:rPr>
              <a:t>The process with highest priority will be chosen as a new coordinator.</a:t>
            </a:r>
            <a:endParaRPr lang="en-IN"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006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8DE8BB-1444-EBD4-AD32-3F56A1F24A87}"/>
              </a:ext>
            </a:extLst>
          </p:cNvPr>
          <p:cNvSpPr>
            <a:spLocks noGrp="1"/>
          </p:cNvSpPr>
          <p:nvPr>
            <p:ph idx="1"/>
          </p:nvPr>
        </p:nvSpPr>
        <p:spPr>
          <a:xfrm>
            <a:off x="838200" y="645459"/>
            <a:ext cx="10515600" cy="5531504"/>
          </a:xfrm>
        </p:spPr>
        <p:txBody>
          <a:bodyPr/>
          <a:lstStyle/>
          <a:p>
            <a:pPr algn="just"/>
            <a:r>
              <a:rPr lang="en-US" dirty="0">
                <a:latin typeface="Times New Roman" panose="02020603050405020304" pitchFamily="18" charset="0"/>
                <a:cs typeface="Times New Roman" panose="02020603050405020304" pitchFamily="18" charset="0"/>
              </a:rPr>
              <a:t>We say that a process calls the election if it takes an action that initiates a particular run of the election algorithm.</a:t>
            </a:r>
          </a:p>
          <a:p>
            <a:pPr algn="just"/>
            <a:r>
              <a:rPr lang="en-US" dirty="0">
                <a:latin typeface="Times New Roman" panose="02020603050405020304" pitchFamily="18" charset="0"/>
                <a:cs typeface="Times New Roman" panose="02020603050405020304" pitchFamily="18" charset="0"/>
              </a:rPr>
              <a:t>At any point in time, </a:t>
            </a:r>
          </a:p>
          <a:p>
            <a:pPr lvl="1" algn="just"/>
            <a:r>
              <a:rPr lang="en-US" dirty="0">
                <a:highlight>
                  <a:srgbClr val="FFFF00"/>
                </a:highlight>
                <a:latin typeface="Times New Roman" panose="02020603050405020304" pitchFamily="18" charset="0"/>
                <a:cs typeface="Times New Roman" panose="02020603050405020304" pitchFamily="18" charset="0"/>
              </a:rPr>
              <a:t>a process Pi is either a participant  ::</a:t>
            </a:r>
            <a:r>
              <a:rPr lang="en-US" dirty="0">
                <a:latin typeface="Times New Roman" panose="02020603050405020304" pitchFamily="18" charset="0"/>
                <a:cs typeface="Times New Roman" panose="02020603050405020304" pitchFamily="18" charset="0"/>
              </a:rPr>
              <a:t> meaning that it is engaged in some run of the election algorithm </a:t>
            </a:r>
          </a:p>
          <a:p>
            <a:pPr lvl="1" algn="just"/>
            <a:r>
              <a:rPr lang="en-US" dirty="0">
                <a:latin typeface="Times New Roman" panose="02020603050405020304" pitchFamily="18" charset="0"/>
                <a:cs typeface="Times New Roman" panose="02020603050405020304" pitchFamily="18" charset="0"/>
              </a:rPr>
              <a:t>or </a:t>
            </a:r>
            <a:r>
              <a:rPr lang="en-US" dirty="0">
                <a:highlight>
                  <a:srgbClr val="FFFF00"/>
                </a:highlight>
                <a:latin typeface="Times New Roman" panose="02020603050405020304" pitchFamily="18" charset="0"/>
                <a:cs typeface="Times New Roman" panose="02020603050405020304" pitchFamily="18" charset="0"/>
              </a:rPr>
              <a:t>a non-participant ::</a:t>
            </a:r>
            <a:r>
              <a:rPr lang="en-US" dirty="0">
                <a:latin typeface="Times New Roman" panose="02020603050405020304" pitchFamily="18" charset="0"/>
                <a:cs typeface="Times New Roman" panose="02020603050405020304" pitchFamily="18" charset="0"/>
              </a:rPr>
              <a:t> meaning that it is not currently engaged in any election.</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Two algorithms,</a:t>
            </a:r>
          </a:p>
          <a:p>
            <a:pPr marL="914400" lvl="1" indent="-457200">
              <a:buFont typeface="+mj-lt"/>
              <a:buAutoNum type="arabicPeriod"/>
            </a:pPr>
            <a:r>
              <a:rPr lang="en-US" dirty="0">
                <a:latin typeface="Times New Roman" panose="02020603050405020304" pitchFamily="18" charset="0"/>
                <a:cs typeface="Times New Roman" panose="02020603050405020304" pitchFamily="18" charset="0"/>
              </a:rPr>
              <a:t>A ring-based election algorithm</a:t>
            </a:r>
          </a:p>
          <a:p>
            <a:pPr marL="914400" lvl="1" indent="-457200">
              <a:buFont typeface="+mj-lt"/>
              <a:buAutoNum type="arabicPeriod"/>
            </a:pPr>
            <a:r>
              <a:rPr lang="en-US" dirty="0">
                <a:latin typeface="Times New Roman" panose="02020603050405020304" pitchFamily="18" charset="0"/>
                <a:cs typeface="Times New Roman" panose="02020603050405020304" pitchFamily="18" charset="0"/>
              </a:rPr>
              <a:t>Bully algorithm</a:t>
            </a:r>
            <a:endParaRPr lang="en-IN"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620260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8ADBA-6484-99C5-B26C-45E8517B7F8E}"/>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1. Ring-based election algorithm</a:t>
            </a:r>
          </a:p>
        </p:txBody>
      </p:sp>
      <p:sp>
        <p:nvSpPr>
          <p:cNvPr id="3" name="Content Placeholder 2">
            <a:extLst>
              <a:ext uri="{FF2B5EF4-FFF2-40B4-BE49-F238E27FC236}">
                <a16:creationId xmlns:a16="http://schemas.microsoft.com/office/drawing/2014/main" id="{823DA892-2350-7191-3D0F-DC2FCAD60878}"/>
              </a:ext>
            </a:extLst>
          </p:cNvPr>
          <p:cNvSpPr>
            <a:spLocks noGrp="1"/>
          </p:cNvSpPr>
          <p:nvPr>
            <p:ph idx="1"/>
          </p:nvPr>
        </p:nvSpPr>
        <p:spPr>
          <a:xfrm>
            <a:off x="1093694" y="1865966"/>
            <a:ext cx="10004612" cy="4351338"/>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The goal of this algorithm is to elect a single process called the coordinator.</a:t>
            </a:r>
          </a:p>
          <a:p>
            <a:pPr algn="just"/>
            <a:r>
              <a:rPr lang="en-US" dirty="0">
                <a:latin typeface="Times New Roman" panose="02020603050405020304" pitchFamily="18" charset="0"/>
                <a:cs typeface="Times New Roman" panose="02020603050405020304" pitchFamily="18" charset="0"/>
              </a:rPr>
              <a:t>The nodes are </a:t>
            </a:r>
            <a:r>
              <a:rPr lang="en-US" dirty="0">
                <a:highlight>
                  <a:srgbClr val="FFFF00"/>
                </a:highlight>
                <a:latin typeface="Times New Roman" panose="02020603050405020304" pitchFamily="18" charset="0"/>
                <a:cs typeface="Times New Roman" panose="02020603050405020304" pitchFamily="18" charset="0"/>
              </a:rPr>
              <a:t>arranged in logical ring</a:t>
            </a:r>
            <a:r>
              <a:rPr lang="en-US" dirty="0">
                <a:latin typeface="Times New Roman" panose="02020603050405020304" pitchFamily="18" charset="0"/>
                <a:cs typeface="Times New Roman" panose="02020603050405020304" pitchFamily="18" charset="0"/>
              </a:rPr>
              <a:t>, and the nodes only communicate with their logical neighbors. </a:t>
            </a:r>
          </a:p>
          <a:p>
            <a:pPr algn="just"/>
            <a:r>
              <a:rPr lang="en-US"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Each process p</a:t>
            </a:r>
            <a:r>
              <a:rPr lang="en-US" baseline="-250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r>
              <a:rPr lang="en-US"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has a communication channel to the next process in the ring, p </a:t>
            </a:r>
            <a:r>
              <a:rPr lang="en-US" baseline="-250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baseline="-25000"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r>
              <a:rPr lang="en-US" baseline="-250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+ 1) </a:t>
            </a:r>
            <a:r>
              <a:rPr lang="en-US"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 N , all </a:t>
            </a:r>
            <a:r>
              <a:rPr lang="en-US" dirty="0">
                <a:solidFill>
                  <a:srgbClr val="FF0000"/>
                </a:solidFill>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rPr>
              <a:t>messages are sent clockwise around the ring</a:t>
            </a:r>
            <a:r>
              <a:rPr lang="en-US"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Initially, every process is marked as a non-participant in an election.</a:t>
            </a:r>
          </a:p>
          <a:p>
            <a:pPr algn="just"/>
            <a:r>
              <a:rPr lang="en-US" sz="2800" dirty="0">
                <a:latin typeface="Times New Roman" panose="02020603050405020304" pitchFamily="18" charset="0"/>
                <a:cs typeface="Times New Roman" panose="02020603050405020304" pitchFamily="18" charset="0"/>
              </a:rPr>
              <a:t>Any process can begin an election. </a:t>
            </a:r>
          </a:p>
          <a:p>
            <a:pPr algn="just"/>
            <a:endParaRPr lang="en-US"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2651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23366-8CE5-79D9-8251-4462C38B94FF}"/>
              </a:ext>
            </a:extLst>
          </p:cNvPr>
          <p:cNvSpPr>
            <a:spLocks noGrp="1"/>
          </p:cNvSpPr>
          <p:nvPr>
            <p:ph type="title"/>
          </p:nvPr>
        </p:nvSpPr>
        <p:spPr>
          <a:xfrm>
            <a:off x="6670040" y="5389562"/>
            <a:ext cx="5186680" cy="914718"/>
          </a:xfrm>
        </p:spPr>
        <p:txBody>
          <a:bodyPr>
            <a:normAutofit/>
          </a:bodyPr>
          <a:lstStyle/>
          <a:p>
            <a:r>
              <a:rPr lang="en-IN"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Algorithm</a:t>
            </a:r>
          </a:p>
        </p:txBody>
      </p:sp>
      <p:sp>
        <p:nvSpPr>
          <p:cNvPr id="3" name="Content Placeholder 2">
            <a:extLst>
              <a:ext uri="{FF2B5EF4-FFF2-40B4-BE49-F238E27FC236}">
                <a16:creationId xmlns:a16="http://schemas.microsoft.com/office/drawing/2014/main" id="{FC0737FA-B689-B1BF-B681-7A308DD8FCAE}"/>
              </a:ext>
            </a:extLst>
          </p:cNvPr>
          <p:cNvSpPr>
            <a:spLocks noGrp="1"/>
          </p:cNvSpPr>
          <p:nvPr>
            <p:ph idx="1"/>
          </p:nvPr>
        </p:nvSpPr>
        <p:spPr>
          <a:xfrm>
            <a:off x="436878" y="334962"/>
            <a:ext cx="5201922" cy="6492876"/>
          </a:xfrm>
        </p:spPr>
        <p:txBody>
          <a:bodyPr>
            <a:normAutofit fontScale="92500"/>
          </a:bodyPr>
          <a:lstStyle/>
          <a:p>
            <a:pPr marL="514350" indent="-514350" algn="just">
              <a:buFont typeface="+mj-lt"/>
              <a:buAutoNum type="arabicPeriod"/>
            </a:pPr>
            <a:r>
              <a:rPr lang="en-IN" sz="2400" dirty="0">
                <a:latin typeface="Times New Roman" panose="02020603050405020304" pitchFamily="18" charset="0"/>
                <a:cs typeface="Times New Roman" panose="02020603050405020304" pitchFamily="18" charset="0"/>
              </a:rPr>
              <a:t>When a node notice that the coordinator is crashed, then it will initiates the election by </a:t>
            </a:r>
            <a:r>
              <a:rPr lang="en-US" sz="2400" dirty="0">
                <a:latin typeface="Times New Roman" panose="02020603050405020304" pitchFamily="18" charset="0"/>
                <a:cs typeface="Times New Roman" panose="02020603050405020304" pitchFamily="18" charset="0"/>
              </a:rPr>
              <a:t>placing its identifier in an election message and sending it to its clockwise neighbour.</a:t>
            </a: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When a process receives an election message from its left, it compares the identifier in the message with its own</a:t>
            </a:r>
          </a:p>
          <a:p>
            <a:pPr marL="971550" lvl="1" indent="-514350" algn="just">
              <a:buFont typeface="+mj-lt"/>
              <a:buAutoNum type="alphaLcPeriod"/>
            </a:pPr>
            <a:r>
              <a:rPr lang="en-US" dirty="0">
                <a:latin typeface="Times New Roman" panose="02020603050405020304" pitchFamily="18" charset="0"/>
                <a:cs typeface="Times New Roman" panose="02020603050405020304" pitchFamily="18" charset="0"/>
              </a:rPr>
              <a:t>If the arrived identifier is smaller and the receiver is not a participant, then it substitutes its own identifier in the message and forwards it.</a:t>
            </a:r>
          </a:p>
          <a:p>
            <a:pPr marL="971550" lvl="1" indent="-514350" algn="just">
              <a:buFont typeface="+mj-lt"/>
              <a:buAutoNum type="alphaLcPeriod"/>
            </a:pPr>
            <a:r>
              <a:rPr lang="en-US" dirty="0">
                <a:latin typeface="Times New Roman" panose="02020603050405020304" pitchFamily="18" charset="0"/>
                <a:cs typeface="Times New Roman" panose="02020603050405020304" pitchFamily="18" charset="0"/>
              </a:rPr>
              <a:t>If the arrived identifies list contains its own identifier , then it will stop the election and the process with highest priority(Identifier) will be declared as the coordinator.</a:t>
            </a: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Initiator announces the new coordinator to all other nodes by sending messages.</a:t>
            </a:r>
          </a:p>
          <a:p>
            <a:pPr marL="971550" lvl="1" indent="-514350" algn="just">
              <a:buFont typeface="+mj-lt"/>
              <a:buAutoNum type="alphaLcPeriod"/>
            </a:pPr>
            <a:endParaRPr lang="en-US" dirty="0">
              <a:latin typeface="Times New Roman" panose="02020603050405020304" pitchFamily="18" charset="0"/>
              <a:cs typeface="Times New Roman" panose="02020603050405020304" pitchFamily="18" charset="0"/>
            </a:endParaRPr>
          </a:p>
          <a:p>
            <a:pPr marL="514350" indent="-514350" algn="just">
              <a:buFont typeface="+mj-lt"/>
              <a:buAutoNum type="arabicPeriod"/>
            </a:pPr>
            <a:endParaRPr lang="en-IN" sz="2400" dirty="0">
              <a:latin typeface="Times New Roman" panose="02020603050405020304" pitchFamily="18" charset="0"/>
              <a:cs typeface="Times New Roman" panose="02020603050405020304" pitchFamily="18" charset="0"/>
            </a:endParaRPr>
          </a:p>
        </p:txBody>
      </p:sp>
      <p:sp>
        <p:nvSpPr>
          <p:cNvPr id="6" name="Oval 5">
            <a:extLst>
              <a:ext uri="{FF2B5EF4-FFF2-40B4-BE49-F238E27FC236}">
                <a16:creationId xmlns:a16="http://schemas.microsoft.com/office/drawing/2014/main" id="{51F5184F-EF6A-FF4D-64CA-1C138A916557}"/>
              </a:ext>
            </a:extLst>
          </p:cNvPr>
          <p:cNvSpPr/>
          <p:nvPr/>
        </p:nvSpPr>
        <p:spPr>
          <a:xfrm>
            <a:off x="6934200" y="1290320"/>
            <a:ext cx="589280" cy="6604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scene3d>
              <a:camera prst="orthographicFront"/>
              <a:lightRig rig="soft" dir="t">
                <a:rot lat="0" lon="0" rev="15600000"/>
              </a:lightRig>
            </a:scene3d>
            <a:sp3d extrusionH="57150" prstMaterial="softEdge">
              <a:bevelT w="25400" h="38100"/>
            </a:sp3d>
          </a:bodyPr>
          <a:lstStyle/>
          <a:p>
            <a:pPr algn="ctr"/>
            <a:r>
              <a:rPr lang="en-IN" b="1" dirty="0">
                <a:ln/>
                <a:solidFill>
                  <a:schemeClr val="accent4"/>
                </a:solidFill>
              </a:rPr>
              <a:t>12</a:t>
            </a:r>
          </a:p>
        </p:txBody>
      </p:sp>
      <p:sp>
        <p:nvSpPr>
          <p:cNvPr id="7" name="Oval 6">
            <a:extLst>
              <a:ext uri="{FF2B5EF4-FFF2-40B4-BE49-F238E27FC236}">
                <a16:creationId xmlns:a16="http://schemas.microsoft.com/office/drawing/2014/main" id="{139BB5F7-AC89-DF71-DC7D-CF890328F984}"/>
              </a:ext>
            </a:extLst>
          </p:cNvPr>
          <p:cNvSpPr/>
          <p:nvPr/>
        </p:nvSpPr>
        <p:spPr>
          <a:xfrm>
            <a:off x="6847840" y="3251200"/>
            <a:ext cx="589280" cy="6604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scene3d>
              <a:camera prst="orthographicFront"/>
              <a:lightRig rig="soft" dir="t">
                <a:rot lat="0" lon="0" rev="15600000"/>
              </a:lightRig>
            </a:scene3d>
            <a:sp3d extrusionH="57150" prstMaterial="softEdge">
              <a:bevelT w="25400" h="38100"/>
            </a:sp3d>
          </a:bodyPr>
          <a:lstStyle/>
          <a:p>
            <a:pPr algn="ctr"/>
            <a:r>
              <a:rPr lang="en-IN" b="1" dirty="0">
                <a:ln/>
                <a:solidFill>
                  <a:schemeClr val="accent4"/>
                </a:solidFill>
              </a:rPr>
              <a:t>9</a:t>
            </a:r>
          </a:p>
        </p:txBody>
      </p:sp>
      <p:sp>
        <p:nvSpPr>
          <p:cNvPr id="8" name="Oval 7">
            <a:extLst>
              <a:ext uri="{FF2B5EF4-FFF2-40B4-BE49-F238E27FC236}">
                <a16:creationId xmlns:a16="http://schemas.microsoft.com/office/drawing/2014/main" id="{5872750E-5A49-509F-D012-1F85C9580F4E}"/>
              </a:ext>
            </a:extLst>
          </p:cNvPr>
          <p:cNvSpPr/>
          <p:nvPr/>
        </p:nvSpPr>
        <p:spPr>
          <a:xfrm>
            <a:off x="8686800" y="4267200"/>
            <a:ext cx="589280" cy="6604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scene3d>
              <a:camera prst="orthographicFront"/>
              <a:lightRig rig="soft" dir="t">
                <a:rot lat="0" lon="0" rev="15600000"/>
              </a:lightRig>
            </a:scene3d>
            <a:sp3d extrusionH="57150" prstMaterial="softEdge">
              <a:bevelT w="25400" h="38100"/>
            </a:sp3d>
          </a:bodyPr>
          <a:lstStyle/>
          <a:p>
            <a:pPr algn="ctr"/>
            <a:r>
              <a:rPr lang="en-IN" b="1" dirty="0">
                <a:ln/>
                <a:solidFill>
                  <a:schemeClr val="accent4"/>
                </a:solidFill>
              </a:rPr>
              <a:t>8</a:t>
            </a:r>
          </a:p>
        </p:txBody>
      </p:sp>
      <p:sp>
        <p:nvSpPr>
          <p:cNvPr id="9" name="Oval 8">
            <a:extLst>
              <a:ext uri="{FF2B5EF4-FFF2-40B4-BE49-F238E27FC236}">
                <a16:creationId xmlns:a16="http://schemas.microsoft.com/office/drawing/2014/main" id="{AED02B9A-E192-0449-6EE1-43728A593F8F}"/>
              </a:ext>
            </a:extLst>
          </p:cNvPr>
          <p:cNvSpPr/>
          <p:nvPr/>
        </p:nvSpPr>
        <p:spPr>
          <a:xfrm>
            <a:off x="10576560" y="3251200"/>
            <a:ext cx="589280" cy="6604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scene3d>
              <a:camera prst="orthographicFront"/>
              <a:lightRig rig="soft" dir="t">
                <a:rot lat="0" lon="0" rev="15600000"/>
              </a:lightRig>
            </a:scene3d>
            <a:sp3d extrusionH="57150" prstMaterial="softEdge">
              <a:bevelT w="25400" h="38100"/>
            </a:sp3d>
          </a:bodyPr>
          <a:lstStyle/>
          <a:p>
            <a:pPr algn="ctr"/>
            <a:r>
              <a:rPr lang="en-IN" b="1" dirty="0">
                <a:ln/>
                <a:solidFill>
                  <a:schemeClr val="accent4"/>
                </a:solidFill>
              </a:rPr>
              <a:t>5</a:t>
            </a:r>
          </a:p>
        </p:txBody>
      </p:sp>
      <p:sp>
        <p:nvSpPr>
          <p:cNvPr id="10" name="Oval 9">
            <a:extLst>
              <a:ext uri="{FF2B5EF4-FFF2-40B4-BE49-F238E27FC236}">
                <a16:creationId xmlns:a16="http://schemas.microsoft.com/office/drawing/2014/main" id="{EE0EF397-297F-ABE5-CD83-0402BCEFBC26}"/>
              </a:ext>
            </a:extLst>
          </p:cNvPr>
          <p:cNvSpPr/>
          <p:nvPr/>
        </p:nvSpPr>
        <p:spPr>
          <a:xfrm>
            <a:off x="10434320" y="1214120"/>
            <a:ext cx="589280" cy="6604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scene3d>
              <a:camera prst="orthographicFront"/>
              <a:lightRig rig="soft" dir="t">
                <a:rot lat="0" lon="0" rev="15600000"/>
              </a:lightRig>
            </a:scene3d>
            <a:sp3d extrusionH="57150" prstMaterial="softEdge">
              <a:bevelT w="25400" h="38100"/>
            </a:sp3d>
          </a:bodyPr>
          <a:lstStyle/>
          <a:p>
            <a:pPr algn="ctr"/>
            <a:r>
              <a:rPr lang="en-IN" b="1" dirty="0">
                <a:ln/>
                <a:solidFill>
                  <a:schemeClr val="accent4"/>
                </a:solidFill>
              </a:rPr>
              <a:t>3</a:t>
            </a:r>
          </a:p>
        </p:txBody>
      </p:sp>
      <p:sp>
        <p:nvSpPr>
          <p:cNvPr id="11" name="Oval 10">
            <a:extLst>
              <a:ext uri="{FF2B5EF4-FFF2-40B4-BE49-F238E27FC236}">
                <a16:creationId xmlns:a16="http://schemas.microsoft.com/office/drawing/2014/main" id="{D4B5E199-1648-B53B-0C5F-3A528469D4D0}"/>
              </a:ext>
            </a:extLst>
          </p:cNvPr>
          <p:cNvSpPr/>
          <p:nvPr/>
        </p:nvSpPr>
        <p:spPr>
          <a:xfrm>
            <a:off x="8686800" y="553720"/>
            <a:ext cx="589280" cy="6604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scene3d>
              <a:camera prst="orthographicFront"/>
              <a:lightRig rig="soft" dir="t">
                <a:rot lat="0" lon="0" rev="15600000"/>
              </a:lightRig>
            </a:scene3d>
            <a:sp3d extrusionH="57150" prstMaterial="softEdge">
              <a:bevelT w="25400" h="38100"/>
            </a:sp3d>
          </a:bodyPr>
          <a:lstStyle/>
          <a:p>
            <a:pPr algn="ctr"/>
            <a:r>
              <a:rPr lang="en-IN" b="1" dirty="0">
                <a:ln/>
                <a:solidFill>
                  <a:schemeClr val="accent4"/>
                </a:solidFill>
              </a:rPr>
              <a:t>1</a:t>
            </a:r>
          </a:p>
        </p:txBody>
      </p:sp>
      <p:cxnSp>
        <p:nvCxnSpPr>
          <p:cNvPr id="13" name="Straight Arrow Connector 12">
            <a:extLst>
              <a:ext uri="{FF2B5EF4-FFF2-40B4-BE49-F238E27FC236}">
                <a16:creationId xmlns:a16="http://schemas.microsoft.com/office/drawing/2014/main" id="{5A324057-0A56-48D0-F203-37A0996E59B8}"/>
              </a:ext>
            </a:extLst>
          </p:cNvPr>
          <p:cNvCxnSpPr>
            <a:stCxn id="6" idx="0"/>
            <a:endCxn id="11" idx="2"/>
          </p:cNvCxnSpPr>
          <p:nvPr/>
        </p:nvCxnSpPr>
        <p:spPr>
          <a:xfrm flipV="1">
            <a:off x="7228840" y="883920"/>
            <a:ext cx="1457960" cy="4064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4" name="Straight Arrow Connector 13">
            <a:extLst>
              <a:ext uri="{FF2B5EF4-FFF2-40B4-BE49-F238E27FC236}">
                <a16:creationId xmlns:a16="http://schemas.microsoft.com/office/drawing/2014/main" id="{DB517732-465C-DA77-652E-911BEC3F2325}"/>
              </a:ext>
            </a:extLst>
          </p:cNvPr>
          <p:cNvCxnSpPr>
            <a:cxnSpLocks/>
          </p:cNvCxnSpPr>
          <p:nvPr/>
        </p:nvCxnSpPr>
        <p:spPr>
          <a:xfrm flipH="1" flipV="1">
            <a:off x="7305042" y="3911600"/>
            <a:ext cx="1346198" cy="67056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5" name="Straight Arrow Connector 14">
            <a:extLst>
              <a:ext uri="{FF2B5EF4-FFF2-40B4-BE49-F238E27FC236}">
                <a16:creationId xmlns:a16="http://schemas.microsoft.com/office/drawing/2014/main" id="{DD1FCBDD-0CA8-4815-3796-3DC36516E147}"/>
              </a:ext>
            </a:extLst>
          </p:cNvPr>
          <p:cNvCxnSpPr>
            <a:cxnSpLocks/>
            <a:endCxn id="8" idx="6"/>
          </p:cNvCxnSpPr>
          <p:nvPr/>
        </p:nvCxnSpPr>
        <p:spPr>
          <a:xfrm flipH="1">
            <a:off x="9276080" y="3911600"/>
            <a:ext cx="1452880" cy="6858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6" name="Straight Arrow Connector 15">
            <a:extLst>
              <a:ext uri="{FF2B5EF4-FFF2-40B4-BE49-F238E27FC236}">
                <a16:creationId xmlns:a16="http://schemas.microsoft.com/office/drawing/2014/main" id="{49E86313-D598-FCB5-E87A-E3E4812C6A1E}"/>
              </a:ext>
            </a:extLst>
          </p:cNvPr>
          <p:cNvCxnSpPr>
            <a:cxnSpLocks/>
            <a:endCxn id="9" idx="0"/>
          </p:cNvCxnSpPr>
          <p:nvPr/>
        </p:nvCxnSpPr>
        <p:spPr>
          <a:xfrm>
            <a:off x="10853420" y="1854200"/>
            <a:ext cx="17780" cy="13970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7" name="Straight Arrow Connector 16">
            <a:extLst>
              <a:ext uri="{FF2B5EF4-FFF2-40B4-BE49-F238E27FC236}">
                <a16:creationId xmlns:a16="http://schemas.microsoft.com/office/drawing/2014/main" id="{8958600F-C2FA-419C-184B-0B34D31169F6}"/>
              </a:ext>
            </a:extLst>
          </p:cNvPr>
          <p:cNvCxnSpPr>
            <a:cxnSpLocks/>
            <a:endCxn id="10" idx="0"/>
          </p:cNvCxnSpPr>
          <p:nvPr/>
        </p:nvCxnSpPr>
        <p:spPr>
          <a:xfrm>
            <a:off x="9263380" y="883920"/>
            <a:ext cx="1465580" cy="3302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8" name="Straight Arrow Connector 17">
            <a:extLst>
              <a:ext uri="{FF2B5EF4-FFF2-40B4-BE49-F238E27FC236}">
                <a16:creationId xmlns:a16="http://schemas.microsoft.com/office/drawing/2014/main" id="{897C8877-BC56-727D-83D7-FB9BCEEC2D20}"/>
              </a:ext>
            </a:extLst>
          </p:cNvPr>
          <p:cNvCxnSpPr>
            <a:cxnSpLocks/>
            <a:endCxn id="6" idx="4"/>
          </p:cNvCxnSpPr>
          <p:nvPr/>
        </p:nvCxnSpPr>
        <p:spPr>
          <a:xfrm flipV="1">
            <a:off x="7109460" y="1950720"/>
            <a:ext cx="119380" cy="130048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5" name="TextBox 24">
            <a:extLst>
              <a:ext uri="{FF2B5EF4-FFF2-40B4-BE49-F238E27FC236}">
                <a16:creationId xmlns:a16="http://schemas.microsoft.com/office/drawing/2014/main" id="{09F2C71D-AD13-118B-3A7C-7FB807B4F8A5}"/>
              </a:ext>
            </a:extLst>
          </p:cNvPr>
          <p:cNvSpPr txBox="1"/>
          <p:nvPr/>
        </p:nvSpPr>
        <p:spPr>
          <a:xfrm>
            <a:off x="6096000" y="3429000"/>
            <a:ext cx="442750" cy="369332"/>
          </a:xfrm>
          <a:prstGeom prst="rect">
            <a:avLst/>
          </a:prstGeom>
          <a:noFill/>
        </p:spPr>
        <p:txBody>
          <a:bodyPr wrap="none" rtlCol="0">
            <a:spAutoFit/>
          </a:bodyPr>
          <a:lstStyle/>
          <a:p>
            <a:r>
              <a:rPr lang="en-IN" dirty="0"/>
              <a:t>[9]</a:t>
            </a:r>
          </a:p>
        </p:txBody>
      </p:sp>
      <p:sp>
        <p:nvSpPr>
          <p:cNvPr id="26" name="TextBox 25">
            <a:extLst>
              <a:ext uri="{FF2B5EF4-FFF2-40B4-BE49-F238E27FC236}">
                <a16:creationId xmlns:a16="http://schemas.microsoft.com/office/drawing/2014/main" id="{1D7633BA-FEA5-6351-6FE5-EA7B0720069D}"/>
              </a:ext>
            </a:extLst>
          </p:cNvPr>
          <p:cNvSpPr txBox="1"/>
          <p:nvPr/>
        </p:nvSpPr>
        <p:spPr>
          <a:xfrm>
            <a:off x="6021947" y="1581388"/>
            <a:ext cx="734496" cy="369332"/>
          </a:xfrm>
          <a:prstGeom prst="rect">
            <a:avLst/>
          </a:prstGeom>
          <a:noFill/>
        </p:spPr>
        <p:txBody>
          <a:bodyPr wrap="none" rtlCol="0">
            <a:spAutoFit/>
          </a:bodyPr>
          <a:lstStyle/>
          <a:p>
            <a:r>
              <a:rPr lang="en-IN" dirty="0"/>
              <a:t>[9,12]</a:t>
            </a:r>
          </a:p>
        </p:txBody>
      </p:sp>
      <p:sp>
        <p:nvSpPr>
          <p:cNvPr id="27" name="TextBox 26">
            <a:extLst>
              <a:ext uri="{FF2B5EF4-FFF2-40B4-BE49-F238E27FC236}">
                <a16:creationId xmlns:a16="http://schemas.microsoft.com/office/drawing/2014/main" id="{684931AA-37C6-EB52-8AC1-859F93FB8774}"/>
              </a:ext>
            </a:extLst>
          </p:cNvPr>
          <p:cNvSpPr txBox="1"/>
          <p:nvPr/>
        </p:nvSpPr>
        <p:spPr>
          <a:xfrm>
            <a:off x="8067040" y="205303"/>
            <a:ext cx="909223" cy="646331"/>
          </a:xfrm>
          <a:prstGeom prst="rect">
            <a:avLst/>
          </a:prstGeom>
          <a:noFill/>
        </p:spPr>
        <p:txBody>
          <a:bodyPr wrap="none" rtlCol="0">
            <a:spAutoFit/>
          </a:bodyPr>
          <a:lstStyle/>
          <a:p>
            <a:r>
              <a:rPr lang="en-IN" dirty="0"/>
              <a:t>[9,12,1]</a:t>
            </a:r>
          </a:p>
          <a:p>
            <a:endParaRPr lang="en-IN" dirty="0"/>
          </a:p>
        </p:txBody>
      </p:sp>
      <p:sp>
        <p:nvSpPr>
          <p:cNvPr id="28" name="TextBox 27">
            <a:extLst>
              <a:ext uri="{FF2B5EF4-FFF2-40B4-BE49-F238E27FC236}">
                <a16:creationId xmlns:a16="http://schemas.microsoft.com/office/drawing/2014/main" id="{502A34BF-E141-DA2A-F1ED-DBFA7A4CC16E}"/>
              </a:ext>
            </a:extLst>
          </p:cNvPr>
          <p:cNvSpPr txBox="1"/>
          <p:nvPr/>
        </p:nvSpPr>
        <p:spPr>
          <a:xfrm>
            <a:off x="10660428" y="792054"/>
            <a:ext cx="1083951" cy="646331"/>
          </a:xfrm>
          <a:prstGeom prst="rect">
            <a:avLst/>
          </a:prstGeom>
          <a:noFill/>
        </p:spPr>
        <p:txBody>
          <a:bodyPr wrap="none" rtlCol="0">
            <a:spAutoFit/>
          </a:bodyPr>
          <a:lstStyle/>
          <a:p>
            <a:r>
              <a:rPr lang="en-IN" dirty="0"/>
              <a:t>[9,12,1,3]</a:t>
            </a:r>
          </a:p>
          <a:p>
            <a:endParaRPr lang="en-IN" dirty="0"/>
          </a:p>
        </p:txBody>
      </p:sp>
      <p:sp>
        <p:nvSpPr>
          <p:cNvPr id="29" name="TextBox 28">
            <a:extLst>
              <a:ext uri="{FF2B5EF4-FFF2-40B4-BE49-F238E27FC236}">
                <a16:creationId xmlns:a16="http://schemas.microsoft.com/office/drawing/2014/main" id="{929D730B-41E9-4B91-F4A8-7E4108032C9E}"/>
              </a:ext>
            </a:extLst>
          </p:cNvPr>
          <p:cNvSpPr txBox="1"/>
          <p:nvPr/>
        </p:nvSpPr>
        <p:spPr>
          <a:xfrm>
            <a:off x="10900724" y="2700645"/>
            <a:ext cx="1258678" cy="646331"/>
          </a:xfrm>
          <a:prstGeom prst="rect">
            <a:avLst/>
          </a:prstGeom>
          <a:noFill/>
        </p:spPr>
        <p:txBody>
          <a:bodyPr wrap="none" rtlCol="0">
            <a:spAutoFit/>
          </a:bodyPr>
          <a:lstStyle/>
          <a:p>
            <a:r>
              <a:rPr lang="en-IN" dirty="0"/>
              <a:t>[9,12,1,3,5]</a:t>
            </a:r>
          </a:p>
          <a:p>
            <a:endParaRPr lang="en-IN" dirty="0"/>
          </a:p>
        </p:txBody>
      </p:sp>
      <p:sp>
        <p:nvSpPr>
          <p:cNvPr id="30" name="TextBox 29">
            <a:extLst>
              <a:ext uri="{FF2B5EF4-FFF2-40B4-BE49-F238E27FC236}">
                <a16:creationId xmlns:a16="http://schemas.microsoft.com/office/drawing/2014/main" id="{C568882F-E2B9-56FB-4079-188D8025C732}"/>
              </a:ext>
            </a:extLst>
          </p:cNvPr>
          <p:cNvSpPr txBox="1"/>
          <p:nvPr/>
        </p:nvSpPr>
        <p:spPr>
          <a:xfrm>
            <a:off x="9276080" y="4763551"/>
            <a:ext cx="1433406" cy="646331"/>
          </a:xfrm>
          <a:prstGeom prst="rect">
            <a:avLst/>
          </a:prstGeom>
          <a:noFill/>
        </p:spPr>
        <p:txBody>
          <a:bodyPr wrap="none" rtlCol="0">
            <a:spAutoFit/>
          </a:bodyPr>
          <a:lstStyle/>
          <a:p>
            <a:r>
              <a:rPr lang="en-IN" dirty="0"/>
              <a:t>[9,12,1,3,5,8]</a:t>
            </a:r>
          </a:p>
          <a:p>
            <a:endParaRPr lang="en-IN" dirty="0"/>
          </a:p>
        </p:txBody>
      </p:sp>
      <p:sp>
        <p:nvSpPr>
          <p:cNvPr id="31" name="TextBox 30">
            <a:extLst>
              <a:ext uri="{FF2B5EF4-FFF2-40B4-BE49-F238E27FC236}">
                <a16:creationId xmlns:a16="http://schemas.microsoft.com/office/drawing/2014/main" id="{1DB358FD-248D-2465-9179-0F5A1F781A56}"/>
              </a:ext>
            </a:extLst>
          </p:cNvPr>
          <p:cNvSpPr txBox="1"/>
          <p:nvPr/>
        </p:nvSpPr>
        <p:spPr>
          <a:xfrm>
            <a:off x="7488289" y="3398773"/>
            <a:ext cx="1433406" cy="646331"/>
          </a:xfrm>
          <a:prstGeom prst="rect">
            <a:avLst/>
          </a:prstGeom>
          <a:noFill/>
        </p:spPr>
        <p:txBody>
          <a:bodyPr wrap="none" rtlCol="0">
            <a:spAutoFit/>
          </a:bodyPr>
          <a:lstStyle/>
          <a:p>
            <a:r>
              <a:rPr lang="en-IN" dirty="0">
                <a:solidFill>
                  <a:srgbClr val="FF0000"/>
                </a:solidFill>
                <a:effectLst>
                  <a:outerShdw blurRad="38100" dist="38100" dir="2700000" algn="tl">
                    <a:srgbClr val="000000">
                      <a:alpha val="43137"/>
                    </a:srgbClr>
                  </a:outerShdw>
                </a:effectLst>
              </a:rPr>
              <a:t>[9,12,1,3,5,8]</a:t>
            </a:r>
          </a:p>
          <a:p>
            <a:endParaRPr lang="en-IN" dirty="0"/>
          </a:p>
        </p:txBody>
      </p:sp>
    </p:spTree>
    <p:extLst>
      <p:ext uri="{BB962C8B-B14F-4D97-AF65-F5344CB8AC3E}">
        <p14:creationId xmlns:p14="http://schemas.microsoft.com/office/powerpoint/2010/main" val="3378469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E8E4C-F021-D9E4-C5CE-AE7D037A9B6A}"/>
              </a:ext>
            </a:extLst>
          </p:cNvPr>
          <p:cNvSpPr>
            <a:spLocks noGrp="1"/>
          </p:cNvSpPr>
          <p:nvPr>
            <p:ph type="title"/>
          </p:nvPr>
        </p:nvSpPr>
        <p:spPr/>
        <p:txBody>
          <a:bodyPr/>
          <a:lstStyle/>
          <a:p>
            <a:r>
              <a:rPr lang="en-IN" b="1" i="0" dirty="0">
                <a:effectLst/>
                <a:latin typeface="Times New Roman" panose="02020603050405020304" pitchFamily="18" charset="0"/>
                <a:cs typeface="Times New Roman" panose="02020603050405020304" pitchFamily="18" charset="0"/>
              </a:rPr>
              <a:t>The Bully Algorithm</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CA0AB7D-AE7A-CB04-32EB-D5CFB8DBF4E4}"/>
              </a:ext>
            </a:extLst>
          </p:cNvPr>
          <p:cNvSpPr>
            <a:spLocks noGrp="1"/>
          </p:cNvSpPr>
          <p:nvPr>
            <p:ph idx="1"/>
          </p:nvPr>
        </p:nvSpPr>
        <p:spPr/>
        <p:txBody>
          <a:bodyPr>
            <a:normAutofit/>
          </a:bodyPr>
          <a:lstStyle/>
          <a:p>
            <a:pPr algn="just"/>
            <a:r>
              <a:rPr lang="en-US" b="0" i="0" dirty="0">
                <a:effectLst/>
                <a:latin typeface="Times New Roman" panose="02020603050405020304" pitchFamily="18" charset="0"/>
                <a:cs typeface="Times New Roman" panose="02020603050405020304" pitchFamily="18" charset="0"/>
              </a:rPr>
              <a:t>This algorithm applies to system where </a:t>
            </a:r>
            <a:r>
              <a:rPr lang="en-US" b="0" i="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every process can send a message to every other process in the system.</a:t>
            </a:r>
          </a:p>
          <a:p>
            <a:pPr algn="just"/>
            <a:r>
              <a:rPr lang="en-US" dirty="0">
                <a:latin typeface="Times New Roman" panose="02020603050405020304" pitchFamily="18" charset="0"/>
                <a:cs typeface="Times New Roman" panose="02020603050405020304" pitchFamily="18" charset="0"/>
              </a:rPr>
              <a:t>Process with highest id will be elected as the coordinator</a:t>
            </a:r>
          </a:p>
          <a:p>
            <a:pPr algn="just"/>
            <a:r>
              <a:rPr lang="en-US" dirty="0">
                <a:latin typeface="Times New Roman" panose="02020603050405020304" pitchFamily="18" charset="0"/>
                <a:cs typeface="Times New Roman" panose="02020603050405020304" pitchFamily="18" charset="0"/>
              </a:rPr>
              <a:t> There are three types of message in this algorithm:</a:t>
            </a:r>
          </a:p>
          <a:p>
            <a:pPr marL="914400" lvl="1" indent="-457200" algn="just">
              <a:buFont typeface="+mj-lt"/>
              <a:buAutoNum type="arabicPeriod"/>
            </a:pPr>
            <a:r>
              <a:rPr lang="en-US" sz="2800" dirty="0">
                <a:latin typeface="Times New Roman" panose="02020603050405020304" pitchFamily="18" charset="0"/>
                <a:cs typeface="Times New Roman" panose="02020603050405020304" pitchFamily="18" charset="0"/>
              </a:rPr>
              <a:t>An election message is sent to announce an election.</a:t>
            </a:r>
          </a:p>
          <a:p>
            <a:pPr marL="914400" lvl="1" indent="-457200" algn="just">
              <a:buFont typeface="+mj-lt"/>
              <a:buAutoNum type="arabicPeriod"/>
            </a:pPr>
            <a:r>
              <a:rPr lang="en-US" sz="2800" dirty="0">
                <a:latin typeface="Times New Roman" panose="02020603050405020304" pitchFamily="18" charset="0"/>
                <a:cs typeface="Times New Roman" panose="02020603050405020304" pitchFamily="18" charset="0"/>
              </a:rPr>
              <a:t>An answer message is sent in response to an election message</a:t>
            </a:r>
          </a:p>
          <a:p>
            <a:pPr marL="914400" lvl="1" indent="-457200" algn="just">
              <a:buFont typeface="+mj-lt"/>
              <a:buAutoNum type="arabicPeriod"/>
            </a:pPr>
            <a:r>
              <a:rPr lang="en-US" sz="2800" dirty="0">
                <a:latin typeface="Times New Roman" panose="02020603050405020304" pitchFamily="18" charset="0"/>
                <a:cs typeface="Times New Roman" panose="02020603050405020304" pitchFamily="18" charset="0"/>
              </a:rPr>
              <a:t>A coordinator message is sent to announce the identity of the elected process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2205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12CC8E-494D-9B85-5DAC-66398B6FD6F2}"/>
              </a:ext>
            </a:extLst>
          </p:cNvPr>
          <p:cNvSpPr>
            <a:spLocks noGrp="1"/>
          </p:cNvSpPr>
          <p:nvPr>
            <p:ph idx="1"/>
          </p:nvPr>
        </p:nvSpPr>
        <p:spPr>
          <a:xfrm>
            <a:off x="937260" y="233680"/>
            <a:ext cx="10797540" cy="6217603"/>
          </a:xfrm>
        </p:spPr>
        <p:txBody>
          <a:bodyPr>
            <a:normAutofit/>
          </a:bodyPr>
          <a:lstStyle/>
          <a:p>
            <a:pPr marL="0" indent="0" algn="just" fontAlgn="base">
              <a:buNone/>
            </a:pPr>
            <a:r>
              <a:rPr lang="en-US" b="1" i="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Algorithm</a:t>
            </a:r>
          </a:p>
          <a:p>
            <a:pPr algn="just" fontAlgn="base">
              <a:buFont typeface="+mj-lt"/>
              <a:buAutoNum type="arabicPeriod"/>
            </a:pPr>
            <a:r>
              <a:rPr lang="en-US" sz="2400" b="0" i="0" dirty="0">
                <a:effectLst/>
                <a:latin typeface="Times New Roman" panose="02020603050405020304" pitchFamily="18" charset="0"/>
                <a:cs typeface="Times New Roman" panose="02020603050405020304" pitchFamily="18" charset="0"/>
              </a:rPr>
              <a:t>If the coordinator does not respond to it within a time interval T, then it is assumed that coordinator has failed.</a:t>
            </a:r>
          </a:p>
          <a:p>
            <a:pPr algn="just" fontAlgn="base">
              <a:buFont typeface="+mj-lt"/>
              <a:buAutoNum type="arabicPeriod"/>
            </a:pPr>
            <a:r>
              <a:rPr lang="en-US" sz="2400" b="0" i="0" dirty="0">
                <a:effectLst/>
                <a:latin typeface="Times New Roman" panose="02020603050405020304" pitchFamily="18" charset="0"/>
                <a:cs typeface="Times New Roman" panose="02020603050405020304" pitchFamily="18" charset="0"/>
              </a:rPr>
              <a:t>Now process P sends an election messages to every process with high priority number.</a:t>
            </a:r>
          </a:p>
          <a:p>
            <a:pPr algn="just" fontAlgn="base">
              <a:buFont typeface="+mj-lt"/>
              <a:buAutoNum type="arabicPeriod"/>
            </a:pPr>
            <a:r>
              <a:rPr lang="en-US" sz="2400" b="0" i="0" dirty="0">
                <a:effectLst/>
                <a:latin typeface="Times New Roman" panose="02020603050405020304" pitchFamily="18" charset="0"/>
                <a:cs typeface="Times New Roman" panose="02020603050405020304" pitchFamily="18" charset="0"/>
              </a:rPr>
              <a:t>It waits for responses, if no one responds for time interval T then process P elects itself as a coordinator.</a:t>
            </a:r>
          </a:p>
          <a:p>
            <a:pPr algn="just" fontAlgn="base">
              <a:buFont typeface="+mj-lt"/>
              <a:buAutoNum type="arabicPeriod"/>
            </a:pPr>
            <a:r>
              <a:rPr lang="en-US" sz="2400" b="0" i="0" dirty="0">
                <a:effectLst/>
                <a:latin typeface="Times New Roman" panose="02020603050405020304" pitchFamily="18" charset="0"/>
                <a:cs typeface="Times New Roman" panose="02020603050405020304" pitchFamily="18" charset="0"/>
              </a:rPr>
              <a:t>Then it sends a message to all lower priority number processes that it is elected as their new coordinator.</a:t>
            </a:r>
          </a:p>
          <a:p>
            <a:pPr algn="l" fontAlgn="base">
              <a:buFont typeface="+mj-lt"/>
              <a:buAutoNum type="arabicPeriod"/>
            </a:pPr>
            <a:r>
              <a:rPr lang="en-US" sz="2400" b="0" i="0" dirty="0">
                <a:effectLst/>
                <a:latin typeface="Times New Roman" panose="02020603050405020304" pitchFamily="18" charset="0"/>
                <a:cs typeface="Times New Roman" panose="02020603050405020304" pitchFamily="18" charset="0"/>
              </a:rPr>
              <a:t>However, if an answer is received within time T from any other process Q,</a:t>
            </a:r>
          </a:p>
          <a:p>
            <a:pPr marL="914400" lvl="1" indent="-457200" algn="l" fontAlgn="base">
              <a:buFont typeface="+mj-lt"/>
              <a:buAutoNum type="alphaLcParenR"/>
            </a:pPr>
            <a:r>
              <a:rPr lang="en-US" b="0" i="0" dirty="0">
                <a:effectLst/>
                <a:latin typeface="Times New Roman" panose="02020603050405020304" pitchFamily="18" charset="0"/>
                <a:cs typeface="Times New Roman" panose="02020603050405020304" pitchFamily="18" charset="0"/>
              </a:rPr>
              <a:t>Process P again waits for time interval T’ to receive another message from Q that it has been elected as coordinator.</a:t>
            </a:r>
          </a:p>
          <a:p>
            <a:pPr marL="914400" lvl="1" indent="-457200" algn="l" fontAlgn="base">
              <a:buFont typeface="+mj-lt"/>
              <a:buAutoNum type="alphaLcParenR"/>
            </a:pPr>
            <a:r>
              <a:rPr lang="en-US" b="0" i="0" dirty="0">
                <a:effectLst/>
                <a:latin typeface="Times New Roman" panose="02020603050405020304" pitchFamily="18" charset="0"/>
                <a:cs typeface="Times New Roman" panose="02020603050405020304" pitchFamily="18" charset="0"/>
              </a:rPr>
              <a:t>If Q doesn’t responds within time interval T’ then it is assumed to have failed and algorithm is restarted.</a:t>
            </a:r>
          </a:p>
          <a:p>
            <a:pPr algn="just" fontAlgn="base">
              <a:buFont typeface="+mj-lt"/>
              <a:buAutoNum type="arabicPeriod"/>
            </a:pPr>
            <a:endParaRPr lang="en-US" sz="2400" b="0" i="0" dirty="0">
              <a:effectLst/>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4699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igure1. The bully election algorithm.">
            <a:extLst>
              <a:ext uri="{FF2B5EF4-FFF2-40B4-BE49-F238E27FC236}">
                <a16:creationId xmlns:a16="http://schemas.microsoft.com/office/drawing/2014/main" id="{D331A5FA-450D-34D9-109E-3AD9E0179DB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57" t="1331" r="1968" b="2398"/>
          <a:stretch/>
        </p:blipFill>
        <p:spPr bwMode="auto">
          <a:xfrm>
            <a:off x="1676400" y="406400"/>
            <a:ext cx="8432800" cy="612648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791D6C36-5181-FFCE-468B-B75EC7AD86DC}"/>
              </a:ext>
            </a:extLst>
          </p:cNvPr>
          <p:cNvCxnSpPr>
            <a:cxnSpLocks/>
          </p:cNvCxnSpPr>
          <p:nvPr/>
        </p:nvCxnSpPr>
        <p:spPr>
          <a:xfrm>
            <a:off x="4328160" y="477520"/>
            <a:ext cx="0" cy="2854960"/>
          </a:xfrm>
          <a:prstGeom prst="line">
            <a:avLst/>
          </a:prstGeom>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69A76B0E-C334-CFD2-D306-B37A397BA494}"/>
              </a:ext>
            </a:extLst>
          </p:cNvPr>
          <p:cNvCxnSpPr/>
          <p:nvPr/>
        </p:nvCxnSpPr>
        <p:spPr>
          <a:xfrm>
            <a:off x="7305040" y="477520"/>
            <a:ext cx="0" cy="2854960"/>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8554CBE4-D8A0-DFE0-29CD-D69008ECC964}"/>
              </a:ext>
            </a:extLst>
          </p:cNvPr>
          <p:cNvCxnSpPr>
            <a:cxnSpLocks/>
          </p:cNvCxnSpPr>
          <p:nvPr/>
        </p:nvCxnSpPr>
        <p:spPr>
          <a:xfrm>
            <a:off x="5892800" y="3332480"/>
            <a:ext cx="0" cy="310896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DD7DCDD2-7277-0BAA-1FC3-7D27317E79E9}"/>
              </a:ext>
            </a:extLst>
          </p:cNvPr>
          <p:cNvCxnSpPr/>
          <p:nvPr/>
        </p:nvCxnSpPr>
        <p:spPr>
          <a:xfrm>
            <a:off x="10373360" y="477520"/>
            <a:ext cx="0" cy="2854960"/>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F558DB75-A219-CBC9-AC79-907F457C929C}"/>
              </a:ext>
            </a:extLst>
          </p:cNvPr>
          <p:cNvCxnSpPr>
            <a:cxnSpLocks/>
          </p:cNvCxnSpPr>
          <p:nvPr/>
        </p:nvCxnSpPr>
        <p:spPr>
          <a:xfrm>
            <a:off x="2763520" y="3332480"/>
            <a:ext cx="0" cy="310896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25DA249-5313-C033-4897-5BBE01C739CC}"/>
              </a:ext>
            </a:extLst>
          </p:cNvPr>
          <p:cNvCxnSpPr>
            <a:cxnSpLocks/>
          </p:cNvCxnSpPr>
          <p:nvPr/>
        </p:nvCxnSpPr>
        <p:spPr>
          <a:xfrm>
            <a:off x="9357360" y="3332480"/>
            <a:ext cx="0" cy="310896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34FFF9DE-C4C4-2135-0A9F-03658EAC6BD6}"/>
              </a:ext>
            </a:extLst>
          </p:cNvPr>
          <p:cNvCxnSpPr/>
          <p:nvPr/>
        </p:nvCxnSpPr>
        <p:spPr>
          <a:xfrm>
            <a:off x="1513840" y="477520"/>
            <a:ext cx="0" cy="285496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E53E342D-60DA-A568-260C-81B310D779DA}"/>
              </a:ext>
            </a:extLst>
          </p:cNvPr>
          <p:cNvCxnSpPr>
            <a:cxnSpLocks/>
          </p:cNvCxnSpPr>
          <p:nvPr/>
        </p:nvCxnSpPr>
        <p:spPr>
          <a:xfrm>
            <a:off x="1513840" y="3332480"/>
            <a:ext cx="8859520" cy="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7D90604-3C64-DE02-3810-E63DC3B45D0C}"/>
              </a:ext>
            </a:extLst>
          </p:cNvPr>
          <p:cNvCxnSpPr>
            <a:cxnSpLocks/>
          </p:cNvCxnSpPr>
          <p:nvPr/>
        </p:nvCxnSpPr>
        <p:spPr>
          <a:xfrm>
            <a:off x="1513840" y="477520"/>
            <a:ext cx="8859520" cy="0"/>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7C386D69-80AF-64E5-C5B9-70020777C252}"/>
              </a:ext>
            </a:extLst>
          </p:cNvPr>
          <p:cNvCxnSpPr>
            <a:cxnSpLocks/>
          </p:cNvCxnSpPr>
          <p:nvPr/>
        </p:nvCxnSpPr>
        <p:spPr>
          <a:xfrm>
            <a:off x="2763520" y="6441440"/>
            <a:ext cx="659384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91696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F0E6E-0E64-E8CB-44A0-3DB083D8403A}"/>
              </a:ext>
            </a:extLst>
          </p:cNvPr>
          <p:cNvSpPr>
            <a:spLocks noGrp="1"/>
          </p:cNvSpPr>
          <p:nvPr>
            <p:ph type="title"/>
          </p:nvPr>
        </p:nvSpPr>
        <p:spPr>
          <a:xfrm>
            <a:off x="838200" y="365125"/>
            <a:ext cx="10515600" cy="569595"/>
          </a:xfrm>
        </p:spPr>
        <p:txBody>
          <a:bodyPr>
            <a:normAutofit fontScale="90000"/>
          </a:bodyPr>
          <a:lstStyle/>
          <a:p>
            <a:r>
              <a:rPr lang="en-IN" dirty="0">
                <a:latin typeface="Times New Roman" panose="02020603050405020304" pitchFamily="18" charset="0"/>
                <a:cs typeface="Times New Roman" panose="02020603050405020304" pitchFamily="18" charset="0"/>
              </a:rPr>
              <a:t>Problems?</a:t>
            </a:r>
          </a:p>
        </p:txBody>
      </p:sp>
      <p:sp>
        <p:nvSpPr>
          <p:cNvPr id="3" name="Content Placeholder 2">
            <a:extLst>
              <a:ext uri="{FF2B5EF4-FFF2-40B4-BE49-F238E27FC236}">
                <a16:creationId xmlns:a16="http://schemas.microsoft.com/office/drawing/2014/main" id="{BA0C1951-3871-1484-210B-C7008958DAE5}"/>
              </a:ext>
            </a:extLst>
          </p:cNvPr>
          <p:cNvSpPr>
            <a:spLocks noGrp="1"/>
          </p:cNvSpPr>
          <p:nvPr>
            <p:ph idx="1"/>
          </p:nvPr>
        </p:nvSpPr>
        <p:spPr>
          <a:xfrm>
            <a:off x="838200" y="934720"/>
            <a:ext cx="10515600" cy="5242243"/>
          </a:xfrm>
        </p:spPr>
        <p:txBody>
          <a:bodyPr>
            <a:normAutofit/>
          </a:bodyPr>
          <a:lstStyle/>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In a ring topology 7 processes are connected with different ID’s as shown: P20-&gt;P5-&gt;P10-&gt;P18-&gt;P3-&gt;P16-&gt;P9 If process P10 initiates election after how many message passes will the coordinator be elected and known to all the processes. What modification will take place to the election message as it passes through all the process? Calculate total number of election messages and coordinator messages.</a:t>
            </a:r>
          </a:p>
          <a:p>
            <a:pPr marL="0" indent="0" algn="just">
              <a:buNone/>
            </a:pP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B7C8745-EC8B-B838-BE0A-57C3CEF72D39}"/>
              </a:ext>
            </a:extLst>
          </p:cNvPr>
          <p:cNvPicPr>
            <a:picLocks noChangeAspect="1"/>
          </p:cNvPicPr>
          <p:nvPr/>
        </p:nvPicPr>
        <p:blipFill rotWithShape="1">
          <a:blip r:embed="rId2"/>
          <a:srcRect l="5762" t="1013" r="7239" b="1613"/>
          <a:stretch/>
        </p:blipFill>
        <p:spPr>
          <a:xfrm>
            <a:off x="4450080" y="3048000"/>
            <a:ext cx="3596640" cy="3302000"/>
          </a:xfrm>
          <a:prstGeom prst="rect">
            <a:avLst/>
          </a:prstGeom>
        </p:spPr>
      </p:pic>
    </p:spTree>
    <p:extLst>
      <p:ext uri="{BB962C8B-B14F-4D97-AF65-F5344CB8AC3E}">
        <p14:creationId xmlns:p14="http://schemas.microsoft.com/office/powerpoint/2010/main" val="24986836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C1017F-B616-0023-F183-E4DA919A9E94}"/>
              </a:ext>
            </a:extLst>
          </p:cNvPr>
          <p:cNvSpPr>
            <a:spLocks noGrp="1"/>
          </p:cNvSpPr>
          <p:nvPr>
            <p:ph idx="1"/>
          </p:nvPr>
        </p:nvSpPr>
        <p:spPr>
          <a:xfrm>
            <a:off x="838200" y="568960"/>
            <a:ext cx="10266680" cy="5608003"/>
          </a:xfrm>
        </p:spPr>
        <p:txBody>
          <a:bodyPr>
            <a:normAutofit/>
          </a:bodyPr>
          <a:lstStyle/>
          <a:p>
            <a:pPr marL="514350" indent="-514350" algn="just">
              <a:buFont typeface="+mj-lt"/>
              <a:buAutoNum type="arabicPeriod" startAt="2"/>
            </a:pPr>
            <a:r>
              <a:rPr lang="en-IN" sz="2600" dirty="0">
                <a:latin typeface="Times New Roman" panose="02020603050405020304" pitchFamily="18" charset="0"/>
                <a:cs typeface="Times New Roman" panose="02020603050405020304" pitchFamily="18" charset="0"/>
              </a:rPr>
              <a:t>In the given </a:t>
            </a:r>
            <a:r>
              <a:rPr lang="en-US" sz="2600" dirty="0">
                <a:latin typeface="Times New Roman" panose="02020603050405020304" pitchFamily="18" charset="0"/>
                <a:cs typeface="Times New Roman" panose="02020603050405020304" pitchFamily="18" charset="0"/>
              </a:rPr>
              <a:t>process id’s 0,4,2,1,5,6,3,7, P7 was the initial coordinator and crashed. </a:t>
            </a:r>
          </a:p>
          <a:p>
            <a:pPr marL="971550" lvl="1" indent="-514350" algn="just">
              <a:buFont typeface="+mj-lt"/>
              <a:buAutoNum type="alphaLcParenR"/>
            </a:pPr>
            <a:r>
              <a:rPr lang="en-US" sz="2600" dirty="0">
                <a:latin typeface="Times New Roman" panose="02020603050405020304" pitchFamily="18" charset="0"/>
                <a:cs typeface="Times New Roman" panose="02020603050405020304" pitchFamily="18" charset="0"/>
              </a:rPr>
              <a:t>Illustrate Bully algorithm, if P4 initiates the election.</a:t>
            </a:r>
          </a:p>
          <a:p>
            <a:pPr marL="971550" lvl="1" indent="-514350" algn="just">
              <a:buFont typeface="+mj-lt"/>
              <a:buAutoNum type="alphaLcParenR"/>
            </a:pPr>
            <a:r>
              <a:rPr lang="en-US" sz="2600" dirty="0">
                <a:latin typeface="Times New Roman" panose="02020603050405020304" pitchFamily="18" charset="0"/>
                <a:cs typeface="Times New Roman" panose="02020603050405020304" pitchFamily="18" charset="0"/>
              </a:rPr>
              <a:t>Calculate total number of election messages and coordinator messages.</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31821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TotalTime>
  <Words>908</Words>
  <Application>Microsoft Office PowerPoint</Application>
  <PresentationFormat>Widescreen</PresentationFormat>
  <Paragraphs>71</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Module 2 Part_02</vt:lpstr>
      <vt:lpstr>Why coordinator?</vt:lpstr>
      <vt:lpstr>Election Algorithm</vt:lpstr>
      <vt:lpstr>PowerPoint Presentation</vt:lpstr>
      <vt:lpstr>PowerPoint Presentation</vt:lpstr>
      <vt:lpstr>1. Ring-based election algorithm</vt:lpstr>
      <vt:lpstr>Algorithm</vt:lpstr>
      <vt:lpstr>The Bully Algorithm</vt:lpstr>
      <vt:lpstr>PowerPoint Presentation</vt:lpstr>
      <vt:lpstr>PowerPoint Presentation</vt:lpstr>
      <vt:lpstr>Problems?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Part_02</dc:title>
  <dc:creator>JESNA J</dc:creator>
  <cp:lastModifiedBy>JESNA J S</cp:lastModifiedBy>
  <cp:revision>1</cp:revision>
  <dcterms:created xsi:type="dcterms:W3CDTF">2024-02-25T16:22:10Z</dcterms:created>
  <dcterms:modified xsi:type="dcterms:W3CDTF">2024-02-29T07:18:45Z</dcterms:modified>
</cp:coreProperties>
</file>