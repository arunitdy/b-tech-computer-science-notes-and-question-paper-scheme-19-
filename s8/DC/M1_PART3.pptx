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6"/>
    <p:sldId id="280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31CDE3-FB7F-4949-B273-4E9CD95DD9AA}" v="4" dt="2024-02-04T18:16:24.9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SNA J S" userId="1cf9dc77da0791c6" providerId="LiveId" clId="{8731CDE3-FB7F-4949-B273-4E9CD95DD9AA}"/>
    <pc:docChg chg="undo redo custSel addSld delSld modSld">
      <pc:chgData name="JESNA J S" userId="1cf9dc77da0791c6" providerId="LiveId" clId="{8731CDE3-FB7F-4949-B273-4E9CD95DD9AA}" dt="2024-02-04T18:19:31.147" v="230" actId="680"/>
      <pc:docMkLst>
        <pc:docMk/>
      </pc:docMkLst>
      <pc:sldChg chg="modSp mod">
        <pc:chgData name="JESNA J S" userId="1cf9dc77da0791c6" providerId="LiveId" clId="{8731CDE3-FB7F-4949-B273-4E9CD95DD9AA}" dt="2024-02-04T18:16:24.909" v="228"/>
        <pc:sldMkLst>
          <pc:docMk/>
          <pc:sldMk cId="2987330733" sldId="269"/>
        </pc:sldMkLst>
        <pc:spChg chg="mod">
          <ac:chgData name="JESNA J S" userId="1cf9dc77da0791c6" providerId="LiveId" clId="{8731CDE3-FB7F-4949-B273-4E9CD95DD9AA}" dt="2024-02-04T13:49:57.578" v="8" actId="1076"/>
          <ac:spMkLst>
            <pc:docMk/>
            <pc:sldMk cId="2987330733" sldId="269"/>
            <ac:spMk id="2" creationId="{DAD3F72D-6BEE-FE8C-F738-4221D698866E}"/>
          </ac:spMkLst>
        </pc:spChg>
        <pc:spChg chg="mod">
          <ac:chgData name="JESNA J S" userId="1cf9dc77da0791c6" providerId="LiveId" clId="{8731CDE3-FB7F-4949-B273-4E9CD95DD9AA}" dt="2024-02-04T18:16:24.909" v="228"/>
          <ac:spMkLst>
            <pc:docMk/>
            <pc:sldMk cId="2987330733" sldId="269"/>
            <ac:spMk id="3" creationId="{CC464867-C99F-BF22-06B2-2E3ACE323AC3}"/>
          </ac:spMkLst>
        </pc:spChg>
      </pc:sldChg>
      <pc:sldChg chg="modSp new mod">
        <pc:chgData name="JESNA J S" userId="1cf9dc77da0791c6" providerId="LiveId" clId="{8731CDE3-FB7F-4949-B273-4E9CD95DD9AA}" dt="2024-02-04T18:05:12.431" v="225" actId="404"/>
        <pc:sldMkLst>
          <pc:docMk/>
          <pc:sldMk cId="3219686866" sldId="282"/>
        </pc:sldMkLst>
        <pc:spChg chg="mod">
          <ac:chgData name="JESNA J S" userId="1cf9dc77da0791c6" providerId="LiveId" clId="{8731CDE3-FB7F-4949-B273-4E9CD95DD9AA}" dt="2024-02-04T18:03:28.818" v="206" actId="1076"/>
          <ac:spMkLst>
            <pc:docMk/>
            <pc:sldMk cId="3219686866" sldId="282"/>
            <ac:spMk id="2" creationId="{FC0AD84F-C83B-C4A6-B3D3-E263194EE7E8}"/>
          </ac:spMkLst>
        </pc:spChg>
        <pc:spChg chg="mod">
          <ac:chgData name="JESNA J S" userId="1cf9dc77da0791c6" providerId="LiveId" clId="{8731CDE3-FB7F-4949-B273-4E9CD95DD9AA}" dt="2024-02-04T18:05:12.431" v="225" actId="404"/>
          <ac:spMkLst>
            <pc:docMk/>
            <pc:sldMk cId="3219686866" sldId="282"/>
            <ac:spMk id="3" creationId="{5EEEE2A2-98E4-DF8F-5342-696997563FAB}"/>
          </ac:spMkLst>
        </pc:spChg>
      </pc:sldChg>
      <pc:sldChg chg="delSp modSp new mod">
        <pc:chgData name="JESNA J S" userId="1cf9dc77da0791c6" providerId="LiveId" clId="{8731CDE3-FB7F-4949-B273-4E9CD95DD9AA}" dt="2024-02-04T18:05:55.006" v="226" actId="403"/>
        <pc:sldMkLst>
          <pc:docMk/>
          <pc:sldMk cId="669748399" sldId="283"/>
        </pc:sldMkLst>
        <pc:spChg chg="del">
          <ac:chgData name="JESNA J S" userId="1cf9dc77da0791c6" providerId="LiveId" clId="{8731CDE3-FB7F-4949-B273-4E9CD95DD9AA}" dt="2024-02-04T17:57:13.935" v="93" actId="478"/>
          <ac:spMkLst>
            <pc:docMk/>
            <pc:sldMk cId="669748399" sldId="283"/>
            <ac:spMk id="2" creationId="{56789885-1281-DBFE-F737-78DA5A481D5D}"/>
          </ac:spMkLst>
        </pc:spChg>
        <pc:spChg chg="mod">
          <ac:chgData name="JESNA J S" userId="1cf9dc77da0791c6" providerId="LiveId" clId="{8731CDE3-FB7F-4949-B273-4E9CD95DD9AA}" dt="2024-02-04T18:05:55.006" v="226" actId="403"/>
          <ac:spMkLst>
            <pc:docMk/>
            <pc:sldMk cId="669748399" sldId="283"/>
            <ac:spMk id="3" creationId="{22EF160E-DBBA-16B8-4CD5-CD33EFEA29BA}"/>
          </ac:spMkLst>
        </pc:spChg>
      </pc:sldChg>
      <pc:sldChg chg="new del">
        <pc:chgData name="JESNA J S" userId="1cf9dc77da0791c6" providerId="LiveId" clId="{8731CDE3-FB7F-4949-B273-4E9CD95DD9AA}" dt="2024-02-04T18:19:31.147" v="230" actId="680"/>
        <pc:sldMkLst>
          <pc:docMk/>
          <pc:sldMk cId="3018336519" sldId="284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4-01-28T19:57:32.06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14658 16845 0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4-01-28T19:57:34.72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14552 16757 0,'35'0'313,"124"0"-282,-53 0 0,-36 0-15,19 0 15,-36 0-15,17 0-1,71 0 1,-88 0-1,0 0 1,-35 0-16,17 0 16,18 0-1,-18 0-15,1 0 16,16 0-16,37 0 16,-19 0-1,1 0 1,-1 0-1,18 0 1,-17 0 0,-18 0-1,-18 18 1,18-18 0,-35 0-16,35 0 62,70 0-46,-52 0-1,17 0 1,-70 0-16,-1 0 16,18 17 46,107-17-46,-72 0-16,-17 0 31,0 0-15,53 0 15,-36 0 16,-52 0-32,35 0 17,-18 0-17,0 0 1,-17 0 15,70 0 0,-70 0-15,17 0-16,-17 0 31,-1 0-15,72 0-1,69 0 17,-140 0 15,53 0-1,-18 0-14,-36 0 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4-01-28T19:57:39.08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28875 17339 0,'17'0'282,"195"0"-251,-124 18-15,-17-18-1,-1 17 1,19 1-1,-36-18 1,0 18 0,-36-18-16,1 0 15,17 0 1,0 0 15,54 0-15,-54 0-1,18 0-15,70 17 16,-17-17 0,-88 0 15,35 0 0,176 0 0,-176 35-15,-18-35 0,18 0-16,-35 0 15,-1 0 1,1 0 0,123-17-1,-53 17 1,-35 0-1,-35 0 1,17 0 0,36 0-1,-18 0 1,35-18 15,-18 1-15,-34 17 15,-19 0 0,54 0-15,-1-36 0,-34 36-1,-1 0 1,-18-17-1,1 17 17,35-18-1,-35 18-15,35-18-1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4-01-28T19:57:45.383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3210 17921 0,'282'18'344,"-105"-18"-329,70 0 1,-177 0 15,89 0 0,-71 0-15,-70 0-16,35 0 16,-18 0-16,18 0 15,-18 0 1,18 0-1,-35 0 32,194 0-15,-54 17-1,-34-17-16,-54 0 1,-17 0 0,0 0-16,35 0 15,18 18 1,-35-18-16,-36 0 16,106 0-1,-88 0 1,-35 0-1,-1 0 17,72 18-1,-54-18-31,18 0 0,17 0 31,-34 0-31,-19 0 16,36 0-1,18 17 64,105 1-48,-123-18-16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4-01-28T19:57:47.56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7602 18045 0,'71'0'282,"17"0"-267,177-18 1,-142 0-1,18 18 1,-35-17 15,-18 17-15,36-18 0,-107 18-16,54 0 15,17-18 1,-17 18-1,-36 0-15,0 0 16,-17-17-16,35 17 16,0 0-1,-18 0 1,53 17 0,18 1-1,-35 0 1,-18-1-1,-18-17 1,0 0 0,36 18-1,-36-18 17,18 18-17,0-18 63,105 17-62,-105-17 0,-17 18-1,-19-18 63,54 0-31,-18 18-31,0-18-1,53 17 17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4-01-28T19:58:05.39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14817 1164 0,'70'0'297,"54"0"-281,-1-17-16,142-19 15,-212 36 17,88-17-17,-71 17 16,-17 0-15,-35 0-16,35 0 16,-18 0-1,18-18 1,18 0 0,-19-17-1,37 35 1,-72 0-1,19 0-15,16 0 16,19 0 15,88-18-15,123 18 0,-123-17 15,-53-1-16,-36 18 1,-35 0-16,124-35 31,-35 35-15,-54 0-16,-17 0 16,71 0-1,-89 0 1,88 0-1,-52 0 1,17 17 15,-35-17-31,0 18 16,-35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4-01-28T19:58:08.95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26529 1217 0,'194'0'219,"388"-18"-188,-317-17-15,-54 18 15,-123-1-15,71 0-1,71-35 17,-107 36-17,-70 17-15,70-18 16,-17 18 0,-53 0-16,-18 0 15,177 0 1,-88 0-1,17 18 17,-18 17-32,-17-17 31,-35-1-31,-1-17 16,106 0-1,-17 0 1,123 0-1,-193 18 17,105 17-17,-89-35 1,1 0 0,-53 18-16,18-18 15,52 35 1,-17 0-1,-71-35 17,-17 0-17,53 18 32,-36-18-31,-18 0-16,54 0 15,-53 0 48,105 0-47,-105 0 15,-18-18 31,-36-35-30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4-01-28T19:58:14.61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2240 2681 0,'265'0'172,"476"-35"-141,-583 35-31,230 53 16,-229-53 15,-106 0-31,0 17 31,53-17 1,-18 0-17,-17 18 1,-19-18-16,-16 0 31,-1 0 47,353-53 172,-106 18-234,-70 17 0,-89 18-1,-52 0-15,52 0 16,1 0-1,-1 0 1,36-35 0,-71 17-1,-52 18 1,158-17 265,176-1-265,-194-35-16,107 35 15,-54 18 1,-70 0 0,-18 0 15,88-35 266,388 18-282,-158-1 1,0 18 0,-195 18-1,-158-1 1,-71-17-16,18 0 16,441 0 249,106 0-249,-300 18-1,106 35 1,-230-36 0,-35-17-16,18-35 31,-142 35-15,248-53 234,-124 36-235,353-54 1,-18 18-1,-246 53-15,140-35 16,-88-1 0,-53 36-1,-105 0 1,317 0 281,123 71-282,-281-18 1,122 70 0,-281-123 15,-107 0-15,89 0 249,88-17-249,353-1-1,194-17 17,-512 105-17,-35-34 1,-159-36 0,-17 0-1,247 0 220,440-18-204,-581 0-31,334 18 31,-334 18 0,-107-18 1,230 0 155,0 0-171,-106 18-1,-35-1 17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4-01-28T19:58:17.585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27534 2469 0,'194'-70'188,"-70"52"-172,299-17-1,-158 35 1,-177 0-16,0 0 15,159 18 1,-106-18 15,-35 0-15,-71 0-16,18 0 16,35 0-1,-17 0 1,17 0-1,-53 17 1,-17-17 0,35 0-1,35 18 1,-35-18-16,18 0 16,105 18-1,-70-18 1,-36 0-1,19 0 1,16-18 0,-69 18-1,-1 0-15,106-18 32,-35 18-17,123 18 16,-105-18-15,-71 0 0,-18 0-16,-17 18 15,-1-18 1,18 0 62,36 0-47,35 0 79,-89 0-79,36 0 63,-17 0-79,211 0 17,-212 0-17,-17 0-15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4-01-28T19:58:20.722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2275 3810 0,'124'0'188,"952"-106"-157,-212 106 0,-176 0 1,-265-35-1,-334 0-16,-72 35-15,71-18 266,124 0-250,388-70-1,52 70 1,-228-17 0,-195 35-1,-141 0 1,1 18-16,-19-1 15,-35 1 1,248 0 234,563 35-219,-705-36-31,406 107 32,-423-107-17,-54 1 1,-17 0 234,71-1-235,-19 1-15,248 17 16,-124-35 0,-140 18-16,-36-18 15,-36 0-15,18 0 16,-17 18 31,88 17-32,-71-18 1,18-17-16,-35 18 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4-01-28T19:58:24.56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14534 3669 0,'265'-71'188,"-36"54"-173,283-54 1,-36 18 0,-229 36-16,265-1 15,-107 18 1,-87 18 0,-159 17-1,-71-35 1,-53 0-1,-17 0-15,52 17 266,742 89-235,-671-106-31,-35 36 16,193 17 0,-105-18-1,-141-18-15,18 1 16,52 0 249,107-18-249,334 70 0,-105-52-1,-142 0 1,36 34 0,-212-34-1,-70-18 1,-54 0-1,107-18 204,828-123-188,-740 141-31,652-17 32,-670 17-17,212-18 1,-53-17 218,17 52-218,424 72 15,-230-72-15,-299 1 15,-247-18-15,546-88 187,-335 88-188,212 0 1,212-18 0,-406 36-1,-124-18 1,-87 0-16,-19 0 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4-01-28T19:58:28.30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1535 7691 0,'176'52'203,"53"72"-172,-158-124 94,-36 0-109,53 0 0,106-106-1,-123 53 1,-36 18-1,18 17 1,-18-17-16,36-18 31,70-35-15,159-36 0,-212 107-1,-70 17 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4-01-28T19:58:30.68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1588 8749 0,'17'18'157,"177"17"-142,-70 0 1,-54-17 15,-17-1-31,-35 19 0,-1-36 31,1 0 1,-18 17-1,106 1 94,-18-53-109,53-54-1,0 37 1,-35-19-1,-53 36 1,-18 35-16,18-18 16,0-35-1,-18 53 1,-17 0 140,17-18-125,-17 1 204,0 17-220,87-71 1,-16 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4-01-28T19:58:47.715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14728 8255 0,'142'0'219,"-1"-18"-204,0 18 1,0 0-1,-53 0 1,-17 0 0,-18 0-16,0 0 15,35-17 1,-53 17 0,0 0-1,-17 0 1,35 0-1,-36 0 1,1 0 0,0 0 31,123 0 171,53 0-202,-106 0 0,53 17-1,-70 1-15,17-18 16,71 0-1,-124 0 1,-17 0 0,70 0 312,106 0-313,-141 0-15,70 0 16,-52 0 0,-18 0-16,-36 0 15,1 0 48,0 0-48,176 35 282,35 1-265,-176-19-32,35-17 15,71 0 1,-106 0-1,35 0 17,-53-17-32,-17 17 15,52-18 1,-52 18 31,88 0 218,194-35-249,-177 35 15,-52 0-15,-1 0-16,1 17 31,-54-17 16,54-17 203,176-36-234,-124 53-16,-87 0 15,175-18 1,-70 18 0,-52 0-1,-72 0-15,1 0 16,88 0 234,158-35-219,-70 35 0,-105 0 1,-1 0 218,18 35-235,70-17 1,-17-1-1,-71-17 17,-53 0-17,18 0 1,0 0 0,-35 0-1,-1-17 1,19 17-1,-19 0 95,1 0-95,17 0 48,18-18-32,-35 18 0,141-35 1,-89 17-1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4-01-28T19:58:52.236"/>
    </inkml:context>
    <inkml:brush xml:id="br0">
      <inkml:brushProperty name="width" value="0.08819" units="cm"/>
      <inkml:brushProperty name="height" value="0.35278" units="cm"/>
      <inkml:brushProperty name="color" value="#FF0000"/>
      <inkml:brushProperty name="tip" value="rectangle"/>
      <inkml:brushProperty name="rasterOp" value="maskPen"/>
    </inkml:brush>
  </inkml:definitions>
  <inkml:trace contextRef="#ctx0" brushRef="#br0">14852 9613 0,'335'-106'172,"18"36"-156,-124 70-1,-70 0 1,-141 17 0,-1-17 46,18 0-46,18 0 218,53 0-234,176 36 16,-140-19 15,-107-17-15,-18 0-1,54 0 235,194-17-234,87 17 15,-175 17-15,-124 19-1,-36-36 1,54 0 234,211 0-234,-123 0-1,53 0 1,-89 17-1,-70-17 1,-35 0 0,70 0 249,123 18-249,-17 0 0,106-1-1,-194-17 1,-35 0-1,-54 0-15,1 0 16,229 53 250,70 18-251,-140-71-15,52 0 16,-105 17 0,-89-17-1,141-53 251,-17 0-251,370-70 1,-211 88 15,-248 17 1,1 0 264,-36 18-280,36 18 0,-54-18-1,1 0 1,35 18 62,53-18-47,-89 0 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4-01-28T19:59:23.190"/>
    </inkml:context>
    <inkml:brush xml:id="br0">
      <inkml:brushProperty name="width" value="0.08819" units="cm"/>
      <inkml:brushProperty name="height" value="0.35278" units="cm"/>
      <inkml:brushProperty name="color" value="#00B0F0"/>
      <inkml:brushProperty name="tip" value="rectangle"/>
      <inkml:brushProperty name="rasterOp" value="maskPen"/>
    </inkml:brush>
  </inkml:definitions>
  <inkml:trace contextRef="#ctx0" brushRef="#br0">6068 12188 0,'53'0'266,"282"-35"-251,-194 35 1,18-17-1,-124 17-15,0 0 16,53 0 0,-52 0-1,-1 0 1,-17 0 0,17 0 46,-17 0-31,34 0 188,142 17-203,-70 18 15,141 18 0,-230-35-31,-18-18 16,1 0-1,0 0 48,88 0 203,529-88-251,-547 70 1,106-17-1,-124 35 1,-34 0 78,69 0 140,37 0-218,122 18-1,-70-18 1,-123 0 0,-36 0-1,159 0 329,141 0-313,-211 0 1,87-36 343,-70 1-360,212 17 1,-265 18-1,-35 0 1,-35 0 0,53 0 1124,123 0-1124,53 0 0,-18 18-1,35-18 1,19 0-1,-54-35 1,-123 35 0,-36 0-1,-52 0 1,0 0 0,211 17 234,-141 1-235,88 35 1,89 0 15,-124-36-15,-70 1-1,-36-18 1,0 0 0,-17 0-16,211-18 265,600 1-234,-582 17-15,35 35 15,-246-35-31,-19 0 32,283-18 233,124 1-249,175 17 15,-352 0-15,-159 0-16,36-18 15,-107 18 1,1 0-16,247-17 250,-36-19-234,318 19-1,-300 17 1,-88 0-1,-54 0-15,72-18 16,-142 18 15,-17 0-15,193-18 218,160-35-218,-18 36 0,-89 17-1,-176 53-15,89-36 16,264 1 15,-406 0-31,-17-18 16,229 53 265,70 70-265,-105-70-1,52 35 1,-158-88 15,-88 0-15,299-53 265,424 36-250,-582 17-15,-53 0-1,-89 0 1,89 35 250,-35 0-251,140 53 17,-158-70 61,-35-18-77,17 0 0,71 18-1,-88-18 16,-1 0 1,89 0-17,35-18 1,-17 18 0,-107 0-1,1 0 1,-18-18 62,106-35-62,-89 36-16,19-1 15,-19 18 32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4-01-28T20:00:04.644"/>
    </inkml:context>
    <inkml:brush xml:id="br0">
      <inkml:brushProperty name="width" value="0.08819" units="cm"/>
      <inkml:brushProperty name="height" value="0.35278" units="cm"/>
      <inkml:brushProperty name="color" value="#00B0F0"/>
      <inkml:brushProperty name="tip" value="rectangle"/>
      <inkml:brushProperty name="rasterOp" value="maskPen"/>
    </inkml:brush>
  </inkml:definitions>
  <inkml:trace contextRef="#ctx0" brushRef="#br0">13335 11236 0,'141'-35'297,"88"-18"-281,-140 53-1,-1 0 1,-53 0-16,18 0 16,-18 0-16,18 17 15,-18-17 1,1 18-1,-19-18 1,1 0 47,17 0-48,1 0-15,-1 0 0,-17 0 16,17 0-1,-18 0-15,36 0 32,124-18 218,52 18-235,-53 0 1,-17 0 0,-106 0-1,-35 0 1,17 0-1,159-17 360,229-71-343,-246 70-17,-107 18-15,-34 0 16,69 0 0,-69 0-1,-1 0 63,106 88 188,-35-35-250,-53-35-16,17-1 15,-17 1 1,-35-18 124,53 18-124,-54-18-16,54 17 31,-18-17 1,-36 0 14,1 0-30,35-17 0,-36-19-1,19 36-15,-19-17 32,124 17 264,-88 0-296,18 35 16,-53-35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4-01-28T20:00:07.996"/>
    </inkml:context>
    <inkml:brush xml:id="br0">
      <inkml:brushProperty name="width" value="0.08819" units="cm"/>
      <inkml:brushProperty name="height" value="0.35278" units="cm"/>
      <inkml:brushProperty name="color" value="#00B0F0"/>
      <inkml:brushProperty name="tip" value="rectangle"/>
      <inkml:brushProperty name="rasterOp" value="maskPen"/>
    </inkml:brush>
  </inkml:definitions>
  <inkml:trace contextRef="#ctx0" brushRef="#br0">18979 11289 0,'89'-35'203,"16"17"-187,54 0 0,35-17-1,-53 17 1,-88 18-1,-35 0-15,35 0 16,-18 0 0,18 0-1,18 0 1,-19 0 0,37 0-1,-36 18 1,-18 0 46,0-18-46,0 0 0,1 0-1,122 0 235,336 0-219,-282 0 1,-18 0-1,-176 0-15,17 0 62,36-18-63,-54 18 1,1 0 0,-1 0 30,72 0-30,-36 0 0,-18 18-1,18-18 1,-18 0 93,-17 0-93,-1 0 15,1 0-15,17 0-16,-17 0 15,0 0 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06897" units="1/cm"/>
          <inkml:channelProperty channel="T" name="resolution" value="1" units="1/dev"/>
        </inkml:channelProperties>
      </inkml:inkSource>
      <inkml:timestamp xml:id="ts0" timeString="2024-01-28T20:00:13.419"/>
    </inkml:context>
    <inkml:brush xml:id="br0">
      <inkml:brushProperty name="width" value="0.08819" units="cm"/>
      <inkml:brushProperty name="height" value="0.35278" units="cm"/>
      <inkml:brushProperty name="color" value="#00B0F0"/>
      <inkml:brushProperty name="tip" value="rectangle"/>
      <inkml:brushProperty name="rasterOp" value="maskPen"/>
    </inkml:brush>
  </inkml:definitions>
  <inkml:trace contextRef="#ctx0" brushRef="#br0">24306 11218 0,'159'0'265,"-71"0"-249,36 0-16,87 0 31,-87 0-15,-71 0-16,-18 0 16,159-17-1,-106-1 1,18 0-1,-71 18 1,1 0 15,-19 0-15,160-17 218,87 17-218,19 0 0,69 17-1,-193 1 1,-35 0-1,-107-18 1,54 17-16,-54-17 31,19 0 1,34 0 233,107 0-249,-36 0-16,106 18 15,-53 0 1,-18-18 0,1-18-1,-107 18 1,36 0 265,300 0-265,-159 18-1,52-1 1,-193-17 15,18 0 1,-36 0 233,194-17-249,-158 17-16,175 17 15,-175-17 1,-89 0 0,53 18-1,18-18 1,-53 0-16,0 0 16,35 0-1,-70 0 1,35 18 62,-18-18-62,53 17-1,36-17 16,-107 0 48,142 0-48,-124 0 0,-17 0 32,17-17-32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1-31T15:28:11.788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1-31T15:28:19.964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18,'28'2,"-1"1,1 1,-1 1,0 1,27 11,24 4,68 24,-133-41,1 0,0-1,0 0,0-1,0-1,21 0,37 4,-57-2,-1 1,1 0,20 10,-20-7,1-1,26 6,-2-7,-1-1,0-3,46-3,-15 0,-58 2,1-1,0-1,0 0,-1-1,0 0,16-7,67-35,-26 13,-50 25,0-1,-1-1,0-1,20-14,-1-7,-21 19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1T07:02:16.699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1,'2244'0,"-1467"28,-321-6,76 9,-180-18,-189-9,59 2,452 16,-2 31,-24 18,639 39,-1154-104,325 19,-359-13,-66-7,0-1,0-1,1-2,40-4,193-57,-116 22,206-33,16-4,-259 43,-78 20,1 2,61-9,39 12,32-4,-39-1,191 5,-302 7,-1 0,-1-2,-1 0,29-8,-25 5,0 1,24-2,85-9,8 0,-107 14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1T07:02:23.718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1 179,'19'-4,"0"1,27 0,1 0,134-8,94-2,87-5,1530-22,-1859 40,125 5,-136-3,-1 1,0 1,0 1,0 1,20 9,-28-9,8 3,0-1,0-1,37 8,178 14,3-21,-152-6,945 2,-653-24,-230 10,-1 6,-115 4,142 1,67 9,974 106,-826-72,-304-35,593 78,-616-75,-17-3,0-2,0-1,83-2,11-18,68-16,953-94,-991 113,589-47,-758 58,79-8,135-29,-197 33,0 0,0 1,0 1,21 0,76 12,83 19,80 12,696 89,316 46,-1249-170,249 36,16-22,-99-19,78 2,-147-1,894 9,7-28,-599-32,-13-38,858-240,-767 164,-510 160,0 0,0 1,1 0,-1 1,1 0,-1 0,1 1,-1 0,18 2,48 6,83 19,74 31,-190-47,36 9,917 228,-874-222,330 67,-396-85,98 2,50-15,-117 2,934-16,-662 15,-356 4,477-14,-334 3,188-38,-237 31,141-7,87 19,-234 5,928 25,-861-18,-91-3,71 12,-109-10,1 2,-1 0,-1 2,1 1,25 13,177 84,-148-71,-47-21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1T07:02:26.345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1 693,'146'0,"54"0,105 0,87 0,961 13,2 54,-1029-36,-67 1,-157-17,84 9,-145-21,1-3,66-6,65-27,54-29,63-23,2020-516,-2049 551,-65 14,-185 34,0 1,0 0,1 0,-1 1,0 1,0 0,0 1,0 0,0 0,0 1,0 1,11 5,10 6,-2 2,44 30,-61-38,211 157,-49-35,-161-121,0-1,1 0,0-1,0-1,0 0,19 4,-22-8,0 0,-1-1,1-1,0 0,0-1,1 0,-1-1,0 0,15-4,5-3,0-2,48-21,60-38,-98 47,152-69,-147 73,1 2,63-13,-34 15,132-5,82 20,-277-1,-1 1,1 0,0 1,0 0,-1 1,1 1,-1 0,19 10,2 1,-22-10,0 1,0 0,0 1,-1 0,0 1,13 11,-8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1T07:02:28.108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1 333,'156'-1,"63"-8,132-5,145-3,99 0,657-20,1411-22,-1808 79,30-2,1154-112,-1773 69,281-60,-535 82,18-1,0 1,0 1,0 2,36 3,112 24,-112-14,97 5,16-4,-70-4,-57-7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1T07:02:31.801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1172,'36'-67,"4"3,61-79,-56 82,496-627,-538 684,39-38,-38 38,1 1,-1 0,1 0,0 1,0 0,0-1,0 1,8-2,-7 2,0-1,0 1,-1-1,1-1,-1 1,0-1,0 0,0 0,-1-1,1 1,-1-1,5-7,7-9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1T07:02:33.330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1,'6'1,"-1"0,0 0,0 1,-1 0,1 0,0 0,-1 1,1-1,-1 1,6 4,4 3,282 185,-221-139,122 117,-157-132,212 226,-87-88,-129-144,3-2,0-2,79 48,-37-26,182 104,-148-91,-51-32,-11-7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1T07:02:35.533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252 1,'-6'20,"-6"18,-6 22,-1 6,4-2,-2-13,3-10,-2-11,3-2,-3 17,-8-1,0-2,3-3,1-8,4-10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1T06:49:41.369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1,'562'27,"-252"-8,425-4,-679-12,1 2,-1 3,75 20,20 3,-35-12,1-5,139-2,-220-14,54-12,-53 8,42-3,-39 6,45-10,-1 0,535-56,11 45,-596 26,1 2,59 15,-48-9,61 6,230-5,7-21,-154 4,991-9,-809 39,-235-12,121 18,-86-9,-122-19,0-1,0-3,74-12,-83 8,236-41,-231 39,93-5,6 0,-31 0,0 6,125 8,-98 1,567-2,-679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1T06:51:43.939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0 444,'66'-12,"-19"5,117-21,89-13,72 1,370-15,9 23,-297 15,1116-159,-1373 147,-139 27,-1 0,0 1,1 0,-1 1,0 0,1 1,-1 0,1 0,18 6,386 105,-242-61,129 39,133 36,1-27,-355-86,0-3,1-4,130-7,261-10,-113 5,-226 1,261-14,-324 10,115-30,24-5,540-23,-667 62,134-8,226-18,-204 7,331-20,-544 45,1-2,0-1,0-1,-1-1,29-9,-18 3,0 2,0 1,58-3,113 8,-183 3,3-1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1T06:51:47.307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1,'68'10,"73"2,-46-6,472 71,-339-42,-195-30,1-1,0-2,-1-1,1-2,64-10,33-5,-89 13,80-17,-78 8,0 2,1 1,73-3,482 12,-254 2,-84 13,-81-2,-155-11,1 1,-1 1,0 1,0 1,40 15,-32-9,0-3,38 6,-44-10,24 2,0-2,1-2,61-6,-28 2,-61 0,5 1,41 4,-61-3,0 1,0 0,0 1,0 0,0 1,-1 0,18 10,-8-2,19 12,0-1,2-2,50 19,10-7,-59-21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1T06:59:17.131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0 696,'24'0,"-1"-2,1 0,-1-2,0 0,0-2,30-11,22-6,124-19,-57 13,28-17,-138 36,0 2,1 1,0 2,34-1,133 5,43-3,195-28,-244 20,-69 7,153 16,-168-6,-50-4,109 18,-9 15,-35-5,142 13,-179-30,-46-5,60 2,26-12,183-29,-222 20,1215-120,-10 72,-1246 60,-21 1,-1-1,0-2,0 0,0-2,47-12,91-47,48-15,436-80,-646 157,89-15,1 5,0 3,116 5,276 39,-372-25,88 12,0 8,287 84,259 61,11-52,-694-114,144 13,-21-2,343 68,-65-9,1-29,-96-50,-170-5,572 4,-451-23,-279 19,134-27,-119 19,100-10,-18 22,-120 0,7 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1T06:59:21.185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1 679,'402'-26,"-8"-39,185-64,-3-22,-143 37,205-22,-562 122,157-23,-193 33,1 2,-1 2,75 9,88 35,11 1,-79-27,-44-7,134 33,-159-26,-1 4,0 2,74 40,-91-38,2-3,0-1,1-3,2-1,64 11,177 50,-156-37,-37-8,-68-21,0-2,1-2,57 10,312-12,-226-10,40-11,-30 0,436 12,-323 3,-279-1,0 1,0 1,0 0,-1 2,1 0,-1 1,0 2,0 0,0 0,19 12,-18-6,2 0,-1-2,33 11,-40-16,0 0,14 10,-18-10,0 0,1 0,22 6,-13-7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1T06:59:43.829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0,'1675'0,"-1638"2,73 13,-12-1,-5-3,81 5,75 3,-113-7,200 20,-229-18,28 2,-89-15,0-2,-1-2,59-11,-91 12,284-50,-210 40,128 1,-185 10,1-2,31-6,-29 3,42-2,460 7,-255 3,-125-3,182 3,-175 12,9 1,-146-13,49 10,8 1,35 1,24 2,-90-14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1T06:59:48.069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34,'147'0,"458"5,0 32,920 135,-615-116,10-52,-648-5,34-7,-32-7,1558-51,-584 146,-1219-77,-1-1,50-2,596-17,421-18,-395-14,-111 8,93 32,-337 10,456-29,-589-3,-82 8,35-5,48-6,-171 29,60 1,-85 5,0 0,1 1,-1 1,0 1,-1 0,21 8,-4 1,1-2,1-1,46 7,111 2,-137-15,-2 3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1T06:59:51.704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0 370,'19'-13,"0"1,1 1,0 1,1 1,29-8,-9 2,34-14,343-120,-317 118,0 5,132-16,-231 42,9-2,0 1,0-1,1 2,-1 0,0 0,0 1,0 0,18 5,-27-5,-1-1,0 0,0 1,0-1,0 0,0 1,0-1,0 1,0 0,0-1,0 1,0 0,0-1,0 1,0 0,-1 0,1 0,0 0,-1 0,1 0,-1 0,1 0,-1 0,1 0,-1 0,0 0,1 1,-1-1,0 0,0 0,0 0,0 0,0 0,0 1,0-1,0 0,0 0,-1 0,1 0,0 0,-1 1,0 0,-2 3,0 0,-1 0,1-1,-1 1,0-1,0 0,-8 6,-22 15,-2-3,-1 0,0-2,-51 18,70-30,-73 29,-2-3,-1-5,-107 20,186-47,5 0,-1 0,1 1,-17 5,24-6,0-1,0 1,0 0,0 0,0 0,1 0,-1 0,1 1,-1-1,1 1,0-1,0 1,0 0,1 0,-3 4,-8 22,-11 35,17-41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1T06:59:59.713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0 274,'121'6,"-40"0,313 21,68 4,-1-34,-123-26,205-9,60 37,-298 2,-33 15,-50-2,-215-14,334 0,-306-3,-1-2,57-14,67-31,-72 22,153-58,-19 5,-190 73,1 0,-1 2,60-4,93 11,-180-1,16 2,-1 1,0 0,0 2,0 0,0 1,-1 1,18 10,45 16,-44-21,-10-4,46 20,-65-25,-1 1,1 0,-1 0,1 1,-1 0,0 0,-1 0,1 1,-1 0,0 0,4 7,-1 0,1-1,1 0,0 0,0-1,1 0,24 18,-13-14,1 0,0-2,32 14,-31-18,-1-1,36 6,-15-3,1351 257,-1222-246,414 69,-480-66,328 68,-334-77,1-4,134-3,-175-13,0-3,66-16,66-8,-179 31,-1 0,0 1,1 0,15 4,38 5,292-1,10-22,-230 7,729-43,-2-54,-762 84,-28 4,111-7,769 26,-396 7,-422-13,-1-6,222-41,-196 23,232-9,163 30,-461 6,1403 7,-1438-8,-37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1T07:00:03.061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1 429,'8'0,"0"0,0-1,0 0,12-3,7-2,348-59,143-28,-149 14,449-80,-726 147,0 5,123 6,-88 5,140 9,131 6,-338-16,-1 2,68 14,111 37,-139-31,-39-12,1-3,92 2,-87-8,174 12,454 37,6 24,-586-68,169-7,-131-5,1203 3,-1284 0,0 3,0 3,-1 3,127 33,-151-28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1T07:00:17.947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1 336,'253'1,"794"-12,-661-4,575-17,13 38,878-1,-1341-52,-317 24,1095-70,-1243 91,300-17,-236 8,119-27,-144 15,-59 14,1 2,0 1,49-5,-15 11,-35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1T07:00:24.556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0 280,'196'-29,"46"-2,79-6,1028-94,10 80,-836 57,-292-5,80-1,1944 0,-2223 0,1 1,-1 3,1 0,-1 2,0 1,-1 2,0 1,36 16,25 17,104 66,82 72,-60-38,186 87,-267-153,-130-73,1-1,-1 0,1 0,0-1,0 0,0-1,13 1,1-1,36-5,-45 2,1681-277,-1636 265,69-13,-104 23,1 2,-1 0,35 3,-40-1,1 0,36-6,7-1,732-5,-628 12,370 12,-58 0,209-29,-483-1,278-60,284-37,22 78,-7 57,-679-15,1 2,186-14,-95-5,-8 11,65 4,803 1,3-43,-938 30,132-8,2 22,218 64,-124-14,886 48,-986-105,-89 0,-134 3,1 2,-1 1,0 1,37 12,-30-7,60 9,-62-16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1T07:00:47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0,'33'2,"0"2,-1 1,0 2,60 20,-51-14,79 14,-19-20,-38-4,-52-1,0 0,1 1,-1 0,0 1,0 0,-1 1,1 0,-1 1,11 8,-3-3,31 14,-27-17,0-1,35 6,-12-6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1T07:00:48.794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0 122,'259'17,"-168"-8,171-5,-211-11,89-22,-21 2,314-49,-392 68,-9 4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A23D7-AD35-A3B9-F804-1DEE59E668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9C0979-11FF-ED3F-C57A-460EDBC1DE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33D24-7BF6-F199-A050-530608757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989C4-1C44-425E-95AF-B321373882C1}" type="datetimeFigureOut">
              <a:rPr lang="en-IN" smtClean="0"/>
              <a:t>04-02-2024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03CF97-A6F8-901C-B521-6008D7F54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E00F10-4EE1-3C04-BD3D-16C9A9591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AFB64-71D9-49EB-9369-056F6F5BB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7694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8D60A-7F4D-8BF8-A346-10D8F05CA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374F4-899A-2BB5-1579-4679D9CEB2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14B727-6DCA-BBFF-6017-EC89B86F8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989C4-1C44-425E-95AF-B321373882C1}" type="datetimeFigureOut">
              <a:rPr lang="en-IN" smtClean="0"/>
              <a:t>04-02-2024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649E1D-CEC1-0F4E-5423-D1C1175A1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F46F8-7CD9-6B7E-C7EE-6E1343155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AFB64-71D9-49EB-9369-056F6F5BB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9657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A385A-60B1-0CF8-BD69-966C1F739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A574CF-74E9-241B-8A20-F089ADCB95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693F41-0ACB-3578-BB0D-09A29E0A1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989C4-1C44-425E-95AF-B321373882C1}" type="datetimeFigureOut">
              <a:rPr lang="en-IN" smtClean="0"/>
              <a:t>04-02-2024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682A63-6CB4-BEC2-4361-7D8BFEB95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BA77D5-4699-A04F-EF87-6653F1002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AFB64-71D9-49EB-9369-056F6F5BB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4220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D5385-DCEC-9543-E4E2-3A02FE91E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FD8AA-E48E-ACC0-2E6F-9B681E8D18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B76073-3E9B-0AB0-A576-D0C37D0F8D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C18574-1B72-A594-8672-F94F065AD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989C4-1C44-425E-95AF-B321373882C1}" type="datetimeFigureOut">
              <a:rPr lang="en-IN" smtClean="0"/>
              <a:t>04-02-2024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BB37FB-2368-88C2-A252-125208D19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00EF3B-FB6E-2BB9-5490-297AF8E94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AFB64-71D9-49EB-9369-056F6F5BB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8925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60A94-BBCE-5E7E-1FE4-3B4F70203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69ABA2-54F5-A851-067A-BB94D77882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A833EF-E76F-BFC3-3EEC-B22C47D2A9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EA6860-D7D9-FC40-C1D5-B81E2DB1E1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3FCC53-ACBC-762E-9CBE-3450A63097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B09EA8-062D-EDB2-EBFA-2C9631D8C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989C4-1C44-425E-95AF-B321373882C1}" type="datetimeFigureOut">
              <a:rPr lang="en-IN" smtClean="0"/>
              <a:t>04-02-2024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ACD3DD-9DF9-CBBC-FE57-3D84DAEDA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2559-C271-A73B-43D7-98B39CE2A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AFB64-71D9-49EB-9369-056F6F5BB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0245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66E4E-0D30-3A35-DCCB-2B980C4F3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0DB8FB-480B-58D4-3971-5CB54187D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989C4-1C44-425E-95AF-B321373882C1}" type="datetimeFigureOut">
              <a:rPr lang="en-IN" smtClean="0"/>
              <a:t>04-02-2024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790739-B9C7-32F0-678E-56F81B4FA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A713E8-0FB3-2F34-9330-7CA414D84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AFB64-71D9-49EB-9369-056F6F5BB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9044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55DCB4-9237-10EC-8CBE-E69422CEA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989C4-1C44-425E-95AF-B321373882C1}" type="datetimeFigureOut">
              <a:rPr lang="en-IN" smtClean="0"/>
              <a:t>04-02-2024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F251E2-D5F7-A019-141A-A770EBFE2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7C207B-A452-FF12-1B13-57E5CBAB7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AFB64-71D9-49EB-9369-056F6F5BB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5639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413E8-B930-E0CF-16FD-B679410FE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73EE6-A59D-B14A-38D1-98591286E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CC6AA2-0A3F-A60F-C1DE-900A2DB8ED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2DA3A1-0A49-0862-6F64-1120B38BB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989C4-1C44-425E-95AF-B321373882C1}" type="datetimeFigureOut">
              <a:rPr lang="en-IN" smtClean="0"/>
              <a:t>04-02-2024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1241F7-AE41-A2F0-C8F9-9A0E98D10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5BD462-29F9-62DC-A45E-3F184FE68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AFB64-71D9-49EB-9369-056F6F5BB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5010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9B427-7CE0-47C2-0884-0F681BBD1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21FCC5-DBDC-0FA8-35A7-D8DD8F16D4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0AD94D-3062-AB04-EAF4-D97E534675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4F494-8B00-5BFC-8709-A026CA5A8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989C4-1C44-425E-95AF-B321373882C1}" type="datetimeFigureOut">
              <a:rPr lang="en-IN" smtClean="0"/>
              <a:t>04-02-2024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00D04C-9FBF-339A-A984-82B71EA57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4C9B64-6A5C-43AF-E18F-8E98F04BE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AFB64-71D9-49EB-9369-056F6F5BB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1463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F0BD9-C491-B085-D1BF-9ACD7CB78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CFC7F9-7C4E-5D7A-3F61-287C1863A4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B24ED-20E5-6769-F714-37E843800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989C4-1C44-425E-95AF-B321373882C1}" type="datetimeFigureOut">
              <a:rPr lang="en-IN" smtClean="0"/>
              <a:t>04-02-2024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1334D6-5ABE-7392-E10C-A91A9C9C7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A36B2-F4A3-17A5-F61D-A3A147A3F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AFB64-71D9-49EB-9369-056F6F5BB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0936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EB23F7-C2C8-3A52-F466-D03A99FBC4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860A44-30E7-0B04-0A26-0C62796B28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8DCE52-357D-CF1F-226F-5B89DD352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989C4-1C44-425E-95AF-B321373882C1}" type="datetimeFigureOut">
              <a:rPr lang="en-IN" smtClean="0"/>
              <a:t>04-02-2024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50475A-0507-588E-C633-B295BB88E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A9049-DD30-DF04-4C15-52AFA044E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EAFB64-71D9-49EB-9369-056F6F5BB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152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55790D-19B4-C5F2-F2B5-4B1A8DE18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E45CB9-5FD3-2AC1-FC9B-4F238608C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3530D-B8C9-0E18-1837-B095541EEC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F989C4-1C44-425E-95AF-B321373882C1}" type="datetimeFigureOut">
              <a:rPr lang="en-IN" smtClean="0"/>
              <a:t>04-02-2024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B78A02-5876-7599-96AA-248E092DED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BD653-97E3-DFFD-98C7-C65640994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EAFB64-71D9-49EB-9369-056F6F5BB88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8694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14.png"/><Relationship Id="rId26" Type="http://schemas.openxmlformats.org/officeDocument/2006/relationships/image" Target="../media/image18.png"/><Relationship Id="rId39" Type="http://schemas.openxmlformats.org/officeDocument/2006/relationships/customXml" Target="../ink/ink19.xml"/><Relationship Id="rId21" Type="http://schemas.openxmlformats.org/officeDocument/2006/relationships/customXml" Target="../ink/ink10.xml"/><Relationship Id="rId34" Type="http://schemas.openxmlformats.org/officeDocument/2006/relationships/image" Target="../media/image22.png"/><Relationship Id="rId7" Type="http://schemas.openxmlformats.org/officeDocument/2006/relationships/customXml" Target="../ink/ink3.xml"/><Relationship Id="rId12" Type="http://schemas.openxmlformats.org/officeDocument/2006/relationships/image" Target="../media/image11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24.png"/><Relationship Id="rId2" Type="http://schemas.openxmlformats.org/officeDocument/2006/relationships/image" Target="../media/image6.png"/><Relationship Id="rId16" Type="http://schemas.openxmlformats.org/officeDocument/2006/relationships/image" Target="../media/image13.png"/><Relationship Id="rId20" Type="http://schemas.openxmlformats.org/officeDocument/2006/relationships/image" Target="../media/image15.png"/><Relationship Id="rId29" Type="http://schemas.openxmlformats.org/officeDocument/2006/relationships/customXml" Target="../ink/ink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customXml" Target="../ink/ink5.xml"/><Relationship Id="rId24" Type="http://schemas.openxmlformats.org/officeDocument/2006/relationships/image" Target="../media/image17.png"/><Relationship Id="rId32" Type="http://schemas.openxmlformats.org/officeDocument/2006/relationships/image" Target="../media/image21.png"/><Relationship Id="rId37" Type="http://schemas.openxmlformats.org/officeDocument/2006/relationships/customXml" Target="../ink/ink18.xml"/><Relationship Id="rId40" Type="http://schemas.openxmlformats.org/officeDocument/2006/relationships/image" Target="../media/image25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9.png"/><Relationship Id="rId36" Type="http://schemas.openxmlformats.org/officeDocument/2006/relationships/image" Target="../media/image23.png"/><Relationship Id="rId10" Type="http://schemas.openxmlformats.org/officeDocument/2006/relationships/image" Target="../media/image10.png"/><Relationship Id="rId19" Type="http://schemas.openxmlformats.org/officeDocument/2006/relationships/customXml" Target="../ink/ink9.xml"/><Relationship Id="rId31" Type="http://schemas.openxmlformats.org/officeDocument/2006/relationships/customXml" Target="../ink/ink15.xml"/><Relationship Id="rId4" Type="http://schemas.openxmlformats.org/officeDocument/2006/relationships/image" Target="../media/image7.png"/><Relationship Id="rId9" Type="http://schemas.openxmlformats.org/officeDocument/2006/relationships/customXml" Target="../ink/ink4.xml"/><Relationship Id="rId14" Type="http://schemas.openxmlformats.org/officeDocument/2006/relationships/image" Target="../media/image12.png"/><Relationship Id="rId22" Type="http://schemas.openxmlformats.org/officeDocument/2006/relationships/image" Target="../media/image16.png"/><Relationship Id="rId27" Type="http://schemas.openxmlformats.org/officeDocument/2006/relationships/customXml" Target="../ink/ink13.xml"/><Relationship Id="rId30" Type="http://schemas.openxmlformats.org/officeDocument/2006/relationships/image" Target="../media/image20.png"/><Relationship Id="rId35" Type="http://schemas.openxmlformats.org/officeDocument/2006/relationships/customXml" Target="../ink/ink17.xml"/><Relationship Id="rId8" Type="http://schemas.openxmlformats.org/officeDocument/2006/relationships/image" Target="../media/image9.png"/><Relationship Id="rId3" Type="http://schemas.openxmlformats.org/officeDocument/2006/relationships/customXml" Target="../ink/ink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0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customXml" Target="../ink/ink21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customXml" Target="../ink/ink23.xml"/><Relationship Id="rId13" Type="http://schemas.openxmlformats.org/officeDocument/2006/relationships/image" Target="../media/image37.png"/><Relationship Id="rId18" Type="http://schemas.openxmlformats.org/officeDocument/2006/relationships/customXml" Target="../ink/ink28.xml"/><Relationship Id="rId3" Type="http://schemas.openxmlformats.org/officeDocument/2006/relationships/image" Target="../media/image31.png"/><Relationship Id="rId7" Type="http://schemas.openxmlformats.org/officeDocument/2006/relationships/image" Target="../media/image34.png"/><Relationship Id="rId12" Type="http://schemas.openxmlformats.org/officeDocument/2006/relationships/customXml" Target="../ink/ink25.xml"/><Relationship Id="rId17" Type="http://schemas.openxmlformats.org/officeDocument/2006/relationships/image" Target="../media/image39.png"/><Relationship Id="rId2" Type="http://schemas.openxmlformats.org/officeDocument/2006/relationships/image" Target="../media/image30.png"/><Relationship Id="rId16" Type="http://schemas.openxmlformats.org/officeDocument/2006/relationships/customXml" Target="../ink/ink2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2.xml"/><Relationship Id="rId11" Type="http://schemas.openxmlformats.org/officeDocument/2006/relationships/image" Target="../media/image36.png"/><Relationship Id="rId5" Type="http://schemas.openxmlformats.org/officeDocument/2006/relationships/image" Target="../media/image33.png"/><Relationship Id="rId15" Type="http://schemas.openxmlformats.org/officeDocument/2006/relationships/image" Target="../media/image38.png"/><Relationship Id="rId10" Type="http://schemas.openxmlformats.org/officeDocument/2006/relationships/customXml" Target="../ink/ink24.xml"/><Relationship Id="rId19" Type="http://schemas.openxmlformats.org/officeDocument/2006/relationships/image" Target="../media/image40.png"/><Relationship Id="rId4" Type="http://schemas.openxmlformats.org/officeDocument/2006/relationships/image" Target="../media/image32.png"/><Relationship Id="rId9" Type="http://schemas.openxmlformats.org/officeDocument/2006/relationships/image" Target="../media/image35.png"/><Relationship Id="rId14" Type="http://schemas.openxmlformats.org/officeDocument/2006/relationships/customXml" Target="../ink/ink2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29.xm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customXml" Target="../ink/ink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customXml" Target="../ink/ink3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49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3.xml"/><Relationship Id="rId5" Type="http://schemas.openxmlformats.org/officeDocument/2006/relationships/image" Target="../media/image48.png"/><Relationship Id="rId4" Type="http://schemas.openxmlformats.org/officeDocument/2006/relationships/customXml" Target="../ink/ink3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customXml" Target="../ink/ink36.xml"/><Relationship Id="rId13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3.png"/><Relationship Id="rId12" Type="http://schemas.openxmlformats.org/officeDocument/2006/relationships/customXml" Target="../ink/ink38.xml"/><Relationship Id="rId17" Type="http://schemas.openxmlformats.org/officeDocument/2006/relationships/image" Target="../media/image58.png"/><Relationship Id="rId2" Type="http://schemas.openxmlformats.org/officeDocument/2006/relationships/image" Target="../media/image50.png"/><Relationship Id="rId16" Type="http://schemas.openxmlformats.org/officeDocument/2006/relationships/customXml" Target="../ink/ink4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5.xml"/><Relationship Id="rId11" Type="http://schemas.openxmlformats.org/officeDocument/2006/relationships/image" Target="../media/image55.png"/><Relationship Id="rId5" Type="http://schemas.openxmlformats.org/officeDocument/2006/relationships/image" Target="../media/image52.png"/><Relationship Id="rId15" Type="http://schemas.openxmlformats.org/officeDocument/2006/relationships/image" Target="../media/image57.png"/><Relationship Id="rId10" Type="http://schemas.openxmlformats.org/officeDocument/2006/relationships/customXml" Target="../ink/ink37.xml"/><Relationship Id="rId4" Type="http://schemas.openxmlformats.org/officeDocument/2006/relationships/customXml" Target="../ink/ink34.xml"/><Relationship Id="rId9" Type="http://schemas.openxmlformats.org/officeDocument/2006/relationships/image" Target="../media/image54.png"/><Relationship Id="rId14" Type="http://schemas.openxmlformats.org/officeDocument/2006/relationships/customXml" Target="../ink/ink3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ustomXml" Target="../ink/ink41.xml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customXml" Target="../ink/ink42.xml"/><Relationship Id="rId4" Type="http://schemas.openxmlformats.org/officeDocument/2006/relationships/image" Target="../media/image60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F97A6-AF2D-E9A3-7D69-074EC80283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Part_3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F97AEF-9505-4FA6-C1F5-788D77390B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 </a:t>
            </a:r>
          </a:p>
          <a:p>
            <a:pPr algn="r"/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Jesna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 S</a:t>
            </a:r>
          </a:p>
          <a:p>
            <a:pPr algn="r"/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 CSE, TKMCE</a:t>
            </a:r>
            <a:endParaRPr lang="en-IN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30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69705-BC34-4678-15F9-DB8B582BB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A7A01-504F-7C2A-F6C9-5538DA2CFE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model of distributed computations</a:t>
            </a:r>
          </a:p>
          <a:p>
            <a:r>
              <a:rPr lang="en-IN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distributed program</a:t>
            </a:r>
            <a:endParaRPr lang="en-US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model of distributed executions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of communication networks</a:t>
            </a:r>
          </a:p>
          <a:p>
            <a:r>
              <a:rPr lang="en-IN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state of system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Cuts of system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Past and Future cones of an event.</a:t>
            </a:r>
            <a:endParaRPr lang="en-IN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6251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78776-D522-BDBF-7015-F2694AD4B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18255"/>
            <a:ext cx="10515600" cy="132556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of distributed Computations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3EC81-A4B3-2313-8BD5-0EFCFD41C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8"/>
            <a:ext cx="10417629" cy="4833145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 distributed system consists of a set of processors that are connected by a communication network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communication network provides the facility of information exchange among processors.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communication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delay is finite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unpredictable.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processors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do not share a common global memory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communicate solely by passing messages over the communication network.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no physical global clock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system to which processes have instantaneous access.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3877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60188-44A7-126D-0BF2-E3C16EEE43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3397"/>
            <a:ext cx="10515600" cy="5729060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communication medium may deliver messages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 of order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messages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may be lost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garbled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duplicated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due to </a:t>
            </a:r>
            <a:r>
              <a:rPr lang="en-US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timeout and retransmission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processors may fail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links may go down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be modeled as a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directed graph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which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vertices represent the processes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edges represent unidirectional communication channels</a:t>
            </a:r>
          </a:p>
          <a:p>
            <a:pPr algn="just"/>
            <a:r>
              <a:rPr lang="en-US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 distributed application runs as a collection of processes on a distributed system.</a:t>
            </a:r>
            <a:endParaRPr lang="en-IN" dirty="0">
              <a:highlight>
                <a:srgbClr val="00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8266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3E7FF-B1C2-5B79-DBF7-725642CBB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Distributed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8728D-EC54-AB7A-313E-A1C41B79E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6914"/>
            <a:ext cx="10668000" cy="5055961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distributed program is composed of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 set of n asynchronous processes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p1, p2,    , pi,    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communicate by message passing over the communication network.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processes do not share a global memory and communicate solely by passing messages.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lang="en-US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Cij</a:t>
            </a:r>
            <a:r>
              <a:rPr lang="en-US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denote the channel from process pi to process </a:t>
            </a:r>
            <a:r>
              <a:rPr lang="en-US" dirty="0" err="1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pj</a:t>
            </a:r>
            <a:r>
              <a:rPr lang="en-US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let </a:t>
            </a:r>
            <a:r>
              <a:rPr lang="en-US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mij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denote a message sent by pi to </a:t>
            </a:r>
            <a:r>
              <a:rPr lang="en-US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pj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Process execution and message transfer are asynchronous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process may execute an action spontaneously and a process sending a message does not wait for the delivery of the message to be complete.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5484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C106C-0874-2E64-70DB-A85E05CE15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2771"/>
            <a:ext cx="10472057" cy="5774192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global state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 distributed computation is composed of the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states of the processes and the communication channels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state of a process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characterized by the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state of its local memory and depends upon the context.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state of a channel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characterized by the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set of messages in transit in the channel.</a:t>
            </a:r>
            <a:endParaRPr lang="en-IN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4026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7DE26-C1DD-6DBA-7DD6-D333DDEBC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-124733"/>
            <a:ext cx="10515600" cy="1325563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model of distributed executions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C36C9-4B06-F55F-815B-8CAEE45F2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0485" y="979715"/>
            <a:ext cx="10951029" cy="5769428"/>
          </a:xfrm>
        </p:spPr>
        <p:txBody>
          <a:bodyPr>
            <a:normAutofit/>
          </a:bodyPr>
          <a:lstStyle/>
          <a:p>
            <a:pPr algn="just"/>
            <a:r>
              <a:rPr lang="en-US" sz="2400" b="0" i="0" u="none" strike="noStrike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 execution of a process consists of a sequential execution of its actions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actions are </a:t>
            </a:r>
            <a:r>
              <a:rPr lang="en-US" sz="2400" b="0" i="0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atomic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the actions of a process are modeled as three types of events, namely, </a:t>
            </a:r>
            <a:r>
              <a:rPr lang="en-US" sz="2400" b="0" i="0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internal events, message send events, and message </a:t>
            </a:r>
            <a:r>
              <a:rPr lang="en-IN" sz="2400" b="0" i="0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receive events</a:t>
            </a:r>
            <a:r>
              <a:rPr lang="en-IN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IN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Let e</a:t>
            </a:r>
            <a:r>
              <a:rPr lang="en-IN" sz="2400" b="0" i="0" u="none" strike="noStrike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0" i="0" u="none" strike="noStrike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denote the </a:t>
            </a:r>
            <a:r>
              <a:rPr lang="en-US" sz="24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xth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event at process pi. Subscripts and/or superscripts will be dropped when they are irrelevant or are clear from the context. </a:t>
            </a:r>
          </a:p>
          <a:p>
            <a:pPr algn="just"/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 message m, let send(m) and rec(m) denote its send and receive </a:t>
            </a:r>
            <a:r>
              <a:rPr lang="en-IN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events, respectively.</a:t>
            </a:r>
          </a:p>
          <a:p>
            <a:pPr algn="just"/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0" i="0" u="none" strike="noStrike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occurrence of events changes the states of respective processes and channels, thus causing transitions in the global system state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400" b="0" i="0" u="none" strike="noStrike" baseline="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An internal event changes the state of the process at which it occurs.</a:t>
            </a:r>
          </a:p>
          <a:p>
            <a:pPr algn="just"/>
            <a:r>
              <a:rPr lang="en-US" sz="2400" b="0" i="0" u="none" strike="noStrike" baseline="0" dirty="0">
                <a:highlight>
                  <a:srgbClr val="FF00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 send event (or a receive event) changes the state of the process that sends (or receives) the message and the state of the channel on which the message is sent (or received). </a:t>
            </a:r>
          </a:p>
          <a:p>
            <a:pPr algn="just"/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internal event only affects the process at which it occurs.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0725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22320-9334-C1BA-67E9-17CBA4C06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2757" y="4093758"/>
            <a:ext cx="10526486" cy="2236334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events at a process are linearly ordered by their order of occurrence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3F1F0F-BE0F-A4A9-58AF-3AD570297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689" y="527908"/>
            <a:ext cx="10390111" cy="3292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965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093F4-5F56-5E0A-2085-8AB3F681D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65455"/>
            <a:ext cx="10570029" cy="575242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send and the receive events signify the </a:t>
            </a:r>
            <a:r>
              <a:rPr lang="en-US" sz="2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flow of information between processes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establish causal dependency from the sender process to the receiver process.</a:t>
            </a:r>
            <a:endParaRPr lang="en-IN" sz="24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relation →</a:t>
            </a:r>
            <a:r>
              <a:rPr lang="en-US" sz="2400" b="0" i="0" u="none" strike="noStrike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msg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captures the causal dependency due to message exchange, is defined as follows.</a:t>
            </a:r>
          </a:p>
          <a:p>
            <a:pPr algn="l"/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every message m that is exchanged between two processes, we have</a:t>
            </a:r>
          </a:p>
          <a:p>
            <a:pPr algn="l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1800" b="0" i="0" u="none" strike="noStrike" baseline="0" dirty="0">
              <a:latin typeface="intirr"/>
            </a:endParaRPr>
          </a:p>
          <a:p>
            <a:pPr algn="l"/>
            <a:r>
              <a:rPr lang="en-IN" sz="2400" b="0" i="0" u="none" strike="noStrike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Relation →</a:t>
            </a:r>
            <a:r>
              <a:rPr lang="en-US" sz="2400" b="0" i="0" u="none" strike="noStrike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msg</a:t>
            </a:r>
            <a:r>
              <a:rPr lang="en-US" sz="2400" b="0" i="0" u="none" strike="noStrike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defines causal dependencies between the pairs of corresponding </a:t>
            </a:r>
            <a:r>
              <a:rPr lang="en-IN" sz="2400" b="0" i="0" u="none" strike="noStrike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send and receive events</a:t>
            </a:r>
            <a:r>
              <a:rPr lang="en-IN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/>
            <a:endParaRPr lang="en-US" sz="24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5F342A-8DB3-2F14-6986-739C66F9B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4116" y="2392579"/>
            <a:ext cx="3320996" cy="644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3476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84CAD-6A4E-F8C1-80FF-9A2B0056E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057" y="195942"/>
            <a:ext cx="10602686" cy="2159833"/>
          </a:xfrm>
        </p:spPr>
        <p:txBody>
          <a:bodyPr>
            <a:normAutofit fontScale="925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olution of a distributed execution is depicted by a </a:t>
            </a:r>
            <a:r>
              <a:rPr lang="en-US" sz="3600" b="1" i="0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space–time diagram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b="0" i="0" u="none" strike="noStrike" baseline="0" dirty="0">
                <a:highlight>
                  <a:srgbClr val="FF00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horizontal line 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represents the </a:t>
            </a:r>
            <a:r>
              <a:rPr lang="en-US" sz="2400" b="0" i="0" u="none" strike="noStrike" baseline="0" dirty="0">
                <a:highlight>
                  <a:srgbClr val="FF00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progress of the process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b="0" i="0" u="none" strike="noStrike" baseline="0" dirty="0">
                <a:highlight>
                  <a:srgbClr val="FF00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dot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indicates an </a:t>
            </a:r>
            <a:r>
              <a:rPr lang="en-US" sz="2400" b="0" i="0" u="none" strike="noStrike" baseline="0" dirty="0">
                <a:highlight>
                  <a:srgbClr val="FF00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event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b="0" i="0" u="none" strike="noStrike" baseline="0" dirty="0">
                <a:highlight>
                  <a:srgbClr val="FF00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slant arrow 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a </a:t>
            </a:r>
            <a:r>
              <a:rPr lang="en-US" sz="2400" b="0" i="0" u="none" strike="noStrike" baseline="0" dirty="0">
                <a:highlight>
                  <a:srgbClr val="FF00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message transfer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5937BB-4ED7-EFA0-D63F-C7AB77AE36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501" y="2355775"/>
            <a:ext cx="8463327" cy="4665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2515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DE8A9-DEB4-00F2-77E3-9E1A5B493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857" y="-124733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Causal precedence relation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1E2C9-D078-3D2C-68DE-5127E1F72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857" y="998309"/>
            <a:ext cx="11353800" cy="5685520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execution of a distributed application results in a set of distributed events produced by the processes.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H =∪</a:t>
            </a:r>
            <a:r>
              <a:rPr lang="en-US" baseline="-250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baseline="-2500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denote the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set of events executed in a distributed computation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Causal dependencies b/w events in distributed execution: define a binary relation on the set H, denoted as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4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causal precedence relation induces an irreflexive partial order on the events of a distributed computation that is denoted as Ƕ =(H, →).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B51CFB-EB3F-03AC-2073-726251017B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10" y="2654735"/>
            <a:ext cx="12078293" cy="2938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3124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63873BE-E81C-4CB2-10FB-FEF792FE0B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9856"/>
          <a:stretch/>
        </p:blipFill>
        <p:spPr>
          <a:xfrm>
            <a:off x="643154" y="511628"/>
            <a:ext cx="11143644" cy="2122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3742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8CF504F-A410-5F9A-60C5-554185A05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886" y="142402"/>
            <a:ext cx="10820400" cy="668073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39E31D4-3D02-3781-C47D-48DC58C4AC70}"/>
                  </a:ext>
                </a:extLst>
              </p14:cNvPr>
              <p14:cNvContentPartPr/>
              <p14:nvPr/>
            </p14:nvContentPartPr>
            <p14:xfrm>
              <a:off x="5276880" y="6064200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39E31D4-3D02-3781-C47D-48DC58C4AC7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61040" y="6000840"/>
                <a:ext cx="3168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94FD629-36F1-C051-08BA-1C9E2E1E648D}"/>
                  </a:ext>
                </a:extLst>
              </p14:cNvPr>
              <p14:cNvContentPartPr/>
              <p14:nvPr/>
            </p14:nvContentPartPr>
            <p14:xfrm>
              <a:off x="5238720" y="6032520"/>
              <a:ext cx="1194120" cy="129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94FD629-36F1-C051-08BA-1C9E2E1E648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222880" y="5969160"/>
                <a:ext cx="1225440" cy="13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B68424B-640A-7DCF-6559-67E608B4D038}"/>
                  </a:ext>
                </a:extLst>
              </p14:cNvPr>
              <p14:cNvContentPartPr/>
              <p14:nvPr/>
            </p14:nvContentPartPr>
            <p14:xfrm>
              <a:off x="10395000" y="6235560"/>
              <a:ext cx="972000" cy="511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B68424B-640A-7DCF-6559-67E608B4D03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379160" y="6172200"/>
                <a:ext cx="1003320" cy="17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595F059-9ECB-70FF-57AE-42CA3830FF24}"/>
                  </a:ext>
                </a:extLst>
              </p14:cNvPr>
              <p14:cNvContentPartPr/>
              <p14:nvPr/>
            </p14:nvContentPartPr>
            <p14:xfrm>
              <a:off x="1155600" y="6451560"/>
              <a:ext cx="1130760" cy="385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595F059-9ECB-70FF-57AE-42CA3830FF2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39760" y="6388200"/>
                <a:ext cx="1162080" cy="16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23442D92-D1BD-72FC-A750-F964E509A21D}"/>
                  </a:ext>
                </a:extLst>
              </p14:cNvPr>
              <p14:cNvContentPartPr/>
              <p14:nvPr/>
            </p14:nvContentPartPr>
            <p14:xfrm>
              <a:off x="2736720" y="6458040"/>
              <a:ext cx="946800" cy="637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23442D92-D1BD-72FC-A750-F964E509A21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720880" y="6394680"/>
                <a:ext cx="978120" cy="1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EE77F57-E896-6F9E-E449-30675EAF5931}"/>
                  </a:ext>
                </a:extLst>
              </p14:cNvPr>
              <p14:cNvContentPartPr/>
              <p14:nvPr/>
            </p14:nvContentPartPr>
            <p14:xfrm>
              <a:off x="5334120" y="336600"/>
              <a:ext cx="1162440" cy="828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EE77F57-E896-6F9E-E449-30675EAF593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318280" y="273240"/>
                <a:ext cx="1193760" cy="20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D9EE3C7-E28F-EC5A-14DD-73029036D779}"/>
                  </a:ext>
                </a:extLst>
              </p14:cNvPr>
              <p14:cNvContentPartPr/>
              <p14:nvPr/>
            </p14:nvContentPartPr>
            <p14:xfrm>
              <a:off x="9550440" y="368280"/>
              <a:ext cx="1778400" cy="892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D9EE3C7-E28F-EC5A-14DD-73029036D779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534600" y="304920"/>
                <a:ext cx="180972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2F399E89-4699-2D16-A5D9-D3B5F1336EF8}"/>
                  </a:ext>
                </a:extLst>
              </p14:cNvPr>
              <p14:cNvContentPartPr/>
              <p14:nvPr/>
            </p14:nvContentPartPr>
            <p14:xfrm>
              <a:off x="806400" y="799920"/>
              <a:ext cx="6820200" cy="1846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2F399E89-4699-2D16-A5D9-D3B5F1336EF8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90560" y="736560"/>
                <a:ext cx="6851520" cy="31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15B0BFD-8E74-FAC4-A9E2-B170A8A4FA23}"/>
                  </a:ext>
                </a:extLst>
              </p14:cNvPr>
              <p14:cNvContentPartPr/>
              <p14:nvPr/>
            </p14:nvContentPartPr>
            <p14:xfrm>
              <a:off x="9912240" y="844560"/>
              <a:ext cx="1543680" cy="446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15B0BFD-8E74-FAC4-A9E2-B170A8A4FA23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896400" y="781200"/>
                <a:ext cx="1575000" cy="17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4511B0B-9D0B-BAEB-9A8B-EF61FC1B009A}"/>
                  </a:ext>
                </a:extLst>
              </p14:cNvPr>
              <p14:cNvContentPartPr/>
              <p14:nvPr/>
            </p14:nvContentPartPr>
            <p14:xfrm>
              <a:off x="819000" y="1244520"/>
              <a:ext cx="3264480" cy="1782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4511B0B-9D0B-BAEB-9A8B-EF61FC1B009A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03160" y="1181160"/>
                <a:ext cx="3295800" cy="30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ABAB8E2-CB96-ED54-4517-ECE1776D88F7}"/>
                  </a:ext>
                </a:extLst>
              </p14:cNvPr>
              <p14:cNvContentPartPr/>
              <p14:nvPr/>
            </p14:nvContentPartPr>
            <p14:xfrm>
              <a:off x="5232240" y="1231920"/>
              <a:ext cx="5296320" cy="1908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ABAB8E2-CB96-ED54-4517-ECE1776D88F7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216400" y="1168560"/>
                <a:ext cx="5327640" cy="31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5384A072-8E11-170B-2BB0-08153236262D}"/>
                  </a:ext>
                </a:extLst>
              </p14:cNvPr>
              <p14:cNvContentPartPr/>
              <p14:nvPr/>
            </p14:nvContentPartPr>
            <p14:xfrm>
              <a:off x="552600" y="2641680"/>
              <a:ext cx="578160" cy="1908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5384A072-8E11-170B-2BB0-08153236262D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536760" y="2578320"/>
                <a:ext cx="609480" cy="31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935AAA99-D650-A00C-3522-A2B04145784F}"/>
                  </a:ext>
                </a:extLst>
              </p14:cNvPr>
              <p14:cNvContentPartPr/>
              <p14:nvPr/>
            </p14:nvContentPartPr>
            <p14:xfrm>
              <a:off x="571680" y="3029040"/>
              <a:ext cx="578160" cy="19080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935AAA99-D650-A00C-3522-A2B04145784F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55840" y="2965680"/>
                <a:ext cx="609480" cy="31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C32AC026-58B8-3E33-73A1-ED6F1EBFBA2D}"/>
                  </a:ext>
                </a:extLst>
              </p14:cNvPr>
              <p14:cNvContentPartPr/>
              <p14:nvPr/>
            </p14:nvContentPartPr>
            <p14:xfrm>
              <a:off x="5302080" y="2933640"/>
              <a:ext cx="2610360" cy="702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C32AC026-58B8-3E33-73A1-ED6F1EBFBA2D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5286240" y="2870280"/>
                <a:ext cx="264168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5BE385A9-587E-81A8-4EB8-7A9B75637E64}"/>
                  </a:ext>
                </a:extLst>
              </p14:cNvPr>
              <p14:cNvContentPartPr/>
              <p14:nvPr/>
            </p14:nvContentPartPr>
            <p14:xfrm>
              <a:off x="5346720" y="3397320"/>
              <a:ext cx="2667240" cy="1144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5BE385A9-587E-81A8-4EB8-7A9B75637E64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5330880" y="3333960"/>
                <a:ext cx="2698560" cy="24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BB53EA4A-0B43-C67C-21DC-5A5A39285781}"/>
                  </a:ext>
                </a:extLst>
              </p14:cNvPr>
              <p14:cNvContentPartPr/>
              <p14:nvPr/>
            </p14:nvContentPartPr>
            <p14:xfrm>
              <a:off x="2184480" y="4311720"/>
              <a:ext cx="6794640" cy="1972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BB53EA4A-0B43-C67C-21DC-5A5A39285781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2168640" y="4248360"/>
                <a:ext cx="6825960" cy="32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87059699-CB50-518D-BB9D-69380CE3963E}"/>
                  </a:ext>
                </a:extLst>
              </p14:cNvPr>
              <p14:cNvContentPartPr/>
              <p14:nvPr/>
            </p14:nvContentPartPr>
            <p14:xfrm>
              <a:off x="4800600" y="3975120"/>
              <a:ext cx="1467360" cy="828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87059699-CB50-518D-BB9D-69380CE3963E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4784760" y="3911760"/>
                <a:ext cx="1498680" cy="20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1D80CAD2-4399-8051-B9BE-DAF54E175046}"/>
                  </a:ext>
                </a:extLst>
              </p14:cNvPr>
              <p14:cNvContentPartPr/>
              <p14:nvPr/>
            </p14:nvContentPartPr>
            <p14:xfrm>
              <a:off x="6832440" y="4019400"/>
              <a:ext cx="1054800" cy="450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1D80CAD2-4399-8051-B9BE-DAF54E175046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6816600" y="3956040"/>
                <a:ext cx="108612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86970537-4621-11A1-3EBA-E92922711662}"/>
                  </a:ext>
                </a:extLst>
              </p14:cNvPr>
              <p14:cNvContentPartPr/>
              <p14:nvPr/>
            </p14:nvContentPartPr>
            <p14:xfrm>
              <a:off x="8750160" y="4013280"/>
              <a:ext cx="2603880" cy="6372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86970537-4621-11A1-3EBA-E92922711662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8734320" y="3949920"/>
                <a:ext cx="2635200" cy="190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230025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3F72D-6BEE-FE8C-F738-4221D6988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81190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vs. physical concurrency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464867-C99F-BF22-06B2-2E3ACE323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74511"/>
            <a:ext cx="11038114" cy="5533118"/>
          </a:xfrm>
        </p:spPr>
        <p:txBody>
          <a:bodyPr>
            <a:noAutofit/>
          </a:bodyPr>
          <a:lstStyle/>
          <a:p>
            <a:pPr algn="just"/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distributed computation, two events are </a:t>
            </a:r>
            <a:r>
              <a:rPr lang="en-US" sz="2400" b="0" i="0" u="none" strike="noStrike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logically concurrent 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and only if they </a:t>
            </a:r>
            <a:r>
              <a:rPr lang="en-US" sz="2400" b="0" i="0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do not causally affect each other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sz="2400" b="0" i="0" u="none" strike="noStrike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Physical concurrency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on the other hand, has a connotation that </a:t>
            </a:r>
            <a:r>
              <a:rPr lang="en-US" sz="2400" b="0" i="0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the events occur at the same instant in physical time.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 that </a:t>
            </a:r>
            <a:r>
              <a:rPr lang="en-US" sz="2400" b="0" i="0" u="none" strike="noStrike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two or more events may be logically concurrent even though they do not occur at the same instant in physical time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if processor speed and message delays would have been different, the execution of these events could have very well coincided in physical time.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Whether a set of logically concurrent events coincide in the physical time or not, does not change the outcome of the computation.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Therefore, even though a set of logically concurrent events may not have occurred at the same instant in physical time, we can assume that these events occurred at the same instant in physical time.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73307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A8EB9-047D-EE3D-5AEC-B9ADDEA57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of Communication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E4DC0-8727-7B90-9166-601B499436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of the service provided by communication networks are</a:t>
            </a:r>
          </a:p>
          <a:p>
            <a:pPr marL="1371600" lvl="2" indent="-457200" algn="just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FIFO (first-in, first-out)</a:t>
            </a:r>
          </a:p>
          <a:p>
            <a:pPr marL="1371600" lvl="2" indent="-457200" algn="just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Non-FIFO</a:t>
            </a:r>
          </a:p>
          <a:p>
            <a:pPr marL="1371600" lvl="2" indent="-457200" algn="just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Causal ordering.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algn="just">
              <a:buFont typeface="+mj-lt"/>
              <a:buAutoNum type="arabicPeriod"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FIFO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channel acts as a first-in first-out message queue and thus, message ordering is preserved by a channel.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Non-FIFO</a:t>
            </a:r>
          </a:p>
          <a:p>
            <a:pPr lvl="1"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channel acts like a set in which the sender process adds messages and the receiver process removes messages from it in a random order.</a:t>
            </a:r>
          </a:p>
        </p:txBody>
      </p:sp>
    </p:spTree>
    <p:extLst>
      <p:ext uri="{BB962C8B-B14F-4D97-AF65-F5344CB8AC3E}">
        <p14:creationId xmlns:p14="http://schemas.microsoft.com/office/powerpoint/2010/main" val="29462510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B2271-432C-FE38-A484-2D5E0B632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489857"/>
            <a:ext cx="10700658" cy="62375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Causal Ordering</a:t>
            </a:r>
          </a:p>
          <a:p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</a:t>
            </a:r>
            <a:r>
              <a:rPr lang="en-US" sz="2400" b="0" i="0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based on </a:t>
            </a:r>
            <a:r>
              <a:rPr lang="en-US" sz="2400" b="0" i="0" u="none" strike="noStrike" baseline="0" dirty="0" err="1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Lamport’s</a:t>
            </a:r>
            <a:r>
              <a:rPr lang="en-US" sz="2400" b="0" i="0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“happens before” relation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algn="l"/>
            <a:r>
              <a:rPr lang="en-IN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system that 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the causal ordering model satisfies the following property:</a:t>
            </a:r>
          </a:p>
          <a:p>
            <a:pPr algn="l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4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24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property ensures that causally related messages destined to the same destination are delivered in an order that is consistent with their causality relation.</a:t>
            </a:r>
          </a:p>
          <a:p>
            <a:pPr algn="l"/>
            <a:r>
              <a:rPr lang="en-US" sz="2400" b="0" i="0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Causally ordered delivery of messages implies FIFO message delivery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657600" lvl="8" indent="0">
              <a:buNone/>
            </a:pPr>
            <a:r>
              <a:rPr lang="en-US" sz="1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 ⊂ FIFO ⊂ Non-FIFO.</a:t>
            </a:r>
          </a:p>
          <a:p>
            <a:pPr algn="l"/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Causal ordering model is </a:t>
            </a:r>
            <a:r>
              <a:rPr lang="en-US" sz="2400" b="0" i="0" u="none" strike="noStrike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useful in developing distributed algorithms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l"/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Generally, it considerably simplifies the design of distributed algorithms </a:t>
            </a:r>
            <a:r>
              <a:rPr lang="en-US" sz="2400" b="0" i="0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because it provides a built-in synchronization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l">
              <a:buNone/>
            </a:pPr>
            <a:endParaRPr lang="en-IN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545EBC-1B7E-210B-CFA8-CE3022E1A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140" y="1819373"/>
            <a:ext cx="8495260" cy="1269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4672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AEF36-D7EC-3EED-8816-DEEA97836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state of a distributed system</a:t>
            </a:r>
            <a:endParaRPr lang="en-IN" sz="8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49FE4-D86A-8933-6641-C05F675467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global state of a distributed system is a collection of the local states of its components</a:t>
            </a:r>
          </a:p>
          <a:p>
            <a:pPr lvl="2"/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Processes </a:t>
            </a:r>
          </a:p>
          <a:p>
            <a:pPr lvl="2"/>
            <a:r>
              <a:rPr 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channels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state of a process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any time is defined by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contents of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processor registers, stacks, local memory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etc.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 context of the distributed application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state of a channel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given by the 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of messages in transit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channel.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220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04D65-8777-DBDF-5AA8-A8024D1976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770" y="283029"/>
            <a:ext cx="10885715" cy="2819400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occurrence of events changes the states of respective processes and channels, thus causing transitions in global system state.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internal event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changes the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 of the process at which it occurs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send event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(or a receive event) changes the state of the process that sends (or receives) the message and the state of the channel on which the message is sent (or received).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EAB10A-C652-6415-CB1F-339605FE7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618" y="3598148"/>
            <a:ext cx="11360073" cy="243253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161E164-8E27-5C29-2CFD-2B9A4322CC71}"/>
                  </a:ext>
                </a:extLst>
              </p14:cNvPr>
              <p14:cNvContentPartPr/>
              <p14:nvPr/>
            </p14:nvContentPartPr>
            <p14:xfrm>
              <a:off x="-446383" y="2754240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161E164-8E27-5C29-2CFD-2B9A4322CC7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536023" y="2574240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012742B-264D-ACF2-1AB2-DD1D67664139}"/>
                  </a:ext>
                </a:extLst>
              </p14:cNvPr>
              <p14:cNvContentPartPr/>
              <p14:nvPr/>
            </p14:nvContentPartPr>
            <p14:xfrm>
              <a:off x="1632977" y="3901200"/>
              <a:ext cx="526320" cy="738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012742B-264D-ACF2-1AB2-DD1D6766413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542977" y="3721560"/>
                <a:ext cx="705960" cy="433440"/>
              </a:xfrm>
              <a:prstGeom prst="rect">
                <a:avLst/>
              </a:prstGeom>
            </p:spPr>
          </p:pic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B88DA57-D3A8-DA75-7F14-5FF66AE0DA2C}"/>
              </a:ext>
            </a:extLst>
          </p:cNvPr>
          <p:cNvCxnSpPr/>
          <p:nvPr/>
        </p:nvCxnSpPr>
        <p:spPr>
          <a:xfrm>
            <a:off x="3907971" y="4082143"/>
            <a:ext cx="776151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0239048-8ACC-760D-1773-B377C0761673}"/>
              </a:ext>
            </a:extLst>
          </p:cNvPr>
          <p:cNvCxnSpPr>
            <a:cxnSpLocks/>
          </p:cNvCxnSpPr>
          <p:nvPr/>
        </p:nvCxnSpPr>
        <p:spPr>
          <a:xfrm>
            <a:off x="613525" y="4604658"/>
            <a:ext cx="309154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7F1E531-37DF-4C47-FB2C-7AE58C2F02F4}"/>
              </a:ext>
            </a:extLst>
          </p:cNvPr>
          <p:cNvCxnSpPr>
            <a:cxnSpLocks/>
          </p:cNvCxnSpPr>
          <p:nvPr/>
        </p:nvCxnSpPr>
        <p:spPr>
          <a:xfrm>
            <a:off x="613525" y="5453743"/>
            <a:ext cx="900944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20AF69-E94A-51E7-ED4A-8DACC2747B26}"/>
              </a:ext>
            </a:extLst>
          </p:cNvPr>
          <p:cNvCxnSpPr>
            <a:cxnSpLocks/>
          </p:cNvCxnSpPr>
          <p:nvPr/>
        </p:nvCxnSpPr>
        <p:spPr>
          <a:xfrm flipV="1">
            <a:off x="653142" y="6030685"/>
            <a:ext cx="8284029" cy="3265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92445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9446E03-2982-74C6-423B-6A7D20708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036" y="270319"/>
            <a:ext cx="8546118" cy="6005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C4BCA2-4C56-377D-1137-ADE0B52100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4846" y="747703"/>
            <a:ext cx="5937571" cy="60053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A285DC-2952-0FAE-2384-DAA59AA715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503" y="1565257"/>
            <a:ext cx="10101183" cy="11452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41DE9A1-8175-F5E2-7F38-8116D28A86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502" y="2927560"/>
            <a:ext cx="10384211" cy="179947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4786675-340F-1052-5D44-CC266989785A}"/>
              </a:ext>
            </a:extLst>
          </p:cNvPr>
          <p:cNvSpPr txBox="1"/>
          <p:nvPr/>
        </p:nvSpPr>
        <p:spPr>
          <a:xfrm>
            <a:off x="8937171" y="924882"/>
            <a:ext cx="4093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but not received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84F91F8-F1A6-1067-B301-F360C4C93079}"/>
                  </a:ext>
                </a:extLst>
              </p14:cNvPr>
              <p14:cNvContentPartPr/>
              <p14:nvPr/>
            </p14:nvContentPartPr>
            <p14:xfrm>
              <a:off x="6912017" y="3711840"/>
              <a:ext cx="4179600" cy="1504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84F91F8-F1A6-1067-B301-F360C4C9307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822377" y="3531840"/>
                <a:ext cx="4359240" cy="51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49C0D0B3-D1E2-315A-5FA9-BA167F773CAC}"/>
                  </a:ext>
                </a:extLst>
              </p14:cNvPr>
              <p14:cNvContentPartPr/>
              <p14:nvPr/>
            </p14:nvContentPartPr>
            <p14:xfrm>
              <a:off x="1001537" y="3266520"/>
              <a:ext cx="10137600" cy="2365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49C0D0B3-D1E2-315A-5FA9-BA167F773CA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11897" y="3086880"/>
                <a:ext cx="10317240" cy="59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BA7BF43F-537E-FEDC-5AAE-E0D182985A83}"/>
                  </a:ext>
                </a:extLst>
              </p14:cNvPr>
              <p14:cNvContentPartPr/>
              <p14:nvPr/>
            </p14:nvContentPartPr>
            <p14:xfrm>
              <a:off x="1011977" y="3604200"/>
              <a:ext cx="3895560" cy="3164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BA7BF43F-537E-FEDC-5AAE-E0D182985A8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22337" y="3424200"/>
                <a:ext cx="4075200" cy="67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7F22FD7-97E7-7D1C-085A-C8D8A06A7A63}"/>
                  </a:ext>
                </a:extLst>
              </p14:cNvPr>
              <p14:cNvContentPartPr/>
              <p14:nvPr/>
            </p14:nvContentPartPr>
            <p14:xfrm>
              <a:off x="4092857" y="4876440"/>
              <a:ext cx="4057560" cy="1202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7F22FD7-97E7-7D1C-085A-C8D8A06A7A6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003217" y="4696800"/>
                <a:ext cx="4237200" cy="47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96096C5-2AB2-2407-633C-8BC3C690EA3D}"/>
                  </a:ext>
                </a:extLst>
              </p14:cNvPr>
              <p14:cNvContentPartPr/>
              <p14:nvPr/>
            </p14:nvContentPartPr>
            <p14:xfrm>
              <a:off x="1175777" y="4694280"/>
              <a:ext cx="340920" cy="4219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96096C5-2AB2-2407-633C-8BC3C690EA3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85777" y="4514640"/>
                <a:ext cx="520560" cy="78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C2D00420-B9A5-7BA0-BE54-5EDA1AF8669A}"/>
                  </a:ext>
                </a:extLst>
              </p14:cNvPr>
              <p14:cNvContentPartPr/>
              <p14:nvPr/>
            </p14:nvContentPartPr>
            <p14:xfrm>
              <a:off x="1055897" y="4561080"/>
              <a:ext cx="686160" cy="5266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2D00420-B9A5-7BA0-BE54-5EDA1AF8669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65897" y="4381440"/>
                <a:ext cx="865800" cy="88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217A9051-4F48-AE7A-5AFC-B9E6E50C4A51}"/>
                  </a:ext>
                </a:extLst>
              </p14:cNvPr>
              <p14:cNvContentPartPr/>
              <p14:nvPr/>
            </p14:nvContentPartPr>
            <p14:xfrm>
              <a:off x="1498697" y="4376040"/>
              <a:ext cx="90720" cy="2235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217A9051-4F48-AE7A-5AFC-B9E6E50C4A5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409057" y="4196400"/>
                <a:ext cx="270360" cy="583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640633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36F9D-03B9-24CE-9365-ED4FC6FFC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the global state can be measured??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AEB52-E05F-763B-0298-8A5415C8AE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states of all the components of the distributed system must be recorded at the same instant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will be possible by either </a:t>
            </a:r>
          </a:p>
          <a:p>
            <a:pPr lvl="2"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local clocks at processes were perfectly synchronized </a:t>
            </a:r>
          </a:p>
          <a:p>
            <a:pPr lvl="2"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there was a global system clock that could be instantaneously read by the processes.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both are impossible.</a:t>
            </a:r>
            <a:endParaRPr lang="en-IN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49207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F24DA-A952-F07D-8526-4DC6D3D38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185" y="332469"/>
            <a:ext cx="11179629" cy="1213304"/>
          </a:xfrm>
        </p:spPr>
        <p:txBody>
          <a:bodyPr/>
          <a:lstStyle/>
          <a:p>
            <a:pPr algn="ctr"/>
            <a:r>
              <a:rPr lang="en-US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An effect should not be present without its cause</a:t>
            </a:r>
            <a:endParaRPr lang="en-IN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EAD0C2-3971-6AB1-0D8A-0BBF912A6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24882"/>
            <a:ext cx="10515600" cy="2855232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state will be meaningful provided every message that is recorded as received is also recorded as sent.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idea is that an effect should not be present without its cause. </a:t>
            </a:r>
          </a:p>
          <a:p>
            <a:pPr algn="just"/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 message cannot be received if it was not sent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that is, the state should not violate causality. Such states are called </a:t>
            </a:r>
            <a:r>
              <a:rPr 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consistent global states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are meaningful global states. 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E11C90-E274-E1A8-6984-13C78E37E7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25" t="1882" b="1"/>
          <a:stretch/>
        </p:blipFill>
        <p:spPr>
          <a:xfrm>
            <a:off x="76200" y="4288971"/>
            <a:ext cx="12115800" cy="21041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1819C92-D1D3-67A8-ACA2-3D69F101A5EB}"/>
              </a:ext>
            </a:extLst>
          </p:cNvPr>
          <p:cNvSpPr txBox="1"/>
          <p:nvPr/>
        </p:nvSpPr>
        <p:spPr>
          <a:xfrm>
            <a:off x="1861457" y="6340865"/>
            <a:ext cx="5769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message should not receive without sending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E406BB9-4B2B-5404-D524-77BBDFAA9762}"/>
                  </a:ext>
                </a:extLst>
              </p14:cNvPr>
              <p14:cNvContentPartPr/>
              <p14:nvPr/>
            </p14:nvContentPartPr>
            <p14:xfrm>
              <a:off x="7794017" y="4561080"/>
              <a:ext cx="3535920" cy="655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E406BB9-4B2B-5404-D524-77BBDFAA976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704017" y="4381440"/>
                <a:ext cx="3715560" cy="425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549323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44737-CA86-9A71-48DD-9B71010C6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685" y="26375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Cuts of a distributed computation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CC90F-615C-8086-E4D3-7462766945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9314"/>
            <a:ext cx="10657115" cy="5007429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space–time diagram of a distributed computation,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a zigzag line joining one arbitrary point on each process line is termed a </a:t>
            </a:r>
            <a:r>
              <a:rPr lang="en-US" sz="36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cut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in the computation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a line slices the space–time diagram, and thus the set of events in the distributed computation, into a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PAST and a FUTURE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PAST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contains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all the events to the left of the cut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 </a:t>
            </a:r>
            <a:r>
              <a:rPr lang="en-US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FUTURE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contains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all the events to the right of the cut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 cut C, let PAST(C) and FUTURE(C) denote the set of events in the PAST and FUTURE of C, respectively. </a:t>
            </a:r>
          </a:p>
          <a:p>
            <a:pPr algn="just"/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Every cut corresponds to a global state and every global state can be graphically represented as a cut in the computation’s space–time diagram</a:t>
            </a:r>
            <a:endParaRPr lang="en-IN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DED19BF-CF20-D1CE-0871-358143D72F5E}"/>
                  </a:ext>
                </a:extLst>
              </p14:cNvPr>
              <p14:cNvContentPartPr/>
              <p14:nvPr/>
            </p14:nvContentPartPr>
            <p14:xfrm>
              <a:off x="2797577" y="5402400"/>
              <a:ext cx="4125960" cy="1864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DED19BF-CF20-D1CE-0871-358143D72F5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07577" y="5222760"/>
                <a:ext cx="4305600" cy="54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95119C5-4A82-5DE6-DF51-8DFE2BB9EA78}"/>
                  </a:ext>
                </a:extLst>
              </p14:cNvPr>
              <p14:cNvContentPartPr/>
              <p14:nvPr/>
            </p14:nvContentPartPr>
            <p14:xfrm>
              <a:off x="1175777" y="5377560"/>
              <a:ext cx="1659960" cy="1382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95119C5-4A82-5DE6-DF51-8DFE2BB9EA7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85777" y="5197920"/>
                <a:ext cx="1839600" cy="497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441229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450FB0-D572-6AA9-8357-AD0525C227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020" y="163513"/>
            <a:ext cx="11571018" cy="4038372"/>
          </a:xfrm>
        </p:spPr>
      </p:pic>
    </p:spTree>
    <p:extLst>
      <p:ext uri="{BB962C8B-B14F-4D97-AF65-F5344CB8AC3E}">
        <p14:creationId xmlns:p14="http://schemas.microsoft.com/office/powerpoint/2010/main" val="25348931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040F8-89CF-D7C4-574E-5D67C1DAC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272" y="-327336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Past and future cones of an event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766AEC-1E9E-FFC4-0276-BEEAF760C1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038" y="529945"/>
            <a:ext cx="10331923" cy="3109338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4D18582-BE94-EBA2-9272-2423D8132D70}"/>
              </a:ext>
            </a:extLst>
          </p:cNvPr>
          <p:cNvCxnSpPr>
            <a:cxnSpLocks/>
          </p:cNvCxnSpPr>
          <p:nvPr/>
        </p:nvCxnSpPr>
        <p:spPr>
          <a:xfrm flipV="1">
            <a:off x="4963887" y="998598"/>
            <a:ext cx="5987142" cy="762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211ABBE-1C3E-E297-522D-8F00E5FBFBC9}"/>
              </a:ext>
            </a:extLst>
          </p:cNvPr>
          <p:cNvCxnSpPr>
            <a:cxnSpLocks/>
          </p:cNvCxnSpPr>
          <p:nvPr/>
        </p:nvCxnSpPr>
        <p:spPr>
          <a:xfrm flipV="1">
            <a:off x="1126670" y="1520742"/>
            <a:ext cx="9938656" cy="762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8A1640D-2A0D-C515-D839-153D478E646E}"/>
              </a:ext>
            </a:extLst>
          </p:cNvPr>
          <p:cNvCxnSpPr>
            <a:cxnSpLocks/>
          </p:cNvCxnSpPr>
          <p:nvPr/>
        </p:nvCxnSpPr>
        <p:spPr>
          <a:xfrm flipV="1">
            <a:off x="1126670" y="1871182"/>
            <a:ext cx="3145970" cy="762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4F2A3D8-257D-DE52-C279-A259A38FDA81}"/>
              </a:ext>
            </a:extLst>
          </p:cNvPr>
          <p:cNvCxnSpPr>
            <a:cxnSpLocks/>
          </p:cNvCxnSpPr>
          <p:nvPr/>
        </p:nvCxnSpPr>
        <p:spPr>
          <a:xfrm>
            <a:off x="1611086" y="2350572"/>
            <a:ext cx="5812971" cy="0"/>
          </a:xfrm>
          <a:prstGeom prst="line">
            <a:avLst/>
          </a:prstGeom>
          <a:ln w="5715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3610805D-7955-EF6A-2B2A-E1499D77A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462" y="3639283"/>
            <a:ext cx="9997071" cy="298684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724ED461-7828-46B3-F174-6CF1BE14CB99}"/>
                  </a:ext>
                </a:extLst>
              </p14:cNvPr>
              <p14:cNvContentPartPr/>
              <p14:nvPr/>
            </p14:nvContentPartPr>
            <p14:xfrm>
              <a:off x="5290217" y="4462646"/>
              <a:ext cx="5627880" cy="2851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724ED461-7828-46B3-F174-6CF1BE14CB9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00217" y="4282646"/>
                <a:ext cx="5807520" cy="64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48CC6A15-0BC4-68A7-A028-669315B1CA7F}"/>
                  </a:ext>
                </a:extLst>
              </p14:cNvPr>
              <p14:cNvContentPartPr/>
              <p14:nvPr/>
            </p14:nvContentPartPr>
            <p14:xfrm>
              <a:off x="1240937" y="4937126"/>
              <a:ext cx="2982240" cy="2876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48CC6A15-0BC4-68A7-A028-669315B1CA7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51297" y="4757486"/>
                <a:ext cx="3161880" cy="647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819320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A5E0128-2BBA-50A1-D216-EA458EBB9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847" y="510244"/>
            <a:ext cx="10931860" cy="209144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28AD07E-318F-EF96-4177-C293C8D0DEDF}"/>
              </a:ext>
            </a:extLst>
          </p:cNvPr>
          <p:cNvSpPr/>
          <p:nvPr/>
        </p:nvSpPr>
        <p:spPr>
          <a:xfrm>
            <a:off x="1306286" y="510244"/>
            <a:ext cx="7130143" cy="39327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7A2DDCF-489E-1DDD-A7E6-2EDF7E07788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033" b="2312"/>
          <a:stretch/>
        </p:blipFill>
        <p:spPr>
          <a:xfrm>
            <a:off x="903846" y="2829298"/>
            <a:ext cx="10428183" cy="3419102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DCF3D1-3E27-8FCA-E20C-332232500298}"/>
              </a:ext>
            </a:extLst>
          </p:cNvPr>
          <p:cNvCxnSpPr/>
          <p:nvPr/>
        </p:nvCxnSpPr>
        <p:spPr>
          <a:xfrm>
            <a:off x="4669971" y="3744686"/>
            <a:ext cx="643345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198D01E-0604-C789-CDC0-A5D0227FCB92}"/>
              </a:ext>
            </a:extLst>
          </p:cNvPr>
          <p:cNvCxnSpPr>
            <a:cxnSpLocks/>
          </p:cNvCxnSpPr>
          <p:nvPr/>
        </p:nvCxnSpPr>
        <p:spPr>
          <a:xfrm>
            <a:off x="1045028" y="4103914"/>
            <a:ext cx="1005840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60DEB49-19AB-6CE4-B090-C8F312D64B27}"/>
              </a:ext>
            </a:extLst>
          </p:cNvPr>
          <p:cNvCxnSpPr>
            <a:cxnSpLocks/>
          </p:cNvCxnSpPr>
          <p:nvPr/>
        </p:nvCxnSpPr>
        <p:spPr>
          <a:xfrm>
            <a:off x="1915886" y="5007428"/>
            <a:ext cx="359228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8F3C46A-54F6-6C96-0CE2-B490848CEDAD}"/>
              </a:ext>
            </a:extLst>
          </p:cNvPr>
          <p:cNvCxnSpPr>
            <a:cxnSpLocks/>
          </p:cNvCxnSpPr>
          <p:nvPr/>
        </p:nvCxnSpPr>
        <p:spPr>
          <a:xfrm>
            <a:off x="3287485" y="5421085"/>
            <a:ext cx="359228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503DCBC-51E9-A0A7-F9E0-27D567EA9836}"/>
                  </a:ext>
                </a:extLst>
              </p14:cNvPr>
              <p14:cNvContentPartPr/>
              <p14:nvPr/>
            </p14:nvContentPartPr>
            <p14:xfrm>
              <a:off x="9122057" y="664080"/>
              <a:ext cx="2291400" cy="550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503DCBC-51E9-A0A7-F9E0-27D567EA983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032417" y="484080"/>
                <a:ext cx="2471040" cy="41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6F3052C-2761-5856-F4E0-F422AEE4418A}"/>
                  </a:ext>
                </a:extLst>
              </p14:cNvPr>
              <p14:cNvContentPartPr/>
              <p14:nvPr/>
            </p14:nvContentPartPr>
            <p14:xfrm>
              <a:off x="6095537" y="1130640"/>
              <a:ext cx="5455080" cy="1112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6F3052C-2761-5856-F4E0-F422AEE4418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005897" y="950640"/>
                <a:ext cx="5634720" cy="47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CEC9122-706D-694C-BB3D-DA4698EF3079}"/>
                  </a:ext>
                </a:extLst>
              </p14:cNvPr>
              <p14:cNvContentPartPr/>
              <p14:nvPr/>
            </p14:nvContentPartPr>
            <p14:xfrm>
              <a:off x="1088657" y="1543200"/>
              <a:ext cx="454320" cy="1976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DCEC9122-706D-694C-BB3D-DA4698EF307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98657" y="1363560"/>
                <a:ext cx="633960" cy="55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250A9477-BD15-83F8-AE66-0660902B74B0}"/>
                  </a:ext>
                </a:extLst>
              </p14:cNvPr>
              <p14:cNvContentPartPr/>
              <p14:nvPr/>
            </p14:nvContentPartPr>
            <p14:xfrm>
              <a:off x="4724297" y="3384600"/>
              <a:ext cx="6423120" cy="3402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250A9477-BD15-83F8-AE66-0660902B74B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634297" y="3204600"/>
                <a:ext cx="6602760" cy="69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75F92CCA-2421-D431-00FA-440A9D33F951}"/>
                  </a:ext>
                </a:extLst>
              </p14:cNvPr>
              <p14:cNvContentPartPr/>
              <p14:nvPr/>
            </p14:nvContentPartPr>
            <p14:xfrm>
              <a:off x="979217" y="3840360"/>
              <a:ext cx="3002040" cy="1544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75F92CCA-2421-D431-00FA-440A9D33F95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89577" y="3660720"/>
                <a:ext cx="3181680" cy="51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03A1977C-6C4D-10DB-681A-9FED81969557}"/>
                  </a:ext>
                </a:extLst>
              </p14:cNvPr>
              <p14:cNvContentPartPr/>
              <p14:nvPr/>
            </p14:nvContentPartPr>
            <p14:xfrm>
              <a:off x="3504617" y="5125920"/>
              <a:ext cx="3069720" cy="1213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03A1977C-6C4D-10DB-681A-9FED8196955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414977" y="4946280"/>
                <a:ext cx="3249360" cy="48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44A83821-4C95-51F2-7F90-016E31380C3C}"/>
                  </a:ext>
                </a:extLst>
              </p14:cNvPr>
              <p14:cNvContentPartPr/>
              <p14:nvPr/>
            </p14:nvContentPartPr>
            <p14:xfrm>
              <a:off x="1926737" y="4634520"/>
              <a:ext cx="8305560" cy="3164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44A83821-4C95-51F2-7F90-016E31380C3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836737" y="4454880"/>
                <a:ext cx="8485200" cy="676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977867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82EA8-5F36-48F2-4230-BD8D3A23A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Illustration of past and future cones in a distributed computation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16E664-D9C2-24A5-C985-6ABE956150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813" y="2031939"/>
            <a:ext cx="9518457" cy="469543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DD08026-9C85-67C8-883F-C7E92431845A}"/>
                  </a:ext>
                </a:extLst>
              </p14:cNvPr>
              <p14:cNvContentPartPr/>
              <p14:nvPr/>
            </p14:nvContentPartPr>
            <p14:xfrm>
              <a:off x="4996457" y="3428880"/>
              <a:ext cx="316440" cy="774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DD08026-9C85-67C8-883F-C7E92431845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06457" y="3248880"/>
                <a:ext cx="496080" cy="43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73C321A-D73F-A601-8C83-B6AA0A223603}"/>
                  </a:ext>
                </a:extLst>
              </p14:cNvPr>
              <p14:cNvContentPartPr/>
              <p14:nvPr/>
            </p14:nvContentPartPr>
            <p14:xfrm>
              <a:off x="7064657" y="3548400"/>
              <a:ext cx="514440" cy="547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73C321A-D73F-A601-8C83-B6AA0A22360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74657" y="3368760"/>
                <a:ext cx="694080" cy="414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933810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AD84F-C83B-C4A6-B3D3-E263194EE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914" y="-255361"/>
            <a:ext cx="10515600" cy="1325563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of process communications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EE2A2-98E4-DF8F-5342-696997563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7942"/>
            <a:ext cx="10515600" cy="5747657"/>
          </a:xfrm>
        </p:spPr>
        <p:txBody>
          <a:bodyPr>
            <a:normAutofit/>
          </a:bodyPr>
          <a:lstStyle/>
          <a:p>
            <a:pPr algn="l"/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basic models of process communications 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Synchronous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synchronous. </a:t>
            </a:r>
          </a:p>
          <a:p>
            <a:r>
              <a:rPr lang="en-US" sz="2400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Synchronous Communication</a:t>
            </a:r>
          </a:p>
          <a:p>
            <a:pPr lvl="1"/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0" i="1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synchronous 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model is a </a:t>
            </a:r>
            <a:r>
              <a:rPr lang="en-US" b="0" i="0" u="none" strike="noStrike" baseline="0" dirty="0">
                <a:solidFill>
                  <a:srgbClr val="000000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blocking type 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on a message send, the sender process blocks until the message has been received by the receiver process. </a:t>
            </a:r>
          </a:p>
          <a:p>
            <a:pPr lvl="1"/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0" i="0" u="none" strike="noStrike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sender process resumes execution only after it learns that the receiver process has accepted the message</a:t>
            </a:r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1"/>
            <a:r>
              <a:rPr lang="en-US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Thus, the sender and the receiver processes must synchronize to exchange a message.</a:t>
            </a:r>
          </a:p>
          <a:p>
            <a:pPr lvl="1"/>
            <a:r>
              <a:rPr lang="en-US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Synchronous communication is simpler to handle</a:t>
            </a:r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implement. 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However,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due to frequent blocking, it is likely to have poor performance and is likely to be more prone to deadlocks</a:t>
            </a:r>
            <a:endParaRPr lang="en-IN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96868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F160E-DBBA-16B8-4CD5-CD33EFEA29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37458"/>
            <a:ext cx="10493829" cy="6346372"/>
          </a:xfrm>
        </p:spPr>
        <p:txBody>
          <a:bodyPr>
            <a:normAutofit/>
          </a:bodyPr>
          <a:lstStyle/>
          <a:p>
            <a:pPr algn="just"/>
            <a:r>
              <a:rPr lang="en-US" b="1" u="sng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Asynchronous Communication</a:t>
            </a:r>
          </a:p>
          <a:p>
            <a:pPr algn="just"/>
            <a:r>
              <a:rPr lang="en-IN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</a:t>
            </a:r>
            <a:r>
              <a:rPr lang="en-IN" sz="2400" b="0" i="0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non-blocking </a:t>
            </a:r>
            <a:r>
              <a:rPr lang="en-US" sz="2400" b="0" i="0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type 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the sender and the receiver </a:t>
            </a:r>
            <a:r>
              <a:rPr lang="en-US" sz="2400" b="0" i="0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do not synchronize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exchange a message.</a:t>
            </a:r>
          </a:p>
          <a:p>
            <a:pPr algn="just"/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having sent a message, the sender process does not wait for the message to be delivered to the receiver process. </a:t>
            </a:r>
          </a:p>
          <a:p>
            <a:pPr algn="just"/>
            <a:r>
              <a:rPr lang="en-US" sz="2400" b="0" i="0" u="none" strike="noStrike" baseline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 message is buffered by the system and is delivered to the receiver process when it is ready to accept the message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400" b="0" i="0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buffer overflow may occur 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process sends a large number of messages in a burst to another process.</a:t>
            </a:r>
          </a:p>
          <a:p>
            <a:pPr algn="just"/>
            <a:r>
              <a:rPr lang="en-IN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Asynchronous 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provides </a:t>
            </a:r>
            <a:r>
              <a:rPr lang="en-US" sz="2400" b="0" i="0" u="none" strike="noStrike" baseline="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higher parallelism 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the sender process can execute while the message is in transit to the receiver. 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synchronous communication requires more complex buffer management.</a:t>
            </a:r>
          </a:p>
          <a:p>
            <a:pPr algn="just"/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addition, due to higher degree of parallelism and non-determinism, it is much more difficult to design, verify, and implement distributed algorithms </a:t>
            </a:r>
            <a:r>
              <a:rPr lang="en-IN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asynchronous communications.</a:t>
            </a: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u="sng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9748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3246</TotalTime>
  <Words>1816</Words>
  <Application>Microsoft Office PowerPoint</Application>
  <PresentationFormat>Widescreen</PresentationFormat>
  <Paragraphs>142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Calibri Light</vt:lpstr>
      <vt:lpstr>intirr</vt:lpstr>
      <vt:lpstr>Times New Roman</vt:lpstr>
      <vt:lpstr>Office Theme</vt:lpstr>
      <vt:lpstr>Module 1 Part_3</vt:lpstr>
      <vt:lpstr>Contents</vt:lpstr>
      <vt:lpstr>Model of distributed Computations</vt:lpstr>
      <vt:lpstr>PowerPoint Presentation</vt:lpstr>
      <vt:lpstr>Distributed program</vt:lpstr>
      <vt:lpstr>PowerPoint Presentation</vt:lpstr>
      <vt:lpstr>A model of distributed executions</vt:lpstr>
      <vt:lpstr>PowerPoint Presentation</vt:lpstr>
      <vt:lpstr>PowerPoint Presentation</vt:lpstr>
      <vt:lpstr>PowerPoint Presentation</vt:lpstr>
      <vt:lpstr>Causal precedence relation</vt:lpstr>
      <vt:lpstr>PowerPoint Presentation</vt:lpstr>
      <vt:lpstr>PowerPoint Presentation</vt:lpstr>
      <vt:lpstr>Logical vs. physical concurrency</vt:lpstr>
      <vt:lpstr>Models of Communication Networks</vt:lpstr>
      <vt:lpstr>PowerPoint Presentation</vt:lpstr>
      <vt:lpstr>Global state of a distributed system</vt:lpstr>
      <vt:lpstr>PowerPoint Presentation</vt:lpstr>
      <vt:lpstr>PowerPoint Presentation</vt:lpstr>
      <vt:lpstr>How the global state can be measured??</vt:lpstr>
      <vt:lpstr>An effect should not be present without its cause</vt:lpstr>
      <vt:lpstr>Cuts of a distributed computation</vt:lpstr>
      <vt:lpstr>PowerPoint Presentation</vt:lpstr>
      <vt:lpstr>Past and future cones of an event</vt:lpstr>
      <vt:lpstr>PowerPoint Presentation</vt:lpstr>
      <vt:lpstr>Illustration of past and future cones in a distributed computation</vt:lpstr>
      <vt:lpstr>Models of process communications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JESNA J S</dc:creator>
  <cp:lastModifiedBy>JESNA J S</cp:lastModifiedBy>
  <cp:revision>11</cp:revision>
  <dcterms:created xsi:type="dcterms:W3CDTF">2024-01-28T15:08:48Z</dcterms:created>
  <dcterms:modified xsi:type="dcterms:W3CDTF">2024-02-04T18:19:31Z</dcterms:modified>
</cp:coreProperties>
</file>