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5" r:id="rId8"/>
    <p:sldId id="262" r:id="rId9"/>
    <p:sldId id="266" r:id="rId10"/>
    <p:sldId id="263"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5735D3-B329-4C96-8634-759AE86D173F}" v="3" dt="2024-03-31T12:18:03.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NA J S" userId="1cf9dc77da0791c6" providerId="LiveId" clId="{D95735D3-B329-4C96-8634-759AE86D173F}"/>
    <pc:docChg chg="undo redo custSel addSld modSld">
      <pc:chgData name="JESNA J S" userId="1cf9dc77da0791c6" providerId="LiveId" clId="{D95735D3-B329-4C96-8634-759AE86D173F}" dt="2024-05-01T18:00:42.315" v="533" actId="27636"/>
      <pc:docMkLst>
        <pc:docMk/>
      </pc:docMkLst>
      <pc:sldChg chg="modSp new mod">
        <pc:chgData name="JESNA J S" userId="1cf9dc77da0791c6" providerId="LiveId" clId="{D95735D3-B329-4C96-8634-759AE86D173F}" dt="2024-03-31T11:16:23.216" v="81" actId="2711"/>
        <pc:sldMkLst>
          <pc:docMk/>
          <pc:sldMk cId="1216763248" sldId="256"/>
        </pc:sldMkLst>
        <pc:spChg chg="mod">
          <ac:chgData name="JESNA J S" userId="1cf9dc77da0791c6" providerId="LiveId" clId="{D95735D3-B329-4C96-8634-759AE86D173F}" dt="2024-03-31T11:13:17.923" v="19" actId="2711"/>
          <ac:spMkLst>
            <pc:docMk/>
            <pc:sldMk cId="1216763248" sldId="256"/>
            <ac:spMk id="2" creationId="{FE306D0A-87F6-94FA-A8A5-62C4A0761411}"/>
          </ac:spMkLst>
        </pc:spChg>
        <pc:spChg chg="mod">
          <ac:chgData name="JESNA J S" userId="1cf9dc77da0791c6" providerId="LiveId" clId="{D95735D3-B329-4C96-8634-759AE86D173F}" dt="2024-03-31T11:16:23.216" v="81" actId="2711"/>
          <ac:spMkLst>
            <pc:docMk/>
            <pc:sldMk cId="1216763248" sldId="256"/>
            <ac:spMk id="3" creationId="{69B2B3E5-B502-F35C-44FA-A45D26765C0D}"/>
          </ac:spMkLst>
        </pc:spChg>
      </pc:sldChg>
      <pc:sldChg chg="modSp new mod">
        <pc:chgData name="JESNA J S" userId="1cf9dc77da0791c6" providerId="LiveId" clId="{D95735D3-B329-4C96-8634-759AE86D173F}" dt="2024-03-31T11:37:20.987" v="233"/>
        <pc:sldMkLst>
          <pc:docMk/>
          <pc:sldMk cId="301162353" sldId="257"/>
        </pc:sldMkLst>
        <pc:spChg chg="mod">
          <ac:chgData name="JESNA J S" userId="1cf9dc77da0791c6" providerId="LiveId" clId="{D95735D3-B329-4C96-8634-759AE86D173F}" dt="2024-03-31T11:18:10.287" v="106" actId="122"/>
          <ac:spMkLst>
            <pc:docMk/>
            <pc:sldMk cId="301162353" sldId="257"/>
            <ac:spMk id="2" creationId="{11FC2D73-3787-9CD5-2AA7-7D139B51CACD}"/>
          </ac:spMkLst>
        </pc:spChg>
        <pc:spChg chg="mod">
          <ac:chgData name="JESNA J S" userId="1cf9dc77da0791c6" providerId="LiveId" clId="{D95735D3-B329-4C96-8634-759AE86D173F}" dt="2024-03-31T11:37:20.987" v="233"/>
          <ac:spMkLst>
            <pc:docMk/>
            <pc:sldMk cId="301162353" sldId="257"/>
            <ac:spMk id="3" creationId="{F6D18088-6CA4-A2DB-DAD8-C37E722385E2}"/>
          </ac:spMkLst>
        </pc:spChg>
      </pc:sldChg>
      <pc:sldChg chg="delSp modSp new mod">
        <pc:chgData name="JESNA J S" userId="1cf9dc77da0791c6" providerId="LiveId" clId="{D95735D3-B329-4C96-8634-759AE86D173F}" dt="2024-03-31T12:06:11.039" v="260" actId="5793"/>
        <pc:sldMkLst>
          <pc:docMk/>
          <pc:sldMk cId="792775699" sldId="258"/>
        </pc:sldMkLst>
        <pc:spChg chg="del">
          <ac:chgData name="JESNA J S" userId="1cf9dc77da0791c6" providerId="LiveId" clId="{D95735D3-B329-4C96-8634-759AE86D173F}" dt="2024-03-31T11:40:31.023" v="235" actId="478"/>
          <ac:spMkLst>
            <pc:docMk/>
            <pc:sldMk cId="792775699" sldId="258"/>
            <ac:spMk id="2" creationId="{9412B1AB-4038-418E-0CE4-FBD288DEE5B0}"/>
          </ac:spMkLst>
        </pc:spChg>
        <pc:spChg chg="mod">
          <ac:chgData name="JESNA J S" userId="1cf9dc77da0791c6" providerId="LiveId" clId="{D95735D3-B329-4C96-8634-759AE86D173F}" dt="2024-03-31T12:06:11.039" v="260" actId="5793"/>
          <ac:spMkLst>
            <pc:docMk/>
            <pc:sldMk cId="792775699" sldId="258"/>
            <ac:spMk id="3" creationId="{029C76AB-0E67-D780-0535-3E61AF8A8FB7}"/>
          </ac:spMkLst>
        </pc:spChg>
      </pc:sldChg>
      <pc:sldChg chg="modSp new mod">
        <pc:chgData name="JESNA J S" userId="1cf9dc77da0791c6" providerId="LiveId" clId="{D95735D3-B329-4C96-8634-759AE86D173F}" dt="2024-03-31T12:09:57.020" v="326" actId="1076"/>
        <pc:sldMkLst>
          <pc:docMk/>
          <pc:sldMk cId="3427903520" sldId="259"/>
        </pc:sldMkLst>
        <pc:spChg chg="mod">
          <ac:chgData name="JESNA J S" userId="1cf9dc77da0791c6" providerId="LiveId" clId="{D95735D3-B329-4C96-8634-759AE86D173F}" dt="2024-03-31T12:07:10.279" v="269" actId="113"/>
          <ac:spMkLst>
            <pc:docMk/>
            <pc:sldMk cId="3427903520" sldId="259"/>
            <ac:spMk id="2" creationId="{31931140-B584-8F19-F1B3-39EC8BD5A50E}"/>
          </ac:spMkLst>
        </pc:spChg>
        <pc:spChg chg="mod">
          <ac:chgData name="JESNA J S" userId="1cf9dc77da0791c6" providerId="LiveId" clId="{D95735D3-B329-4C96-8634-759AE86D173F}" dt="2024-03-31T12:09:57.020" v="326" actId="1076"/>
          <ac:spMkLst>
            <pc:docMk/>
            <pc:sldMk cId="3427903520" sldId="259"/>
            <ac:spMk id="3" creationId="{38CF5BE1-0A66-8873-D2EC-7C1AF10FF44E}"/>
          </ac:spMkLst>
        </pc:spChg>
      </pc:sldChg>
      <pc:sldChg chg="modSp new mod">
        <pc:chgData name="JESNA J S" userId="1cf9dc77da0791c6" providerId="LiveId" clId="{D95735D3-B329-4C96-8634-759AE86D173F}" dt="2024-03-31T12:13:14.787" v="367" actId="20577"/>
        <pc:sldMkLst>
          <pc:docMk/>
          <pc:sldMk cId="3286457166" sldId="260"/>
        </pc:sldMkLst>
        <pc:spChg chg="mod">
          <ac:chgData name="JESNA J S" userId="1cf9dc77da0791c6" providerId="LiveId" clId="{D95735D3-B329-4C96-8634-759AE86D173F}" dt="2024-03-31T12:11:51.007" v="362" actId="1076"/>
          <ac:spMkLst>
            <pc:docMk/>
            <pc:sldMk cId="3286457166" sldId="260"/>
            <ac:spMk id="2" creationId="{7E7662B6-B636-607F-22B7-A1A2C40B344A}"/>
          </ac:spMkLst>
        </pc:spChg>
        <pc:spChg chg="mod">
          <ac:chgData name="JESNA J S" userId="1cf9dc77da0791c6" providerId="LiveId" clId="{D95735D3-B329-4C96-8634-759AE86D173F}" dt="2024-03-31T12:13:14.787" v="367" actId="20577"/>
          <ac:spMkLst>
            <pc:docMk/>
            <pc:sldMk cId="3286457166" sldId="260"/>
            <ac:spMk id="3" creationId="{F0BC18B3-1976-051F-97E4-C5AEC07FE0D1}"/>
          </ac:spMkLst>
        </pc:spChg>
      </pc:sldChg>
      <pc:sldChg chg="modSp new mod">
        <pc:chgData name="JESNA J S" userId="1cf9dc77da0791c6" providerId="LiveId" clId="{D95735D3-B329-4C96-8634-759AE86D173F}" dt="2024-03-31T12:18:06.409" v="426" actId="113"/>
        <pc:sldMkLst>
          <pc:docMk/>
          <pc:sldMk cId="3389198705" sldId="261"/>
        </pc:sldMkLst>
        <pc:spChg chg="mod">
          <ac:chgData name="JESNA J S" userId="1cf9dc77da0791c6" providerId="LiveId" clId="{D95735D3-B329-4C96-8634-759AE86D173F}" dt="2024-03-31T12:17:05.605" v="423" actId="122"/>
          <ac:spMkLst>
            <pc:docMk/>
            <pc:sldMk cId="3389198705" sldId="261"/>
            <ac:spMk id="2" creationId="{6E5F1C20-6777-44F3-7714-47166AA483F5}"/>
          </ac:spMkLst>
        </pc:spChg>
        <pc:spChg chg="mod">
          <ac:chgData name="JESNA J S" userId="1cf9dc77da0791c6" providerId="LiveId" clId="{D95735D3-B329-4C96-8634-759AE86D173F}" dt="2024-03-31T12:18:06.409" v="426" actId="113"/>
          <ac:spMkLst>
            <pc:docMk/>
            <pc:sldMk cId="3389198705" sldId="261"/>
            <ac:spMk id="3" creationId="{437D0E1B-712B-B42B-1615-14B1426D1DA2}"/>
          </ac:spMkLst>
        </pc:spChg>
      </pc:sldChg>
      <pc:sldChg chg="modSp new mod">
        <pc:chgData name="JESNA J S" userId="1cf9dc77da0791c6" providerId="LiveId" clId="{D95735D3-B329-4C96-8634-759AE86D173F}" dt="2024-03-31T14:30:33.973" v="530" actId="114"/>
        <pc:sldMkLst>
          <pc:docMk/>
          <pc:sldMk cId="1894429359" sldId="262"/>
        </pc:sldMkLst>
        <pc:spChg chg="mod">
          <ac:chgData name="JESNA J S" userId="1cf9dc77da0791c6" providerId="LiveId" clId="{D95735D3-B329-4C96-8634-759AE86D173F}" dt="2024-03-31T12:18:59.796" v="436" actId="122"/>
          <ac:spMkLst>
            <pc:docMk/>
            <pc:sldMk cId="1894429359" sldId="262"/>
            <ac:spMk id="2" creationId="{F085E1AE-D31D-A631-AED9-72A837727383}"/>
          </ac:spMkLst>
        </pc:spChg>
        <pc:spChg chg="mod">
          <ac:chgData name="JESNA J S" userId="1cf9dc77da0791c6" providerId="LiveId" clId="{D95735D3-B329-4C96-8634-759AE86D173F}" dt="2024-03-31T14:30:33.973" v="530" actId="114"/>
          <ac:spMkLst>
            <pc:docMk/>
            <pc:sldMk cId="1894429359" sldId="262"/>
            <ac:spMk id="3" creationId="{1A3D7806-61C9-D3C0-DC66-EBCAB0F53A0B}"/>
          </ac:spMkLst>
        </pc:spChg>
      </pc:sldChg>
      <pc:sldChg chg="addSp delSp modSp new mod">
        <pc:chgData name="JESNA J S" userId="1cf9dc77da0791c6" providerId="LiveId" clId="{D95735D3-B329-4C96-8634-759AE86D173F}" dt="2024-03-31T14:42:34.492" v="531" actId="14100"/>
        <pc:sldMkLst>
          <pc:docMk/>
          <pc:sldMk cId="4102403590" sldId="263"/>
        </pc:sldMkLst>
        <pc:spChg chg="mod">
          <ac:chgData name="JESNA J S" userId="1cf9dc77da0791c6" providerId="LiveId" clId="{D95735D3-B329-4C96-8634-759AE86D173F}" dt="2024-03-31T14:42:34.492" v="531" actId="14100"/>
          <ac:spMkLst>
            <pc:docMk/>
            <pc:sldMk cId="4102403590" sldId="263"/>
            <ac:spMk id="2" creationId="{793EAA72-316C-148E-8CB7-C442542EA6FF}"/>
          </ac:spMkLst>
        </pc:spChg>
        <pc:spChg chg="del">
          <ac:chgData name="JESNA J S" userId="1cf9dc77da0791c6" providerId="LiveId" clId="{D95735D3-B329-4C96-8634-759AE86D173F}" dt="2024-03-31T12:26:26.827" v="462" actId="478"/>
          <ac:spMkLst>
            <pc:docMk/>
            <pc:sldMk cId="4102403590" sldId="263"/>
            <ac:spMk id="3" creationId="{C2F43641-19FF-FD83-B59B-7921A2803002}"/>
          </ac:spMkLst>
        </pc:spChg>
        <pc:picChg chg="add mod modCrop">
          <ac:chgData name="JESNA J S" userId="1cf9dc77da0791c6" providerId="LiveId" clId="{D95735D3-B329-4C96-8634-759AE86D173F}" dt="2024-03-31T12:27:55.140" v="485" actId="1076"/>
          <ac:picMkLst>
            <pc:docMk/>
            <pc:sldMk cId="4102403590" sldId="263"/>
            <ac:picMk id="5" creationId="{66BC1DDE-BEA4-3596-A045-3719CB454FEC}"/>
          </ac:picMkLst>
        </pc:picChg>
      </pc:sldChg>
      <pc:sldChg chg="modSp mod">
        <pc:chgData name="JESNA J S" userId="1cf9dc77da0791c6" providerId="LiveId" clId="{D95735D3-B329-4C96-8634-759AE86D173F}" dt="2024-05-01T18:00:42.315" v="533" actId="27636"/>
        <pc:sldMkLst>
          <pc:docMk/>
          <pc:sldMk cId="1978824622" sldId="266"/>
        </pc:sldMkLst>
        <pc:spChg chg="mod">
          <ac:chgData name="JESNA J S" userId="1cf9dc77da0791c6" providerId="LiveId" clId="{D95735D3-B329-4C96-8634-759AE86D173F}" dt="2024-05-01T18:00:42.315" v="533" actId="27636"/>
          <ac:spMkLst>
            <pc:docMk/>
            <pc:sldMk cId="1978824622" sldId="266"/>
            <ac:spMk id="3" creationId="{259EECA7-31C4-3FB4-001B-4ED528DE8DE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A968F3-3BF4-41A7-9078-0809DE096107}" type="datetimeFigureOut">
              <a:rPr lang="en-IN" smtClean="0"/>
              <a:t>02-05-2024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0AD6E-D22A-4AAE-93F3-622F342C1B9A}" type="slidenum">
              <a:rPr lang="en-IN" smtClean="0"/>
              <a:t>‹#›</a:t>
            </a:fld>
            <a:endParaRPr lang="en-IN"/>
          </a:p>
        </p:txBody>
      </p:sp>
    </p:spTree>
    <p:extLst>
      <p:ext uri="{BB962C8B-B14F-4D97-AF65-F5344CB8AC3E}">
        <p14:creationId xmlns:p14="http://schemas.microsoft.com/office/powerpoint/2010/main" val="105890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670AD6E-D22A-4AAE-93F3-622F342C1B9A}" type="slidenum">
              <a:rPr lang="en-IN" smtClean="0"/>
              <a:t>4</a:t>
            </a:fld>
            <a:endParaRPr lang="en-IN"/>
          </a:p>
        </p:txBody>
      </p:sp>
    </p:spTree>
    <p:extLst>
      <p:ext uri="{BB962C8B-B14F-4D97-AF65-F5344CB8AC3E}">
        <p14:creationId xmlns:p14="http://schemas.microsoft.com/office/powerpoint/2010/main" val="429329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F008-A6C0-3824-C667-D14B5A0944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BAB5F7-FEC6-30C8-8D08-17CA8A256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5C0086-B957-32A5-F4C8-D4CB75D0F25C}"/>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D82F8D4D-A1B6-FB1A-8BC2-D80CF7287B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731D22-B81E-AB80-955B-BCFC734EC4E1}"/>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4182701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2B641-C308-B135-8BE3-222A46C696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0D0535-F9F2-346C-E9AD-62E0202AFA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E96AC0-C001-A527-5D84-E3A02BAC3C22}"/>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DE360B8A-6B60-D9C3-BC80-6BF9B843AE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FE5FE3-09D7-E6C1-24CC-FDF66DC061D8}"/>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1530833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5BC42-CB5A-386F-D591-C4F360C95B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0DE71D-C8D9-B1F4-1465-A3CDC73B99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BD9F8E-D226-4A72-BA91-15F07238B9ED}"/>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ED2ECD2F-7BEE-620B-2B1E-8C3631859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23DDAA-FA16-552D-518D-3357BC5D2107}"/>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1950288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5819-5B7F-68E4-824E-670753C6EF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DD31C5-215F-E132-A9AB-042FF7E4EB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52C510-7EAA-674E-69B1-5845DE71F2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3561FF2-ADCB-C0DC-5951-C72FE96110F9}"/>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6" name="Footer Placeholder 5">
            <a:extLst>
              <a:ext uri="{FF2B5EF4-FFF2-40B4-BE49-F238E27FC236}">
                <a16:creationId xmlns:a16="http://schemas.microsoft.com/office/drawing/2014/main" id="{CAB358EC-A3FF-DC04-95C8-7454211BD6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F20668-0E52-6001-91C1-70DECBC02A7B}"/>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563551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9AD8-49A7-4654-5B0C-E7CA874B8A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55772-6E90-C17C-3302-ED78215C6E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8D81D2-FB5B-F396-6DE6-325E6E345E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2872D6-1569-3246-FC8E-3FAC5EA60B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CA4334-8D7E-BF7B-8830-1E6D92C8EC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A6E537-D305-0386-D24A-23D358374541}"/>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8" name="Footer Placeholder 7">
            <a:extLst>
              <a:ext uri="{FF2B5EF4-FFF2-40B4-BE49-F238E27FC236}">
                <a16:creationId xmlns:a16="http://schemas.microsoft.com/office/drawing/2014/main" id="{1E7A3744-F9CC-9FB0-1017-BBCBD3E723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E04FB7-589C-3D56-2144-898DB638F03E}"/>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4201836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6FB23-12FF-544B-E355-0ECB82F049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7E32BB-8248-7111-B51C-FF09907E5B1F}"/>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4" name="Footer Placeholder 3">
            <a:extLst>
              <a:ext uri="{FF2B5EF4-FFF2-40B4-BE49-F238E27FC236}">
                <a16:creationId xmlns:a16="http://schemas.microsoft.com/office/drawing/2014/main" id="{767FD5F1-2B45-51BB-B23A-E299FB8650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82531F-622E-C043-86BA-ABDB5B804A8A}"/>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1816212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9CE38-4AC5-4C04-ED45-BD237FBCD3B9}"/>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3" name="Footer Placeholder 2">
            <a:extLst>
              <a:ext uri="{FF2B5EF4-FFF2-40B4-BE49-F238E27FC236}">
                <a16:creationId xmlns:a16="http://schemas.microsoft.com/office/drawing/2014/main" id="{327D60D3-1A3A-DE82-01F4-5FAAC4669B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FE4A4B-E5D8-C7CD-B9AD-A99AB1CA97B2}"/>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89670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84C4-866F-110D-340A-B69D660D4C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184FC3-A273-6196-E77D-8F32AD9D6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3CC7DB-3BCD-D5E8-AA57-736A17AE6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CFC055-BE4B-D574-800F-417E02D56122}"/>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6" name="Footer Placeholder 5">
            <a:extLst>
              <a:ext uri="{FF2B5EF4-FFF2-40B4-BE49-F238E27FC236}">
                <a16:creationId xmlns:a16="http://schemas.microsoft.com/office/drawing/2014/main" id="{96FD595A-F3AB-617F-05A2-31829122C9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2B6DBD-D83E-862F-965D-F9AE44D9DDE7}"/>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1424338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9370-9C3E-203C-E79C-51A8C40C25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8219AF-A985-06D2-8D5C-43C3370CB2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CDFF3C-5D1B-FB74-A67B-DF2C3A716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69A866-8BF8-902D-F55F-1E5C0F2108F1}"/>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6" name="Footer Placeholder 5">
            <a:extLst>
              <a:ext uri="{FF2B5EF4-FFF2-40B4-BE49-F238E27FC236}">
                <a16:creationId xmlns:a16="http://schemas.microsoft.com/office/drawing/2014/main" id="{493E891A-A7ED-032B-6B2B-C3308630A7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9E9A0C-8E23-A1D1-0DC1-3771BCAF7DFF}"/>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4108217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E5D90-006B-8362-3E6C-0C85168EB6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54C067-B71E-F499-C786-3C36A401E2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9357BA-2E0E-E33A-83F2-8E0A8DEA40A3}"/>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6015CDF8-2591-3A06-563D-F99005572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90FA68-D5C9-C4C2-EC00-7870BD60A256}"/>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362969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9BC5D7-E6DE-55B6-4802-B5C104EC20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04F520-DE9A-5FE6-D1C3-45B42ABE9C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E8542-D4EE-37D9-819C-CDE2FC1E8DE9}"/>
              </a:ext>
            </a:extLst>
          </p:cNvPr>
          <p:cNvSpPr>
            <a:spLocks noGrp="1"/>
          </p:cNvSpPr>
          <p:nvPr>
            <p:ph type="dt" sz="half" idx="10"/>
          </p:nvPr>
        </p:nvSpPr>
        <p:spPr/>
        <p:txBody>
          <a:body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B916511D-09E3-2B32-A7F4-5D9F21986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6078E1-62DE-8FF8-3D55-EE18E6A899DF}"/>
              </a:ext>
            </a:extLst>
          </p:cNvPr>
          <p:cNvSpPr>
            <a:spLocks noGrp="1"/>
          </p:cNvSpPr>
          <p:nvPr>
            <p:ph type="sldNum" sz="quarter" idx="12"/>
          </p:nvPr>
        </p:nvSpPr>
        <p:spPr/>
        <p:txBody>
          <a:bodyPr/>
          <a:lstStyle/>
          <a:p>
            <a:fld id="{BDA2D8A5-D73C-4DFA-A226-28EE4B9B0377}" type="slidenum">
              <a:rPr lang="en-IN" smtClean="0"/>
              <a:t>‹#›</a:t>
            </a:fld>
            <a:endParaRPr lang="en-IN"/>
          </a:p>
        </p:txBody>
      </p:sp>
    </p:spTree>
    <p:extLst>
      <p:ext uri="{BB962C8B-B14F-4D97-AF65-F5344CB8AC3E}">
        <p14:creationId xmlns:p14="http://schemas.microsoft.com/office/powerpoint/2010/main" val="2427894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CF6735-485E-63BF-057C-BFDA75FC9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34C3E6-463A-45E9-3DA1-D46DDC411B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C4428-75F6-DDF1-2C9A-22BF379C48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41A09-EF9E-4E5B-BFBF-81211275559A}" type="datetimeFigureOut">
              <a:rPr lang="en-IN" smtClean="0"/>
              <a:t>01-05-2024</a:t>
            </a:fld>
            <a:endParaRPr lang="en-IN"/>
          </a:p>
        </p:txBody>
      </p:sp>
      <p:sp>
        <p:nvSpPr>
          <p:cNvPr id="5" name="Footer Placeholder 4">
            <a:extLst>
              <a:ext uri="{FF2B5EF4-FFF2-40B4-BE49-F238E27FC236}">
                <a16:creationId xmlns:a16="http://schemas.microsoft.com/office/drawing/2014/main" id="{4EBDAFA0-8CCC-4B89-4506-E1E9C5334A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6E89E4-4124-7282-231A-978B5A7659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2D8A5-D73C-4DFA-A226-28EE4B9B0377}" type="slidenum">
              <a:rPr lang="en-IN" smtClean="0"/>
              <a:t>‹#›</a:t>
            </a:fld>
            <a:endParaRPr lang="en-IN"/>
          </a:p>
        </p:txBody>
      </p:sp>
    </p:spTree>
    <p:extLst>
      <p:ext uri="{BB962C8B-B14F-4D97-AF65-F5344CB8AC3E}">
        <p14:creationId xmlns:p14="http://schemas.microsoft.com/office/powerpoint/2010/main" val="3304626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06D0A-87F6-94FA-A8A5-62C4A0761411}"/>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Module_3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Part_03</a:t>
            </a:r>
          </a:p>
        </p:txBody>
      </p:sp>
      <p:sp>
        <p:nvSpPr>
          <p:cNvPr id="3" name="Subtitle 2">
            <a:extLst>
              <a:ext uri="{FF2B5EF4-FFF2-40B4-BE49-F238E27FC236}">
                <a16:creationId xmlns:a16="http://schemas.microsoft.com/office/drawing/2014/main" id="{69B2B3E5-B502-F35C-44FA-A45D26765C0D}"/>
              </a:ext>
            </a:extLst>
          </p:cNvPr>
          <p:cNvSpPr>
            <a:spLocks noGrp="1"/>
          </p:cNvSpPr>
          <p:nvPr>
            <p:ph type="subTitle" idx="1"/>
          </p:nvPr>
        </p:nvSpPr>
        <p:spPr/>
        <p:txBody>
          <a:bodyPr>
            <a:normAutofit/>
          </a:bodyPr>
          <a:lstStyle/>
          <a:p>
            <a:pPr algn="r"/>
            <a:r>
              <a:rPr lang="en-IN" sz="2000" i="1" dirty="0">
                <a:latin typeface="Times New Roman" panose="02020603050405020304" pitchFamily="18" charset="0"/>
                <a:cs typeface="Times New Roman" panose="02020603050405020304" pitchFamily="18" charset="0"/>
              </a:rPr>
              <a:t>Prepared by</a:t>
            </a:r>
          </a:p>
          <a:p>
            <a:pPr algn="r"/>
            <a:r>
              <a:rPr lang="en-IN" sz="2000" i="1" dirty="0">
                <a:latin typeface="Times New Roman" panose="02020603050405020304" pitchFamily="18" charset="0"/>
                <a:cs typeface="Times New Roman" panose="02020603050405020304" pitchFamily="18" charset="0"/>
              </a:rPr>
              <a:t>JESNA J S</a:t>
            </a:r>
          </a:p>
          <a:p>
            <a:pPr algn="r"/>
            <a:r>
              <a:rPr lang="en-IN" sz="2000" i="1" dirty="0">
                <a:latin typeface="Times New Roman" panose="02020603050405020304" pitchFamily="18" charset="0"/>
                <a:cs typeface="Times New Roman" panose="02020603050405020304" pitchFamily="18" charset="0"/>
              </a:rPr>
              <a:t>Assistant Professor CSE, TKMCE</a:t>
            </a:r>
          </a:p>
        </p:txBody>
      </p:sp>
    </p:spTree>
    <p:extLst>
      <p:ext uri="{BB962C8B-B14F-4D97-AF65-F5344CB8AC3E}">
        <p14:creationId xmlns:p14="http://schemas.microsoft.com/office/powerpoint/2010/main" val="1216763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C2D73-3787-9CD5-2AA7-7D139B51CACD}"/>
              </a:ext>
            </a:extLst>
          </p:cNvPr>
          <p:cNvSpPr>
            <a:spLocks noGrp="1"/>
          </p:cNvSpPr>
          <p:nvPr>
            <p:ph type="title"/>
          </p:nvPr>
        </p:nvSpPr>
        <p:spPr/>
        <p:txBody>
          <a:bodyPr>
            <a:noAutofit/>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Token-based algorithms </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18088-6CA4-A2DB-DAD8-C37E722385E2}"/>
              </a:ext>
            </a:extLst>
          </p:cNvPr>
          <p:cNvSpPr>
            <a:spLocks noGrp="1"/>
          </p:cNvSpPr>
          <p:nvPr>
            <p:ph idx="1"/>
          </p:nvPr>
        </p:nvSpPr>
        <p:spPr>
          <a:xfrm>
            <a:off x="838200" y="1306286"/>
            <a:ext cx="10515600" cy="5094514"/>
          </a:xfrm>
        </p:spPr>
        <p:txBody>
          <a:bodyPr>
            <a:normAutofit/>
          </a:bodyPr>
          <a:lstStyle/>
          <a:p>
            <a:pPr algn="just"/>
            <a:r>
              <a:rPr lang="en-US" sz="2600" dirty="0">
                <a:latin typeface="Times New Roman" panose="02020603050405020304" pitchFamily="18" charset="0"/>
                <a:cs typeface="Times New Roman" panose="02020603050405020304" pitchFamily="18" charset="0"/>
              </a:rPr>
              <a:t>A </a:t>
            </a:r>
            <a:r>
              <a:rPr lang="en-US" sz="2600" dirty="0">
                <a:highlight>
                  <a:srgbClr val="FFFF00"/>
                </a:highlight>
                <a:latin typeface="Times New Roman" panose="02020603050405020304" pitchFamily="18" charset="0"/>
                <a:cs typeface="Times New Roman" panose="02020603050405020304" pitchFamily="18" charset="0"/>
              </a:rPr>
              <a:t>unique token </a:t>
            </a:r>
            <a:r>
              <a:rPr lang="en-US" sz="2600" dirty="0">
                <a:latin typeface="Times New Roman" panose="02020603050405020304" pitchFamily="18" charset="0"/>
                <a:cs typeface="Times New Roman" panose="02020603050405020304" pitchFamily="18" charset="0"/>
              </a:rPr>
              <a:t>is shared among the sites. </a:t>
            </a:r>
          </a:p>
          <a:p>
            <a:pPr algn="just"/>
            <a:r>
              <a:rPr lang="en-US" sz="2600" dirty="0">
                <a:latin typeface="Times New Roman" panose="02020603050405020304" pitchFamily="18" charset="0"/>
                <a:cs typeface="Times New Roman" panose="02020603050405020304" pitchFamily="18" charset="0"/>
              </a:rPr>
              <a:t>A site is allowed to </a:t>
            </a:r>
            <a:r>
              <a:rPr lang="en-US"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enter its CS if it possesses the token</a:t>
            </a: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A site holding the token can enter its CS repeatedly until it sends the token to some other site. </a:t>
            </a:r>
          </a:p>
          <a:p>
            <a:pPr algn="just"/>
            <a:r>
              <a:rPr lang="en-US" sz="2600" dirty="0">
                <a:latin typeface="Times New Roman" panose="02020603050405020304" pitchFamily="18" charset="0"/>
                <a:cs typeface="Times New Roman" panose="02020603050405020304" pitchFamily="18" charset="0"/>
              </a:rPr>
              <a:t>Depending upon the way a site carries out the search for the token, there are numerous token-based algorithms.</a:t>
            </a:r>
          </a:p>
          <a:p>
            <a:pPr algn="just"/>
            <a:r>
              <a:rPr lang="en-US" sz="2600" dirty="0">
                <a:latin typeface="Times New Roman" panose="02020603050405020304" pitchFamily="18" charset="0"/>
                <a:cs typeface="Times New Roman" panose="02020603050405020304" pitchFamily="18" charset="0"/>
              </a:rPr>
              <a:t>Token-based algorithms use </a:t>
            </a:r>
            <a:r>
              <a:rPr lang="en-US" sz="2600" dirty="0">
                <a:highlight>
                  <a:srgbClr val="FFFF00"/>
                </a:highlight>
                <a:latin typeface="Times New Roman" panose="02020603050405020304" pitchFamily="18" charset="0"/>
                <a:cs typeface="Times New Roman" panose="02020603050405020304" pitchFamily="18" charset="0"/>
              </a:rPr>
              <a:t>sequence numbers </a:t>
            </a:r>
            <a:r>
              <a:rPr lang="en-US" sz="2600" dirty="0">
                <a:latin typeface="Times New Roman" panose="02020603050405020304" pitchFamily="18" charset="0"/>
                <a:cs typeface="Times New Roman" panose="02020603050405020304" pitchFamily="18" charset="0"/>
              </a:rPr>
              <a:t>instead of timestamps. </a:t>
            </a:r>
          </a:p>
          <a:p>
            <a:pPr lvl="2" algn="just"/>
            <a:r>
              <a:rPr lang="en-US" sz="2600" dirty="0">
                <a:latin typeface="Times New Roman" panose="02020603050405020304" pitchFamily="18" charset="0"/>
                <a:cs typeface="Times New Roman" panose="02020603050405020304" pitchFamily="18" charset="0"/>
              </a:rPr>
              <a:t>Every request for the token contains a sequence number and the sequence numbers of sites advance independently.</a:t>
            </a:r>
          </a:p>
          <a:p>
            <a:pPr lvl="2" algn="just"/>
            <a:r>
              <a:rPr lang="en-US"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 site increments its sequence number counter every time it makes a request for the token.</a:t>
            </a:r>
            <a:endParaRPr lang="en-IN" sz="26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162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C76AB-0E67-D780-0535-3E61AF8A8FB7}"/>
              </a:ext>
            </a:extLst>
          </p:cNvPr>
          <p:cNvSpPr>
            <a:spLocks noGrp="1"/>
          </p:cNvSpPr>
          <p:nvPr>
            <p:ph idx="1"/>
          </p:nvPr>
        </p:nvSpPr>
        <p:spPr>
          <a:xfrm>
            <a:off x="838200" y="696686"/>
            <a:ext cx="10515600" cy="5480277"/>
          </a:xfrm>
        </p:spPr>
        <p:txBody>
          <a:bodyPr/>
          <a:lstStyle/>
          <a:p>
            <a:pPr algn="just"/>
            <a:r>
              <a:rPr lang="en-US" dirty="0">
                <a:latin typeface="Times New Roman" panose="02020603050405020304" pitchFamily="18" charset="0"/>
                <a:cs typeface="Times New Roman" panose="02020603050405020304" pitchFamily="18" charset="0"/>
              </a:rPr>
              <a:t>The correctness proof of token-based algorithms, that they enforce mutual exclusion, is trivial because an algorithm guarantees mutual exclusion so long as a site holds the token during the execution of the CS. </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775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1140-B584-8F19-F1B3-39EC8BD5A50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Suzuki–</a:t>
            </a:r>
            <a:r>
              <a:rPr lang="en-IN" b="1" dirty="0" err="1">
                <a:latin typeface="Times New Roman" panose="02020603050405020304" pitchFamily="18" charset="0"/>
                <a:cs typeface="Times New Roman" panose="02020603050405020304" pitchFamily="18" charset="0"/>
              </a:rPr>
              <a:t>Kasami’s</a:t>
            </a:r>
            <a:r>
              <a:rPr lang="en-IN" b="1" dirty="0">
                <a:latin typeface="Times New Roman" panose="02020603050405020304" pitchFamily="18" charset="0"/>
                <a:cs typeface="Times New Roman" panose="02020603050405020304" pitchFamily="18" charset="0"/>
              </a:rPr>
              <a:t> broadcast algorithm</a:t>
            </a:r>
          </a:p>
        </p:txBody>
      </p:sp>
      <p:sp>
        <p:nvSpPr>
          <p:cNvPr id="3" name="Content Placeholder 2">
            <a:extLst>
              <a:ext uri="{FF2B5EF4-FFF2-40B4-BE49-F238E27FC236}">
                <a16:creationId xmlns:a16="http://schemas.microsoft.com/office/drawing/2014/main" id="{38CF5BE1-0A66-8873-D2EC-7C1AF10FF44E}"/>
              </a:ext>
            </a:extLst>
          </p:cNvPr>
          <p:cNvSpPr>
            <a:spLocks noGrp="1"/>
          </p:cNvSpPr>
          <p:nvPr>
            <p:ph idx="1"/>
          </p:nvPr>
        </p:nvSpPr>
        <p:spPr>
          <a:xfrm>
            <a:off x="996043" y="1814739"/>
            <a:ext cx="10199914" cy="4351338"/>
          </a:xfrm>
        </p:spPr>
        <p:txBody>
          <a:bodyPr>
            <a:normAutofit/>
          </a:bodyPr>
          <a:lstStyle/>
          <a:p>
            <a:pPr algn="just"/>
            <a:r>
              <a:rPr lang="en-US" dirty="0">
                <a:latin typeface="Times New Roman" panose="02020603050405020304" pitchFamily="18" charset="0"/>
                <a:cs typeface="Times New Roman" panose="02020603050405020304" pitchFamily="18" charset="0"/>
              </a:rPr>
              <a:t>In Suzuki–</a:t>
            </a:r>
            <a:r>
              <a:rPr lang="en-US" dirty="0" err="1">
                <a:latin typeface="Times New Roman" panose="02020603050405020304" pitchFamily="18" charset="0"/>
                <a:cs typeface="Times New Roman" panose="02020603050405020304" pitchFamily="18" charset="0"/>
              </a:rPr>
              <a:t>Kasami’s</a:t>
            </a:r>
            <a:r>
              <a:rPr lang="en-US" dirty="0">
                <a:latin typeface="Times New Roman" panose="02020603050405020304" pitchFamily="18" charset="0"/>
                <a:cs typeface="Times New Roman" panose="02020603050405020304" pitchFamily="18" charset="0"/>
              </a:rPr>
              <a:t> algorithm, if a site that wants to enter the CS does not have the token, </a:t>
            </a:r>
            <a:r>
              <a:rPr lang="en-US" dirty="0">
                <a:highlight>
                  <a:srgbClr val="FFFF00"/>
                </a:highlight>
                <a:latin typeface="Times New Roman" panose="02020603050405020304" pitchFamily="18" charset="0"/>
                <a:cs typeface="Times New Roman" panose="02020603050405020304" pitchFamily="18" charset="0"/>
              </a:rPr>
              <a:t>it broadcasts a REQUEST message </a:t>
            </a:r>
            <a:r>
              <a:rPr lang="en-US" dirty="0">
                <a:latin typeface="Times New Roman" panose="02020603050405020304" pitchFamily="18" charset="0"/>
                <a:cs typeface="Times New Roman" panose="02020603050405020304" pitchFamily="18" charset="0"/>
              </a:rPr>
              <a:t>for the token to all other sites. </a:t>
            </a:r>
          </a:p>
          <a:p>
            <a:pPr algn="just"/>
            <a:r>
              <a:rPr lang="en-US" dirty="0">
                <a:latin typeface="Times New Roman" panose="02020603050405020304" pitchFamily="18" charset="0"/>
                <a:cs typeface="Times New Roman" panose="02020603050405020304" pitchFamily="18" charset="0"/>
              </a:rPr>
              <a:t>A site that possesses the token sends it to the requesting site upon the receipt of its REQUEST message.</a:t>
            </a:r>
          </a:p>
          <a:p>
            <a:pPr algn="just"/>
            <a:r>
              <a:rPr lang="en-IN" dirty="0">
                <a:latin typeface="Times New Roman" panose="02020603050405020304" pitchFamily="18" charset="0"/>
                <a:cs typeface="Times New Roman" panose="02020603050405020304" pitchFamily="18" charset="0"/>
              </a:rPr>
              <a:t>If a site receives </a:t>
            </a:r>
            <a:r>
              <a:rPr lang="en-US" dirty="0">
                <a:latin typeface="Times New Roman" panose="02020603050405020304" pitchFamily="18" charset="0"/>
                <a:cs typeface="Times New Roman" panose="02020603050405020304" pitchFamily="18" charset="0"/>
              </a:rPr>
              <a:t>a REQUEST message when it is executing the CS, it sends the token only after it has completed the execution of the CS.</a:t>
            </a:r>
          </a:p>
        </p:txBody>
      </p:sp>
    </p:spTree>
    <p:extLst>
      <p:ext uri="{BB962C8B-B14F-4D97-AF65-F5344CB8AC3E}">
        <p14:creationId xmlns:p14="http://schemas.microsoft.com/office/powerpoint/2010/main" val="3427903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62B6-B636-607F-22B7-A1A2C40B344A}"/>
              </a:ext>
            </a:extLst>
          </p:cNvPr>
          <p:cNvSpPr>
            <a:spLocks noGrp="1"/>
          </p:cNvSpPr>
          <p:nvPr>
            <p:ph type="title"/>
          </p:nvPr>
        </p:nvSpPr>
        <p:spPr>
          <a:xfrm>
            <a:off x="838200" y="571954"/>
            <a:ext cx="10515600" cy="1325563"/>
          </a:xfrm>
        </p:spPr>
        <p:txBody>
          <a:bodyPr/>
          <a:lstStyle/>
          <a:p>
            <a:r>
              <a:rPr lang="en-IN" b="1" dirty="0">
                <a:latin typeface="Times New Roman" panose="02020603050405020304" pitchFamily="18" charset="0"/>
                <a:cs typeface="Times New Roman" panose="02020603050405020304" pitchFamily="18" charset="0"/>
              </a:rPr>
              <a:t>Design Issues</a:t>
            </a:r>
          </a:p>
        </p:txBody>
      </p:sp>
      <p:sp>
        <p:nvSpPr>
          <p:cNvPr id="3" name="Content Placeholder 2">
            <a:extLst>
              <a:ext uri="{FF2B5EF4-FFF2-40B4-BE49-F238E27FC236}">
                <a16:creationId xmlns:a16="http://schemas.microsoft.com/office/drawing/2014/main" id="{F0BC18B3-1976-051F-97E4-C5AEC07FE0D1}"/>
              </a:ext>
            </a:extLst>
          </p:cNvPr>
          <p:cNvSpPr>
            <a:spLocks noGrp="1"/>
          </p:cNvSpPr>
          <p:nvPr>
            <p:ph idx="1"/>
          </p:nvPr>
        </p:nvSpPr>
        <p:spPr>
          <a:xfrm>
            <a:off x="838200" y="2239282"/>
            <a:ext cx="10515600" cy="2017032"/>
          </a:xfrm>
        </p:spPr>
        <p:txBody>
          <a:bodyPr/>
          <a:lstStyle/>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How to distinguishing an outdated REQUEST message from a current REQUEST message.?</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How to determine which site has an outstanding request for the 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457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1C20-6777-44F3-7714-47166AA483F5}"/>
              </a:ext>
            </a:extLst>
          </p:cNvPr>
          <p:cNvSpPr>
            <a:spLocks noGrp="1"/>
          </p:cNvSpPr>
          <p:nvPr>
            <p:ph type="title"/>
          </p:nvPr>
        </p:nvSpPr>
        <p:spPr>
          <a:xfrm>
            <a:off x="838200" y="365125"/>
            <a:ext cx="10515600" cy="1441904"/>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ISSUE 1::How to distinguishing an outdated REQUEST message from a current REQUEST message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7D0E1B-712B-B42B-1615-14B1426D1DA2}"/>
              </a:ext>
            </a:extLst>
          </p:cNvPr>
          <p:cNvSpPr>
            <a:spLocks noGrp="1"/>
          </p:cNvSpPr>
          <p:nvPr>
            <p:ph idx="1"/>
          </p:nvPr>
        </p:nvSpPr>
        <p:spPr>
          <a:xfrm>
            <a:off x="751114" y="1807029"/>
            <a:ext cx="10602686" cy="4572000"/>
          </a:xfrm>
        </p:spPr>
        <p:txBody>
          <a:bodyPr>
            <a:normAutofit/>
          </a:bodyPr>
          <a:lstStyle/>
          <a:p>
            <a:pPr algn="just"/>
            <a:r>
              <a:rPr lang="en-US" i="1" dirty="0">
                <a:latin typeface="Times New Roman" panose="02020603050405020304" pitchFamily="18" charset="0"/>
                <a:cs typeface="Times New Roman" panose="02020603050405020304" pitchFamily="18" charset="0"/>
              </a:rPr>
              <a:t>Due to variable message delays, </a:t>
            </a:r>
            <a:r>
              <a:rPr lang="en-US" i="1" dirty="0">
                <a:highlight>
                  <a:srgbClr val="FFFF00"/>
                </a:highlight>
                <a:latin typeface="Times New Roman" panose="02020603050405020304" pitchFamily="18" charset="0"/>
                <a:cs typeface="Times New Roman" panose="02020603050405020304" pitchFamily="18" charset="0"/>
              </a:rPr>
              <a:t>a site may receive a token request message after the corresponding request has been satisfied</a:t>
            </a:r>
            <a:r>
              <a:rPr lang="en-US" i="1" dirty="0">
                <a:latin typeface="Times New Roman" panose="02020603050405020304" pitchFamily="18" charset="0"/>
                <a:cs typeface="Times New Roman" panose="02020603050405020304" pitchFamily="18" charset="0"/>
              </a:rPr>
              <a:t>. </a:t>
            </a:r>
          </a:p>
          <a:p>
            <a:pPr algn="just"/>
            <a:r>
              <a:rPr lang="en-US" i="1" dirty="0">
                <a:latin typeface="Times New Roman" panose="02020603050405020304" pitchFamily="18" charset="0"/>
                <a:cs typeface="Times New Roman" panose="02020603050405020304" pitchFamily="18" charset="0"/>
              </a:rPr>
              <a:t>If a site cannot determined if the request corresponding to a token request has been satisfied, it may dispatch the token to a site that does not need it. </a:t>
            </a:r>
          </a:p>
          <a:p>
            <a:pPr algn="just"/>
            <a:r>
              <a:rPr lang="en-US" i="1" dirty="0">
                <a:latin typeface="Times New Roman" panose="02020603050405020304" pitchFamily="18" charset="0"/>
                <a:cs typeface="Times New Roman" panose="02020603050405020304" pitchFamily="18" charset="0"/>
              </a:rPr>
              <a:t>This will not violate the correctness, however, </a:t>
            </a:r>
            <a:r>
              <a:rPr lang="en-US"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but it may seriously degrade the performance by wasting messages and increasing the delay at sites that are genuinely requesting the token</a:t>
            </a:r>
            <a:r>
              <a:rPr lang="en-US" i="1" dirty="0">
                <a:latin typeface="Times New Roman" panose="02020603050405020304" pitchFamily="18" charset="0"/>
                <a:cs typeface="Times New Roman" panose="02020603050405020304" pitchFamily="18" charset="0"/>
              </a:rPr>
              <a:t>. </a:t>
            </a:r>
          </a:p>
          <a:p>
            <a:pPr algn="just"/>
            <a:r>
              <a:rPr lang="en-US" i="1" dirty="0">
                <a:latin typeface="Times New Roman" panose="02020603050405020304" pitchFamily="18" charset="0"/>
                <a:cs typeface="Times New Roman" panose="02020603050405020304" pitchFamily="18" charset="0"/>
              </a:rPr>
              <a:t>Therefore, appropriate mechanisms should implemented to determine if a token request message is outdated.</a:t>
            </a: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198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765C3-5FF5-BAD0-53C0-C9E3C49655C9}"/>
              </a:ext>
            </a:extLst>
          </p:cNvPr>
          <p:cNvSpPr>
            <a:spLocks noGrp="1"/>
          </p:cNvSpPr>
          <p:nvPr>
            <p:ph idx="1"/>
          </p:nvPr>
        </p:nvSpPr>
        <p:spPr>
          <a:xfrm>
            <a:off x="544286" y="620485"/>
            <a:ext cx="10798628" cy="5556477"/>
          </a:xfrm>
        </p:spPr>
        <p:txBody>
          <a:bodyPr>
            <a:normAutofit/>
          </a:bodyPr>
          <a:lstStyle/>
          <a:p>
            <a:pPr marL="0" indent="0" algn="ctr">
              <a:buNone/>
            </a:pPr>
            <a:r>
              <a:rPr lang="en-US" b="1" u="sng" dirty="0">
                <a:latin typeface="Times New Roman" panose="02020603050405020304" pitchFamily="18" charset="0"/>
                <a:cs typeface="Times New Roman" panose="02020603050405020304" pitchFamily="18" charset="0"/>
              </a:rPr>
              <a:t>Outdated REQUEST messages are distinguished from current REQUEST messages in the following manner: </a:t>
            </a:r>
          </a:p>
          <a:p>
            <a:pPr algn="just"/>
            <a:r>
              <a:rPr lang="en-US" dirty="0">
                <a:latin typeface="Times New Roman" panose="02020603050405020304" pitchFamily="18" charset="0"/>
                <a:cs typeface="Times New Roman" panose="02020603050405020304" pitchFamily="18" charset="0"/>
              </a:rPr>
              <a:t>A REQUEST message of site </a:t>
            </a:r>
            <a:r>
              <a:rPr lang="en-US" dirty="0" err="1">
                <a:latin typeface="Times New Roman" panose="02020603050405020304" pitchFamily="18" charset="0"/>
                <a:cs typeface="Times New Roman" panose="02020603050405020304" pitchFamily="18" charset="0"/>
              </a:rPr>
              <a:t>S</a:t>
            </a:r>
            <a:r>
              <a:rPr lang="en-US" baseline="-25000" dirty="0" err="1">
                <a:latin typeface="Times New Roman" panose="02020603050405020304" pitchFamily="18" charset="0"/>
                <a:cs typeface="Times New Roman" panose="02020603050405020304" pitchFamily="18" charset="0"/>
              </a:rPr>
              <a:t>j</a:t>
            </a:r>
            <a:r>
              <a:rPr lang="en-US" dirty="0">
                <a:latin typeface="Times New Roman" panose="02020603050405020304" pitchFamily="18" charset="0"/>
                <a:cs typeface="Times New Roman" panose="02020603050405020304" pitchFamily="18" charset="0"/>
              </a:rPr>
              <a:t> has the form </a:t>
            </a:r>
            <a:r>
              <a:rPr lang="en-US" b="1" dirty="0">
                <a:solidFill>
                  <a:srgbClr val="FF0000"/>
                </a:solidFill>
                <a:latin typeface="Times New Roman" panose="02020603050405020304" pitchFamily="18" charset="0"/>
                <a:cs typeface="Times New Roman" panose="02020603050405020304" pitchFamily="18" charset="0"/>
              </a:rPr>
              <a:t>REQUEST(j, n) </a:t>
            </a:r>
            <a:r>
              <a:rPr lang="en-US" dirty="0">
                <a:latin typeface="Times New Roman" panose="02020603050405020304" pitchFamily="18" charset="0"/>
                <a:cs typeface="Times New Roman" panose="02020603050405020304" pitchFamily="18" charset="0"/>
              </a:rPr>
              <a:t>where </a:t>
            </a:r>
            <a:r>
              <a:rPr lang="en-US" dirty="0">
                <a:highlight>
                  <a:srgbClr val="FFFF00"/>
                </a:highlight>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(n = 1, 2,..) is a </a:t>
            </a:r>
            <a:r>
              <a:rPr lang="en-US" dirty="0">
                <a:highlight>
                  <a:srgbClr val="FFFF00"/>
                </a:highlight>
                <a:latin typeface="Times New Roman" panose="02020603050405020304" pitchFamily="18" charset="0"/>
                <a:cs typeface="Times New Roman" panose="02020603050405020304" pitchFamily="18" charset="0"/>
              </a:rPr>
              <a:t>sequence number </a:t>
            </a:r>
            <a:r>
              <a:rPr lang="en-US" dirty="0">
                <a:latin typeface="Times New Roman" panose="02020603050405020304" pitchFamily="18" charset="0"/>
                <a:cs typeface="Times New Roman" panose="02020603050405020304" pitchFamily="18" charset="0"/>
              </a:rPr>
              <a:t>that indicates that site </a:t>
            </a:r>
            <a:r>
              <a:rPr lang="en-US" dirty="0" err="1">
                <a:latin typeface="Times New Roman" panose="02020603050405020304" pitchFamily="18" charset="0"/>
                <a:cs typeface="Times New Roman" panose="02020603050405020304" pitchFamily="18" charset="0"/>
              </a:rPr>
              <a:t>S</a:t>
            </a:r>
            <a:r>
              <a:rPr lang="en-US" baseline="-25000" dirty="0" err="1">
                <a:latin typeface="Times New Roman" panose="02020603050405020304" pitchFamily="18" charset="0"/>
                <a:cs typeface="Times New Roman" panose="02020603050405020304" pitchFamily="18" charset="0"/>
              </a:rPr>
              <a:t>j</a:t>
            </a:r>
            <a:r>
              <a:rPr lang="en-US" dirty="0">
                <a:latin typeface="Times New Roman" panose="02020603050405020304" pitchFamily="18" charset="0"/>
                <a:cs typeface="Times New Roman" panose="02020603050405020304" pitchFamily="18" charset="0"/>
              </a:rPr>
              <a:t> is requesting its nth CS execution. </a:t>
            </a:r>
          </a:p>
          <a:p>
            <a:pPr algn="just"/>
            <a:r>
              <a:rPr lang="en-US" dirty="0">
                <a:latin typeface="Times New Roman" panose="02020603050405020304" pitchFamily="18" charset="0"/>
                <a:cs typeface="Times New Roman" panose="02020603050405020304" pitchFamily="18" charset="0"/>
              </a:rPr>
              <a:t>A site S</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keeps an array of integers </a:t>
            </a:r>
            <a:r>
              <a:rPr lang="en-US" b="1" dirty="0">
                <a:solidFill>
                  <a:srgbClr val="FF0000"/>
                </a:solidFill>
                <a:latin typeface="Times New Roman" panose="02020603050405020304" pitchFamily="18" charset="0"/>
                <a:cs typeface="Times New Roman" panose="02020603050405020304" pitchFamily="18" charset="0"/>
              </a:rPr>
              <a:t>RN</a:t>
            </a:r>
            <a:r>
              <a:rPr lang="en-US" b="1" baseline="-25000" dirty="0">
                <a:solidFill>
                  <a:srgbClr val="FF0000"/>
                </a:solidFill>
                <a:latin typeface="Times New Roman" panose="02020603050405020304" pitchFamily="18" charset="0"/>
                <a:cs typeface="Times New Roman" panose="02020603050405020304" pitchFamily="18" charset="0"/>
              </a:rPr>
              <a:t>i</a:t>
            </a:r>
            <a:r>
              <a:rPr lang="en-US" b="1" dirty="0">
                <a:solidFill>
                  <a:srgbClr val="FF0000"/>
                </a:solidFill>
                <a:latin typeface="Times New Roman" panose="02020603050405020304" pitchFamily="18" charset="0"/>
                <a:cs typeface="Times New Roman" panose="02020603050405020304" pitchFamily="18" charset="0"/>
              </a:rPr>
              <a:t>[1, … ,N] </a:t>
            </a:r>
            <a:r>
              <a:rPr lang="en-US" dirty="0">
                <a:latin typeface="Times New Roman" panose="02020603050405020304" pitchFamily="18" charset="0"/>
                <a:cs typeface="Times New Roman" panose="02020603050405020304" pitchFamily="18" charset="0"/>
              </a:rPr>
              <a:t>where </a:t>
            </a:r>
            <a:r>
              <a:rPr lang="en-US" i="1" dirty="0">
                <a:highlight>
                  <a:srgbClr val="FFFF00"/>
                </a:highlight>
                <a:latin typeface="Times New Roman" panose="02020603050405020304" pitchFamily="18" charset="0"/>
                <a:cs typeface="Times New Roman" panose="02020603050405020304" pitchFamily="18" charset="0"/>
              </a:rPr>
              <a:t>RN</a:t>
            </a:r>
            <a:r>
              <a:rPr lang="en-US" i="1" baseline="-25000" dirty="0">
                <a:highlight>
                  <a:srgbClr val="FFFF00"/>
                </a:highlight>
                <a:latin typeface="Times New Roman" panose="02020603050405020304" pitchFamily="18" charset="0"/>
                <a:cs typeface="Times New Roman" panose="02020603050405020304" pitchFamily="18" charset="0"/>
              </a:rPr>
              <a:t>i</a:t>
            </a:r>
            <a:r>
              <a:rPr lang="en-US" i="1" dirty="0">
                <a:highlight>
                  <a:srgbClr val="FFFF00"/>
                </a:highlight>
                <a:latin typeface="Times New Roman" panose="02020603050405020304" pitchFamily="18" charset="0"/>
                <a:cs typeface="Times New Roman" panose="02020603050405020304" pitchFamily="18" charset="0"/>
              </a:rPr>
              <a:t>[j] </a:t>
            </a:r>
            <a:r>
              <a:rPr lang="en-US" i="1" dirty="0">
                <a:latin typeface="Times New Roman" panose="02020603050405020304" pitchFamily="18" charset="0"/>
                <a:cs typeface="Times New Roman" panose="02020603050405020304" pitchFamily="18" charset="0"/>
              </a:rPr>
              <a:t>denotes the </a:t>
            </a:r>
            <a:r>
              <a:rPr lang="en-US" i="1" dirty="0">
                <a:highlight>
                  <a:srgbClr val="FFFF00"/>
                </a:highlight>
                <a:latin typeface="Times New Roman" panose="02020603050405020304" pitchFamily="18" charset="0"/>
                <a:cs typeface="Times New Roman" panose="02020603050405020304" pitchFamily="18" charset="0"/>
              </a:rPr>
              <a:t>largest sequence number </a:t>
            </a:r>
            <a:r>
              <a:rPr lang="en-US" i="1" dirty="0">
                <a:latin typeface="Times New Roman" panose="02020603050405020304" pitchFamily="18" charset="0"/>
                <a:cs typeface="Times New Roman" panose="02020603050405020304" pitchFamily="18" charset="0"/>
              </a:rPr>
              <a:t>received in a REQUEST message so far from </a:t>
            </a:r>
            <a:r>
              <a:rPr lang="en-US" i="1" dirty="0">
                <a:highlight>
                  <a:srgbClr val="FFFF00"/>
                </a:highlight>
                <a:latin typeface="Times New Roman" panose="02020603050405020304" pitchFamily="18" charset="0"/>
                <a:cs typeface="Times New Roman" panose="02020603050405020304" pitchFamily="18" charset="0"/>
              </a:rPr>
              <a:t>site </a:t>
            </a:r>
            <a:r>
              <a:rPr lang="en-US" i="1" dirty="0" err="1">
                <a:highlight>
                  <a:srgbClr val="FFFF00"/>
                </a:highlight>
                <a:latin typeface="Times New Roman" panose="02020603050405020304" pitchFamily="18" charset="0"/>
                <a:cs typeface="Times New Roman" panose="02020603050405020304" pitchFamily="18" charset="0"/>
              </a:rPr>
              <a:t>S</a:t>
            </a:r>
            <a:r>
              <a:rPr lang="en-US" i="1" baseline="-25000" dirty="0" err="1">
                <a:highlight>
                  <a:srgbClr val="FFFF00"/>
                </a:highlight>
                <a:latin typeface="Times New Roman" panose="02020603050405020304" pitchFamily="18" charset="0"/>
                <a:cs typeface="Times New Roman" panose="02020603050405020304" pitchFamily="18" charset="0"/>
              </a:rPr>
              <a:t>j</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When site S</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receives a REQUEST(j, n) message, it sets </a:t>
            </a:r>
            <a:r>
              <a:rPr lang="en-US" dirty="0">
                <a:highlight>
                  <a:srgbClr val="FFFF00"/>
                </a:highlight>
                <a:latin typeface="Times New Roman" panose="02020603050405020304" pitchFamily="18" charset="0"/>
                <a:cs typeface="Times New Roman" panose="02020603050405020304" pitchFamily="18" charset="0"/>
              </a:rPr>
              <a:t>RN</a:t>
            </a:r>
            <a:r>
              <a:rPr lang="en-US" baseline="-25000" dirty="0">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[j]=max(RN</a:t>
            </a:r>
            <a:r>
              <a:rPr lang="en-US" baseline="-25000" dirty="0">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[j], n).  </a:t>
            </a:r>
          </a:p>
          <a:p>
            <a:pPr algn="just"/>
            <a:r>
              <a:rPr lang="en-US" dirty="0">
                <a:latin typeface="Times New Roman" panose="02020603050405020304" pitchFamily="18" charset="0"/>
                <a:cs typeface="Times New Roman" panose="02020603050405020304" pitchFamily="18" charset="0"/>
              </a:rPr>
              <a:t>Thus, when a site Si receives a REQUEST(j, n) message, </a:t>
            </a:r>
            <a:r>
              <a:rPr lang="en-US" dirty="0">
                <a:highlight>
                  <a:srgbClr val="FFFF00"/>
                </a:highlight>
                <a:latin typeface="Times New Roman" panose="02020603050405020304" pitchFamily="18" charset="0"/>
                <a:cs typeface="Times New Roman" panose="02020603050405020304" pitchFamily="18" charset="0"/>
              </a:rPr>
              <a:t>the request is outdated if RN</a:t>
            </a:r>
            <a:r>
              <a:rPr lang="en-US" baseline="-25000" dirty="0">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[j]&gt; 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14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5E1AE-D31D-A631-AED9-72A837727383}"/>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ISSUE 2: How to determine which site has an outstanding request for the CS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3D7806-61C9-D3C0-DC66-EBCAB0F53A0B}"/>
              </a:ext>
            </a:extLst>
          </p:cNvPr>
          <p:cNvSpPr>
            <a:spLocks noGrp="1"/>
          </p:cNvSpPr>
          <p:nvPr>
            <p:ph idx="1"/>
          </p:nvPr>
        </p:nvSpPr>
        <p:spPr/>
        <p:txBody>
          <a:bodyPr>
            <a:normAutofit/>
          </a:bodyPr>
          <a:lstStyle/>
          <a:p>
            <a:pPr algn="just"/>
            <a:r>
              <a:rPr lang="en-US" i="1" dirty="0">
                <a:latin typeface="Times New Roman" panose="02020603050405020304" pitchFamily="18" charset="0"/>
                <a:cs typeface="Times New Roman" panose="02020603050405020304" pitchFamily="18" charset="0"/>
              </a:rPr>
              <a:t>After a site has finished the execution of the CS, it must determine what sites have an outstanding request for the CS so that the token can be dispatched to one of them. </a:t>
            </a:r>
          </a:p>
          <a:p>
            <a:pPr algn="just"/>
            <a:r>
              <a:rPr lang="en-US" i="1" dirty="0">
                <a:latin typeface="Times New Roman" panose="02020603050405020304" pitchFamily="18" charset="0"/>
                <a:cs typeface="Times New Roman" panose="02020603050405020304" pitchFamily="18" charset="0"/>
              </a:rPr>
              <a:t>The problem is complicated because when a site S</a:t>
            </a:r>
            <a:r>
              <a:rPr lang="en-US" i="1" baseline="-25000" dirty="0">
                <a:latin typeface="Times New Roman" panose="02020603050405020304" pitchFamily="18" charset="0"/>
                <a:cs typeface="Times New Roman" panose="02020603050405020304" pitchFamily="18" charset="0"/>
              </a:rPr>
              <a:t>i</a:t>
            </a:r>
            <a:r>
              <a:rPr lang="en-US" i="1" dirty="0">
                <a:latin typeface="Times New Roman" panose="02020603050405020304" pitchFamily="18" charset="0"/>
                <a:cs typeface="Times New Roman" panose="02020603050405020304" pitchFamily="18" charset="0"/>
              </a:rPr>
              <a:t> receives a token request message from a site </a:t>
            </a:r>
            <a:r>
              <a:rPr lang="en-US" i="1" dirty="0" err="1">
                <a:latin typeface="Times New Roman" panose="02020603050405020304" pitchFamily="18" charset="0"/>
                <a:cs typeface="Times New Roman" panose="02020603050405020304" pitchFamily="18" charset="0"/>
              </a:rPr>
              <a:t>S</a:t>
            </a:r>
            <a:r>
              <a:rPr lang="en-US" i="1" baseline="-25000" dirty="0" err="1">
                <a:latin typeface="Times New Roman" panose="02020603050405020304" pitchFamily="18" charset="0"/>
                <a:cs typeface="Times New Roman" panose="02020603050405020304" pitchFamily="18" charset="0"/>
              </a:rPr>
              <a:t>j</a:t>
            </a:r>
            <a:r>
              <a:rPr lang="en-US" i="1" dirty="0">
                <a:latin typeface="Times New Roman" panose="02020603050405020304" pitchFamily="18" charset="0"/>
                <a:cs typeface="Times New Roman" panose="02020603050405020304" pitchFamily="18" charset="0"/>
              </a:rPr>
              <a:t> , site </a:t>
            </a:r>
            <a:r>
              <a:rPr lang="en-US" i="1" dirty="0" err="1">
                <a:latin typeface="Times New Roman" panose="02020603050405020304" pitchFamily="18" charset="0"/>
                <a:cs typeface="Times New Roman" panose="02020603050405020304" pitchFamily="18" charset="0"/>
              </a:rPr>
              <a:t>S</a:t>
            </a:r>
            <a:r>
              <a:rPr lang="en-US" i="1" baseline="-25000" dirty="0" err="1">
                <a:latin typeface="Times New Roman" panose="02020603050405020304" pitchFamily="18" charset="0"/>
                <a:cs typeface="Times New Roman" panose="02020603050405020304" pitchFamily="18" charset="0"/>
              </a:rPr>
              <a:t>j</a:t>
            </a:r>
            <a:r>
              <a:rPr lang="en-US" i="1" dirty="0">
                <a:latin typeface="Times New Roman" panose="02020603050405020304" pitchFamily="18" charset="0"/>
                <a:cs typeface="Times New Roman" panose="02020603050405020304" pitchFamily="18" charset="0"/>
              </a:rPr>
              <a:t> may have an outstanding request for the CS.</a:t>
            </a:r>
          </a:p>
          <a:p>
            <a:pPr algn="just"/>
            <a:r>
              <a:rPr lang="en-US" i="1" dirty="0">
                <a:latin typeface="Times New Roman" panose="02020603050405020304" pitchFamily="18" charset="0"/>
                <a:cs typeface="Times New Roman" panose="02020603050405020304" pitchFamily="18" charset="0"/>
              </a:rPr>
              <a:t>However, after the corresponding request for the CS has been satisfied at </a:t>
            </a:r>
            <a:r>
              <a:rPr lang="en-US" i="1" dirty="0" err="1">
                <a:latin typeface="Times New Roman" panose="02020603050405020304" pitchFamily="18" charset="0"/>
                <a:cs typeface="Times New Roman" panose="02020603050405020304" pitchFamily="18" charset="0"/>
              </a:rPr>
              <a:t>S</a:t>
            </a:r>
            <a:r>
              <a:rPr lang="en-US" i="1" baseline="-25000" dirty="0" err="1">
                <a:latin typeface="Times New Roman" panose="02020603050405020304" pitchFamily="18" charset="0"/>
                <a:cs typeface="Times New Roman" panose="02020603050405020304" pitchFamily="18" charset="0"/>
              </a:rPr>
              <a:t>j</a:t>
            </a:r>
            <a:r>
              <a:rPr lang="en-US" i="1" dirty="0">
                <a:latin typeface="Times New Roman" panose="02020603050405020304" pitchFamily="18" charset="0"/>
                <a:cs typeface="Times New Roman" panose="02020603050405020304" pitchFamily="18" charset="0"/>
              </a:rPr>
              <a:t> , an issue is how to inform site Si (and all other sites) efficiently about it.</a:t>
            </a:r>
          </a:p>
          <a:p>
            <a:pPr marL="0" indent="0" algn="just">
              <a:buNone/>
            </a:pPr>
            <a:endParaRPr lang="en-IN"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4429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9EECA7-31C4-3FB4-001B-4ED528DE8DE5}"/>
              </a:ext>
            </a:extLst>
          </p:cNvPr>
          <p:cNvSpPr>
            <a:spLocks noGrp="1"/>
          </p:cNvSpPr>
          <p:nvPr>
            <p:ph idx="1"/>
          </p:nvPr>
        </p:nvSpPr>
        <p:spPr>
          <a:xfrm>
            <a:off x="293914" y="337456"/>
            <a:ext cx="11680372" cy="6520544"/>
          </a:xfrm>
        </p:spPr>
        <p:txBody>
          <a:bodyPr>
            <a:normAutofit fontScale="92500" lnSpcReduction="10000"/>
          </a:bodyPr>
          <a:lstStyle/>
          <a:p>
            <a:pPr marL="0" indent="0" algn="ctr">
              <a:buNone/>
            </a:pPr>
            <a:r>
              <a:rPr lang="en-US" b="1" dirty="0">
                <a:latin typeface="Times New Roman" panose="02020603050405020304" pitchFamily="18" charset="0"/>
                <a:cs typeface="Times New Roman" panose="02020603050405020304" pitchFamily="18" charset="0"/>
              </a:rPr>
              <a:t>Sites with outstanding requests for the CS are determined in the following manner: </a:t>
            </a:r>
          </a:p>
          <a:p>
            <a:pPr algn="just"/>
            <a:r>
              <a:rPr lang="en-US" dirty="0">
                <a:latin typeface="Times New Roman" panose="02020603050405020304" pitchFamily="18" charset="0"/>
                <a:cs typeface="Times New Roman" panose="02020603050405020304" pitchFamily="18" charset="0"/>
              </a:rPr>
              <a:t>The token consists of </a:t>
            </a:r>
          </a:p>
          <a:p>
            <a:pPr lvl="1" algn="just"/>
            <a:r>
              <a:rPr lang="en-US" dirty="0">
                <a:latin typeface="Times New Roman" panose="02020603050405020304" pitchFamily="18" charset="0"/>
                <a:cs typeface="Times New Roman" panose="02020603050405020304" pitchFamily="18" charset="0"/>
              </a:rPr>
              <a:t>A </a:t>
            </a:r>
            <a:r>
              <a:rPr lang="en-US" dirty="0">
                <a:highlight>
                  <a:srgbClr val="FFFF00"/>
                </a:highlight>
                <a:latin typeface="Times New Roman" panose="02020603050405020304" pitchFamily="18" charset="0"/>
                <a:cs typeface="Times New Roman" panose="02020603050405020304" pitchFamily="18" charset="0"/>
              </a:rPr>
              <a:t>queue</a:t>
            </a:r>
            <a:r>
              <a:rPr lang="en-US" dirty="0">
                <a:latin typeface="Times New Roman" panose="02020603050405020304" pitchFamily="18" charset="0"/>
                <a:cs typeface="Times New Roman" panose="02020603050405020304" pitchFamily="18" charset="0"/>
              </a:rPr>
              <a:t> of requesting sites, Q, </a:t>
            </a:r>
          </a:p>
          <a:p>
            <a:pPr lvl="1" algn="just"/>
            <a:r>
              <a:rPr lang="en-US" dirty="0">
                <a:latin typeface="Times New Roman" panose="02020603050405020304" pitchFamily="18" charset="0"/>
                <a:cs typeface="Times New Roman" panose="02020603050405020304" pitchFamily="18" charset="0"/>
              </a:rPr>
              <a:t>An </a:t>
            </a:r>
            <a:r>
              <a:rPr lang="en-US" dirty="0">
                <a:highlight>
                  <a:srgbClr val="FFFF00"/>
                </a:highlight>
                <a:latin typeface="Times New Roman" panose="02020603050405020304" pitchFamily="18" charset="0"/>
                <a:cs typeface="Times New Roman" panose="02020603050405020304" pitchFamily="18" charset="0"/>
              </a:rPr>
              <a:t>array</a:t>
            </a:r>
            <a:r>
              <a:rPr lang="en-US" dirty="0">
                <a:latin typeface="Times New Roman" panose="02020603050405020304" pitchFamily="18" charset="0"/>
                <a:cs typeface="Times New Roman" panose="02020603050405020304" pitchFamily="18" charset="0"/>
              </a:rPr>
              <a:t> of integers </a:t>
            </a:r>
            <a:r>
              <a:rPr lang="en-US" dirty="0">
                <a:highlight>
                  <a:srgbClr val="FFFF00"/>
                </a:highlight>
                <a:latin typeface="Times New Roman" panose="02020603050405020304" pitchFamily="18" charset="0"/>
                <a:cs typeface="Times New Roman" panose="02020603050405020304" pitchFamily="18" charset="0"/>
              </a:rPr>
              <a:t>LN[1, … ,N], </a:t>
            </a:r>
            <a:r>
              <a:rPr lang="en-US" dirty="0">
                <a:latin typeface="Times New Roman" panose="02020603050405020304" pitchFamily="18" charset="0"/>
                <a:cs typeface="Times New Roman" panose="02020603050405020304" pitchFamily="18" charset="0"/>
              </a:rPr>
              <a:t>where LN[j] is the </a:t>
            </a:r>
            <a:r>
              <a:rPr lang="en-US" dirty="0">
                <a:solidFill>
                  <a:srgbClr val="FF0000"/>
                </a:solidFill>
                <a:latin typeface="Times New Roman" panose="02020603050405020304" pitchFamily="18" charset="0"/>
                <a:cs typeface="Times New Roman" panose="02020603050405020304" pitchFamily="18" charset="0"/>
              </a:rPr>
              <a:t>sequence number of the request </a:t>
            </a:r>
            <a:r>
              <a:rPr lang="en-US" dirty="0">
                <a:latin typeface="Times New Roman" panose="02020603050405020304" pitchFamily="18" charset="0"/>
                <a:cs typeface="Times New Roman" panose="02020603050405020304" pitchFamily="18" charset="0"/>
              </a:rPr>
              <a:t>which site </a:t>
            </a:r>
            <a:r>
              <a:rPr lang="en-US" dirty="0" err="1">
                <a:latin typeface="Times New Roman" panose="02020603050405020304" pitchFamily="18" charset="0"/>
                <a:cs typeface="Times New Roman" panose="02020603050405020304" pitchFamily="18" charset="0"/>
              </a:rPr>
              <a:t>S</a:t>
            </a:r>
            <a:r>
              <a:rPr lang="en-US" baseline="-25000" dirty="0" err="1">
                <a:latin typeface="Times New Roman" panose="02020603050405020304" pitchFamily="18" charset="0"/>
                <a:cs typeface="Times New Roman" panose="02020603050405020304" pitchFamily="18" charset="0"/>
              </a:rPr>
              <a:t>j</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executed most recently. </a:t>
            </a:r>
          </a:p>
          <a:p>
            <a:pPr algn="just"/>
            <a:r>
              <a:rPr lang="en-US" dirty="0">
                <a:latin typeface="Times New Roman" panose="02020603050405020304" pitchFamily="18" charset="0"/>
                <a:cs typeface="Times New Roman" panose="02020603050405020304" pitchFamily="18" charset="0"/>
              </a:rPr>
              <a:t>After executing its CS, a site S</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updates </a:t>
            </a:r>
            <a:r>
              <a:rPr lang="en-US" dirty="0">
                <a:highlight>
                  <a:srgbClr val="FFFF00"/>
                </a:highlight>
                <a:latin typeface="Times New Roman" panose="02020603050405020304" pitchFamily="18" charset="0"/>
                <a:cs typeface="Times New Roman" panose="02020603050405020304" pitchFamily="18" charset="0"/>
              </a:rPr>
              <a:t>LN[</a:t>
            </a:r>
            <a:r>
              <a:rPr lang="en-US" dirty="0" err="1">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 : = RN</a:t>
            </a:r>
            <a:r>
              <a:rPr lang="en-US" baseline="-25000" dirty="0">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a:t>
            </a:r>
            <a:r>
              <a:rPr lang="en-US" dirty="0" err="1">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indicate that its request correspond</a:t>
            </a:r>
          </a:p>
          <a:p>
            <a:pPr algn="just"/>
            <a:r>
              <a:rPr lang="en-US" dirty="0" err="1">
                <a:latin typeface="Times New Roman" panose="02020603050405020304" pitchFamily="18" charset="0"/>
                <a:cs typeface="Times New Roman" panose="02020603050405020304" pitchFamily="18" charset="0"/>
              </a:rPr>
              <a:t>ing</a:t>
            </a:r>
            <a:r>
              <a:rPr lang="en-US" dirty="0">
                <a:latin typeface="Times New Roman" panose="02020603050405020304" pitchFamily="18" charset="0"/>
                <a:cs typeface="Times New Roman" panose="02020603050405020304" pitchFamily="18" charset="0"/>
              </a:rPr>
              <a:t> to sequence number RN</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has been executed. </a:t>
            </a:r>
          </a:p>
          <a:p>
            <a:pPr algn="just"/>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Token array LN[1, … ,N] permits a site to determine if a site has an outstanding request for the CS. </a:t>
            </a:r>
          </a:p>
          <a:p>
            <a:pPr algn="just"/>
            <a:r>
              <a:rPr lang="en-US" dirty="0">
                <a:latin typeface="Times New Roman" panose="02020603050405020304" pitchFamily="18" charset="0"/>
                <a:cs typeface="Times New Roman" panose="02020603050405020304" pitchFamily="18" charset="0"/>
              </a:rPr>
              <a:t>Note that at site S</a:t>
            </a:r>
            <a:r>
              <a:rPr lang="en-US" baseline="-250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if </a:t>
            </a:r>
            <a:r>
              <a:rPr lang="en-US" dirty="0">
                <a:highlight>
                  <a:srgbClr val="FFFF00"/>
                </a:highlight>
                <a:latin typeface="Times New Roman" panose="02020603050405020304" pitchFamily="18" charset="0"/>
                <a:cs typeface="Times New Roman" panose="02020603050405020304" pitchFamily="18" charset="0"/>
              </a:rPr>
              <a:t>RN</a:t>
            </a:r>
            <a:r>
              <a:rPr lang="en-US" baseline="-25000" dirty="0">
                <a:highlight>
                  <a:srgbClr val="FFFF00"/>
                </a:highlight>
                <a:latin typeface="Times New Roman" panose="02020603050405020304" pitchFamily="18" charset="0"/>
                <a:cs typeface="Times New Roman" panose="02020603050405020304" pitchFamily="18" charset="0"/>
              </a:rPr>
              <a:t>i</a:t>
            </a:r>
            <a:r>
              <a:rPr lang="en-US" dirty="0">
                <a:highlight>
                  <a:srgbClr val="FFFF00"/>
                </a:highlight>
                <a:latin typeface="Times New Roman" panose="02020603050405020304" pitchFamily="18" charset="0"/>
                <a:cs typeface="Times New Roman" panose="02020603050405020304" pitchFamily="18" charset="0"/>
              </a:rPr>
              <a:t>[j]=LN[j]+1</a:t>
            </a:r>
            <a:r>
              <a:rPr lang="en-US" dirty="0">
                <a:latin typeface="Times New Roman" panose="02020603050405020304" pitchFamily="18" charset="0"/>
                <a:cs typeface="Times New Roman" panose="02020603050405020304" pitchFamily="18" charset="0"/>
              </a:rPr>
              <a:t>, then </a:t>
            </a:r>
            <a:r>
              <a:rPr lang="en-US" b="1" dirty="0">
                <a:solidFill>
                  <a:srgbClr val="FF0000"/>
                </a:solidFill>
                <a:latin typeface="Times New Roman" panose="02020603050405020304" pitchFamily="18" charset="0"/>
                <a:cs typeface="Times New Roman" panose="02020603050405020304" pitchFamily="18" charset="0"/>
              </a:rPr>
              <a:t>site </a:t>
            </a:r>
            <a:r>
              <a:rPr lang="en-US" b="1" dirty="0" err="1">
                <a:solidFill>
                  <a:srgbClr val="FF0000"/>
                </a:solidFill>
                <a:latin typeface="Times New Roman" panose="02020603050405020304" pitchFamily="18" charset="0"/>
                <a:cs typeface="Times New Roman" panose="02020603050405020304" pitchFamily="18" charset="0"/>
              </a:rPr>
              <a:t>S</a:t>
            </a:r>
            <a:r>
              <a:rPr lang="en-US" b="1" baseline="-25000" dirty="0" err="1">
                <a:solidFill>
                  <a:srgbClr val="FF0000"/>
                </a:solidFill>
                <a:latin typeface="Times New Roman" panose="02020603050405020304" pitchFamily="18" charset="0"/>
                <a:cs typeface="Times New Roman" panose="02020603050405020304" pitchFamily="18" charset="0"/>
              </a:rPr>
              <a:t>j</a:t>
            </a:r>
            <a:r>
              <a:rPr lang="en-US" b="1" baseline="-25000"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is currently requesting a token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After executing the CS, a site checks this condition for all the j’s to determine all the sites that are requesting the token and places their </a:t>
            </a:r>
            <a:r>
              <a:rPr lang="en-US" dirty="0" err="1">
                <a:latin typeface="Times New Roman" panose="02020603050405020304" pitchFamily="18" charset="0"/>
                <a:cs typeface="Times New Roman" panose="02020603050405020304" pitchFamily="18" charset="0"/>
              </a:rPr>
              <a:t>i.d.’s</a:t>
            </a:r>
            <a:r>
              <a:rPr lang="en-US" dirty="0">
                <a:latin typeface="Times New Roman" panose="02020603050405020304" pitchFamily="18" charset="0"/>
                <a:cs typeface="Times New Roman" panose="02020603050405020304" pitchFamily="18" charset="0"/>
              </a:rPr>
              <a:t> in queue Q if these </a:t>
            </a:r>
            <a:r>
              <a:rPr lang="en-US" dirty="0" err="1">
                <a:latin typeface="Times New Roman" panose="02020603050405020304" pitchFamily="18" charset="0"/>
                <a:cs typeface="Times New Roman" panose="02020603050405020304" pitchFamily="18" charset="0"/>
              </a:rPr>
              <a:t>i.d.’s</a:t>
            </a:r>
            <a:r>
              <a:rPr lang="en-US" dirty="0">
                <a:latin typeface="Times New Roman" panose="02020603050405020304" pitchFamily="18" charset="0"/>
                <a:cs typeface="Times New Roman" panose="02020603050405020304" pitchFamily="18" charset="0"/>
              </a:rPr>
              <a:t> are not already present in Q. </a:t>
            </a:r>
          </a:p>
          <a:p>
            <a:pPr algn="just"/>
            <a:r>
              <a:rPr lang="en-US" dirty="0">
                <a:latin typeface="Times New Roman" panose="02020603050405020304" pitchFamily="18" charset="0"/>
                <a:cs typeface="Times New Roman" panose="02020603050405020304" pitchFamily="18" charset="0"/>
              </a:rPr>
              <a:t>Finally, the site sends the token to the site whose </a:t>
            </a:r>
            <a:r>
              <a:rPr lang="en-US" dirty="0" err="1">
                <a:latin typeface="Times New Roman" panose="02020603050405020304" pitchFamily="18" charset="0"/>
                <a:cs typeface="Times New Roman" panose="02020603050405020304" pitchFamily="18" charset="0"/>
              </a:rPr>
              <a:t>i.d.</a:t>
            </a:r>
            <a:r>
              <a:rPr lang="en-US" dirty="0">
                <a:latin typeface="Times New Roman" panose="02020603050405020304" pitchFamily="18" charset="0"/>
                <a:cs typeface="Times New Roman" panose="02020603050405020304" pitchFamily="18" charset="0"/>
              </a:rPr>
              <a:t> is at the head of Q.</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824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AA72-316C-148E-8CB7-C442542EA6FF}"/>
              </a:ext>
            </a:extLst>
          </p:cNvPr>
          <p:cNvSpPr>
            <a:spLocks noGrp="1"/>
          </p:cNvSpPr>
          <p:nvPr>
            <p:ph type="title"/>
          </p:nvPr>
        </p:nvSpPr>
        <p:spPr>
          <a:xfrm>
            <a:off x="598714" y="326571"/>
            <a:ext cx="283029" cy="6324601"/>
          </a:xfrm>
        </p:spPr>
        <p:txBody>
          <a:bodyPr/>
          <a:lstStyle/>
          <a:p>
            <a:r>
              <a:rPr lang="en-IN" b="1" dirty="0">
                <a:latin typeface="Times New Roman" panose="02020603050405020304" pitchFamily="18" charset="0"/>
                <a:cs typeface="Times New Roman" panose="02020603050405020304" pitchFamily="18" charset="0"/>
              </a:rPr>
              <a:t>Algorithm</a:t>
            </a:r>
          </a:p>
        </p:txBody>
      </p:sp>
      <p:pic>
        <p:nvPicPr>
          <p:cNvPr id="5" name="Picture 4">
            <a:extLst>
              <a:ext uri="{FF2B5EF4-FFF2-40B4-BE49-F238E27FC236}">
                <a16:creationId xmlns:a16="http://schemas.microsoft.com/office/drawing/2014/main" id="{66BC1DDE-BEA4-3596-A045-3719CB454FEC}"/>
              </a:ext>
            </a:extLst>
          </p:cNvPr>
          <p:cNvPicPr>
            <a:picLocks noChangeAspect="1"/>
          </p:cNvPicPr>
          <p:nvPr/>
        </p:nvPicPr>
        <p:blipFill rotWithShape="1">
          <a:blip r:embed="rId2"/>
          <a:srcRect l="3418" t="3957"/>
          <a:stretch/>
        </p:blipFill>
        <p:spPr>
          <a:xfrm>
            <a:off x="1768929" y="0"/>
            <a:ext cx="9541328" cy="6651172"/>
          </a:xfrm>
          <a:prstGeom prst="rect">
            <a:avLst/>
          </a:prstGeom>
        </p:spPr>
      </p:pic>
    </p:spTree>
    <p:extLst>
      <p:ext uri="{BB962C8B-B14F-4D97-AF65-F5344CB8AC3E}">
        <p14:creationId xmlns:p14="http://schemas.microsoft.com/office/powerpoint/2010/main" val="4102403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E655FF-F093-7E1F-A86A-2BE102327711}"/>
              </a:ext>
            </a:extLst>
          </p:cNvPr>
          <p:cNvPicPr>
            <a:picLocks noChangeAspect="1"/>
          </p:cNvPicPr>
          <p:nvPr/>
        </p:nvPicPr>
        <p:blipFill>
          <a:blip r:embed="rId2"/>
          <a:stretch>
            <a:fillRect/>
          </a:stretch>
        </p:blipFill>
        <p:spPr>
          <a:xfrm>
            <a:off x="187192" y="467831"/>
            <a:ext cx="11527362" cy="5497033"/>
          </a:xfrm>
          <a:prstGeom prst="rect">
            <a:avLst/>
          </a:prstGeom>
        </p:spPr>
      </p:pic>
    </p:spTree>
    <p:extLst>
      <p:ext uri="{BB962C8B-B14F-4D97-AF65-F5344CB8AC3E}">
        <p14:creationId xmlns:p14="http://schemas.microsoft.com/office/powerpoint/2010/main" val="2657855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A4E35-543B-F980-A7CE-1DFFF276B19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Performance</a:t>
            </a:r>
          </a:p>
        </p:txBody>
      </p:sp>
      <p:sp>
        <p:nvSpPr>
          <p:cNvPr id="3" name="Content Placeholder 2">
            <a:extLst>
              <a:ext uri="{FF2B5EF4-FFF2-40B4-BE49-F238E27FC236}">
                <a16:creationId xmlns:a16="http://schemas.microsoft.com/office/drawing/2014/main" id="{0CC08AED-58AF-4CC7-D178-5ED46906C141}"/>
              </a:ext>
            </a:extLst>
          </p:cNvPr>
          <p:cNvSpPr>
            <a:spLocks noGrp="1"/>
          </p:cNvSpPr>
          <p:nvPr>
            <p:ph idx="1"/>
          </p:nvPr>
        </p:nvSpPr>
        <p:spPr>
          <a:xfrm>
            <a:off x="838200" y="1825625"/>
            <a:ext cx="10515600" cy="3660775"/>
          </a:xfrm>
        </p:spPr>
        <p:txBody>
          <a:bodyPr/>
          <a:lstStyle/>
          <a:p>
            <a:pPr algn="just"/>
            <a:r>
              <a:rPr lang="en-US" dirty="0">
                <a:latin typeface="Times New Roman" panose="02020603050405020304" pitchFamily="18" charset="0"/>
                <a:cs typeface="Times New Roman" panose="02020603050405020304" pitchFamily="18" charset="0"/>
              </a:rPr>
              <a:t>The beauty of the Suzuki–</a:t>
            </a:r>
            <a:r>
              <a:rPr lang="en-US" dirty="0" err="1">
                <a:latin typeface="Times New Roman" panose="02020603050405020304" pitchFamily="18" charset="0"/>
                <a:cs typeface="Times New Roman" panose="02020603050405020304" pitchFamily="18" charset="0"/>
              </a:rPr>
              <a:t>Kasami</a:t>
            </a:r>
            <a:r>
              <a:rPr lang="en-US" dirty="0">
                <a:latin typeface="Times New Roman" panose="02020603050405020304" pitchFamily="18" charset="0"/>
                <a:cs typeface="Times New Roman" panose="02020603050405020304" pitchFamily="18" charset="0"/>
              </a:rPr>
              <a:t> algorithm lies in its simplicity and efficiency.</a:t>
            </a:r>
          </a:p>
          <a:p>
            <a:pPr algn="just"/>
            <a:r>
              <a:rPr lang="en-US" dirty="0">
                <a:highlight>
                  <a:srgbClr val="FFFF00"/>
                </a:highlight>
                <a:latin typeface="Times New Roman" panose="02020603050405020304" pitchFamily="18" charset="0"/>
                <a:cs typeface="Times New Roman" panose="02020603050405020304" pitchFamily="18" charset="0"/>
              </a:rPr>
              <a:t>No message is needed and the synchronization delay is zero if a site holds the idle token at the time of its request.</a:t>
            </a:r>
          </a:p>
          <a:p>
            <a:pPr algn="just"/>
            <a:r>
              <a:rPr lang="en-US" dirty="0">
                <a:latin typeface="Times New Roman" panose="02020603050405020304" pitchFamily="18" charset="0"/>
                <a:cs typeface="Times New Roman" panose="02020603050405020304" pitchFamily="18" charset="0"/>
              </a:rPr>
              <a:t>If a site does not hold the token when it makes a request, the algorithm requires N messages to obtain the token. </a:t>
            </a:r>
          </a:p>
          <a:p>
            <a:pPr algn="just"/>
            <a:r>
              <a:rPr lang="en-US" dirty="0">
                <a:highlight>
                  <a:srgbClr val="FFFF00"/>
                </a:highlight>
                <a:latin typeface="Times New Roman" panose="02020603050405020304" pitchFamily="18" charset="0"/>
                <a:cs typeface="Times New Roman" panose="02020603050405020304" pitchFamily="18" charset="0"/>
              </a:rPr>
              <a:t>The synchronization delay in this algorithm is 0 or T.</a:t>
            </a:r>
            <a:endParaRPr lang="en-IN"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269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949</Words>
  <Application>Microsoft Office PowerPoint</Application>
  <PresentationFormat>Widescreen</PresentationFormat>
  <Paragraphs>51</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Module_3 Part_03</vt:lpstr>
      <vt:lpstr> Token-based algorithms   </vt:lpstr>
      <vt:lpstr>PowerPoint Presentation</vt:lpstr>
      <vt:lpstr>Suzuki–Kasami’s broadcast algorithm</vt:lpstr>
      <vt:lpstr>Design Issues</vt:lpstr>
      <vt:lpstr>ISSUE 1::How to distinguishing an outdated REQUEST message from a current REQUEST message</vt:lpstr>
      <vt:lpstr>PowerPoint Presentation</vt:lpstr>
      <vt:lpstr>ISSUE 2: How to determine which site has an outstanding request for the CS</vt:lpstr>
      <vt:lpstr>PowerPoint Presentation</vt:lpstr>
      <vt:lpstr>Algorithm</vt:lpstr>
      <vt:lpstr>PowerPoint Presentation</vt:lpstr>
      <vt:lpstr>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Module_3 Part_03</dc:title>
  <dc:creator>JESNA J S</dc:creator>
  <cp:lastModifiedBy>JESNA J S</cp:lastModifiedBy>
  <cp:revision>3</cp:revision>
  <dcterms:created xsi:type="dcterms:W3CDTF">2024-03-31T11:12:06Z</dcterms:created>
  <dcterms:modified xsi:type="dcterms:W3CDTF">2024-05-01T18:35:36Z</dcterms:modified>
</cp:coreProperties>
</file>