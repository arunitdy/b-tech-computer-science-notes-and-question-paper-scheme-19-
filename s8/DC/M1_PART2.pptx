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9AA042-2A50-47E3-84C8-461B3DC69AF2}" v="4" dt="2024-01-25T06:57:42.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8" d="100"/>
          <a:sy n="68" d="100"/>
        </p:scale>
        <p:origin x="59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NA J S" userId="1cf9dc77da0791c6" providerId="LiveId" clId="{D09AA042-2A50-47E3-84C8-461B3DC69AF2}"/>
    <pc:docChg chg="undo redo custSel addSld delSld modSld">
      <pc:chgData name="JESNA J S" userId="1cf9dc77da0791c6" providerId="LiveId" clId="{D09AA042-2A50-47E3-84C8-461B3DC69AF2}" dt="2024-01-25T07:01:53.888" v="1200" actId="207"/>
      <pc:docMkLst>
        <pc:docMk/>
      </pc:docMkLst>
      <pc:sldChg chg="modSp new mod">
        <pc:chgData name="JESNA J S" userId="1cf9dc77da0791c6" providerId="LiveId" clId="{D09AA042-2A50-47E3-84C8-461B3DC69AF2}" dt="2024-01-24T17:39:31.393" v="80" actId="2711"/>
        <pc:sldMkLst>
          <pc:docMk/>
          <pc:sldMk cId="2647111459" sldId="256"/>
        </pc:sldMkLst>
        <pc:spChg chg="mod">
          <ac:chgData name="JESNA J S" userId="1cf9dc77da0791c6" providerId="LiveId" clId="{D09AA042-2A50-47E3-84C8-461B3DC69AF2}" dt="2024-01-24T17:38:43.798" v="18" actId="2711"/>
          <ac:spMkLst>
            <pc:docMk/>
            <pc:sldMk cId="2647111459" sldId="256"/>
            <ac:spMk id="2" creationId="{2C40E606-71B4-5381-A40A-F677321F0327}"/>
          </ac:spMkLst>
        </pc:spChg>
        <pc:spChg chg="mod">
          <ac:chgData name="JESNA J S" userId="1cf9dc77da0791c6" providerId="LiveId" clId="{D09AA042-2A50-47E3-84C8-461B3DC69AF2}" dt="2024-01-24T17:39:31.393" v="80" actId="2711"/>
          <ac:spMkLst>
            <pc:docMk/>
            <pc:sldMk cId="2647111459" sldId="256"/>
            <ac:spMk id="3" creationId="{776D86CA-B19C-09D8-4050-821121C2B0FE}"/>
          </ac:spMkLst>
        </pc:spChg>
      </pc:sldChg>
      <pc:sldChg chg="modSp new mod">
        <pc:chgData name="JESNA J S" userId="1cf9dc77da0791c6" providerId="LiveId" clId="{D09AA042-2A50-47E3-84C8-461B3DC69AF2}" dt="2024-01-24T17:47:43.417" v="134" actId="21"/>
        <pc:sldMkLst>
          <pc:docMk/>
          <pc:sldMk cId="2649125818" sldId="257"/>
        </pc:sldMkLst>
        <pc:spChg chg="mod">
          <ac:chgData name="JESNA J S" userId="1cf9dc77da0791c6" providerId="LiveId" clId="{D09AA042-2A50-47E3-84C8-461B3DC69AF2}" dt="2024-01-24T17:42:04.323" v="88" actId="122"/>
          <ac:spMkLst>
            <pc:docMk/>
            <pc:sldMk cId="2649125818" sldId="257"/>
            <ac:spMk id="2" creationId="{20FD2D00-19D7-1178-CD28-C15F9C948CA3}"/>
          </ac:spMkLst>
        </pc:spChg>
        <pc:spChg chg="mod">
          <ac:chgData name="JESNA J S" userId="1cf9dc77da0791c6" providerId="LiveId" clId="{D09AA042-2A50-47E3-84C8-461B3DC69AF2}" dt="2024-01-24T17:47:43.417" v="134" actId="21"/>
          <ac:spMkLst>
            <pc:docMk/>
            <pc:sldMk cId="2649125818" sldId="257"/>
            <ac:spMk id="3" creationId="{F2F69A28-7C65-64C6-C564-FE778DF753CD}"/>
          </ac:spMkLst>
        </pc:spChg>
      </pc:sldChg>
      <pc:sldChg chg="delSp modSp new mod">
        <pc:chgData name="JESNA J S" userId="1cf9dc77da0791c6" providerId="LiveId" clId="{D09AA042-2A50-47E3-84C8-461B3DC69AF2}" dt="2024-01-24T17:48:34.447" v="139" actId="5793"/>
        <pc:sldMkLst>
          <pc:docMk/>
          <pc:sldMk cId="705225814" sldId="258"/>
        </pc:sldMkLst>
        <pc:spChg chg="del">
          <ac:chgData name="JESNA J S" userId="1cf9dc77da0791c6" providerId="LiveId" clId="{D09AA042-2A50-47E3-84C8-461B3DC69AF2}" dt="2024-01-24T17:46:58.420" v="126" actId="478"/>
          <ac:spMkLst>
            <pc:docMk/>
            <pc:sldMk cId="705225814" sldId="258"/>
            <ac:spMk id="2" creationId="{B348530B-5740-22BC-908A-F634ED7E8558}"/>
          </ac:spMkLst>
        </pc:spChg>
        <pc:spChg chg="mod">
          <ac:chgData name="JESNA J S" userId="1cf9dc77da0791c6" providerId="LiveId" clId="{D09AA042-2A50-47E3-84C8-461B3DC69AF2}" dt="2024-01-24T17:48:34.447" v="139" actId="5793"/>
          <ac:spMkLst>
            <pc:docMk/>
            <pc:sldMk cId="705225814" sldId="258"/>
            <ac:spMk id="3" creationId="{BFE43E9D-1F27-4133-FA34-1835553B13E0}"/>
          </ac:spMkLst>
        </pc:spChg>
      </pc:sldChg>
      <pc:sldChg chg="modSp new mod">
        <pc:chgData name="JESNA J S" userId="1cf9dc77da0791c6" providerId="LiveId" clId="{D09AA042-2A50-47E3-84C8-461B3DC69AF2}" dt="2024-01-25T06:45:45.265" v="1191" actId="13926"/>
        <pc:sldMkLst>
          <pc:docMk/>
          <pc:sldMk cId="1328947567" sldId="259"/>
        </pc:sldMkLst>
        <pc:spChg chg="mod">
          <ac:chgData name="JESNA J S" userId="1cf9dc77da0791c6" providerId="LiveId" clId="{D09AA042-2A50-47E3-84C8-461B3DC69AF2}" dt="2024-01-24T18:15:19.246" v="234" actId="12"/>
          <ac:spMkLst>
            <pc:docMk/>
            <pc:sldMk cId="1328947567" sldId="259"/>
            <ac:spMk id="2" creationId="{D66541BA-BCD7-04D3-32A4-2EEDE9230EBD}"/>
          </ac:spMkLst>
        </pc:spChg>
        <pc:spChg chg="mod">
          <ac:chgData name="JESNA J S" userId="1cf9dc77da0791c6" providerId="LiveId" clId="{D09AA042-2A50-47E3-84C8-461B3DC69AF2}" dt="2024-01-25T06:45:45.265" v="1191" actId="13926"/>
          <ac:spMkLst>
            <pc:docMk/>
            <pc:sldMk cId="1328947567" sldId="259"/>
            <ac:spMk id="3" creationId="{3EBD648A-9659-D68D-3586-6F77266D1BC2}"/>
          </ac:spMkLst>
        </pc:spChg>
      </pc:sldChg>
      <pc:sldChg chg="modSp new mod">
        <pc:chgData name="JESNA J S" userId="1cf9dc77da0791c6" providerId="LiveId" clId="{D09AA042-2A50-47E3-84C8-461B3DC69AF2}" dt="2024-01-24T18:19:26.554" v="283" actId="403"/>
        <pc:sldMkLst>
          <pc:docMk/>
          <pc:sldMk cId="917812755" sldId="260"/>
        </pc:sldMkLst>
        <pc:spChg chg="mod">
          <ac:chgData name="JESNA J S" userId="1cf9dc77da0791c6" providerId="LiveId" clId="{D09AA042-2A50-47E3-84C8-461B3DC69AF2}" dt="2024-01-24T18:15:48.821" v="245" actId="20577"/>
          <ac:spMkLst>
            <pc:docMk/>
            <pc:sldMk cId="917812755" sldId="260"/>
            <ac:spMk id="2" creationId="{D5492423-EDCA-4820-69B6-7131C554956D}"/>
          </ac:spMkLst>
        </pc:spChg>
        <pc:spChg chg="mod">
          <ac:chgData name="JESNA J S" userId="1cf9dc77da0791c6" providerId="LiveId" clId="{D09AA042-2A50-47E3-84C8-461B3DC69AF2}" dt="2024-01-24T18:19:26.554" v="283" actId="403"/>
          <ac:spMkLst>
            <pc:docMk/>
            <pc:sldMk cId="917812755" sldId="260"/>
            <ac:spMk id="3" creationId="{2781C90A-401D-2B13-BD68-5988F632A154}"/>
          </ac:spMkLst>
        </pc:spChg>
      </pc:sldChg>
      <pc:sldChg chg="modSp new mod">
        <pc:chgData name="JESNA J S" userId="1cf9dc77da0791c6" providerId="LiveId" clId="{D09AA042-2A50-47E3-84C8-461B3DC69AF2}" dt="2024-01-25T06:52:19.074" v="1195" actId="13926"/>
        <pc:sldMkLst>
          <pc:docMk/>
          <pc:sldMk cId="4293374829" sldId="261"/>
        </pc:sldMkLst>
        <pc:spChg chg="mod">
          <ac:chgData name="JESNA J S" userId="1cf9dc77da0791c6" providerId="LiveId" clId="{D09AA042-2A50-47E3-84C8-461B3DC69AF2}" dt="2024-01-24T19:00:35.395" v="329" actId="1076"/>
          <ac:spMkLst>
            <pc:docMk/>
            <pc:sldMk cId="4293374829" sldId="261"/>
            <ac:spMk id="2" creationId="{58839FBA-FA58-6914-8B89-EA3F05AD487D}"/>
          </ac:spMkLst>
        </pc:spChg>
        <pc:spChg chg="mod">
          <ac:chgData name="JESNA J S" userId="1cf9dc77da0791c6" providerId="LiveId" clId="{D09AA042-2A50-47E3-84C8-461B3DC69AF2}" dt="2024-01-25T06:52:19.074" v="1195" actId="13926"/>
          <ac:spMkLst>
            <pc:docMk/>
            <pc:sldMk cId="4293374829" sldId="261"/>
            <ac:spMk id="3" creationId="{DBF9CAA9-8ED8-3B89-CAB4-20FC6CAFF9B5}"/>
          </ac:spMkLst>
        </pc:spChg>
      </pc:sldChg>
      <pc:sldChg chg="modSp new mod">
        <pc:chgData name="JESNA J S" userId="1cf9dc77da0791c6" providerId="LiveId" clId="{D09AA042-2A50-47E3-84C8-461B3DC69AF2}" dt="2024-01-25T04:42:43.504" v="418" actId="207"/>
        <pc:sldMkLst>
          <pc:docMk/>
          <pc:sldMk cId="3638539839" sldId="262"/>
        </pc:sldMkLst>
        <pc:spChg chg="mod">
          <ac:chgData name="JESNA J S" userId="1cf9dc77da0791c6" providerId="LiveId" clId="{D09AA042-2A50-47E3-84C8-461B3DC69AF2}" dt="2024-01-25T04:41:32.520" v="410" actId="2711"/>
          <ac:spMkLst>
            <pc:docMk/>
            <pc:sldMk cId="3638539839" sldId="262"/>
            <ac:spMk id="2" creationId="{003E06BA-E98E-7621-1EF7-B725E0815B99}"/>
          </ac:spMkLst>
        </pc:spChg>
        <pc:spChg chg="mod">
          <ac:chgData name="JESNA J S" userId="1cf9dc77da0791c6" providerId="LiveId" clId="{D09AA042-2A50-47E3-84C8-461B3DC69AF2}" dt="2024-01-25T04:42:43.504" v="418" actId="207"/>
          <ac:spMkLst>
            <pc:docMk/>
            <pc:sldMk cId="3638539839" sldId="262"/>
            <ac:spMk id="3" creationId="{EF414E8D-AB38-FB69-783C-8C9DEFF01775}"/>
          </ac:spMkLst>
        </pc:spChg>
      </pc:sldChg>
      <pc:sldChg chg="delSp modSp new mod">
        <pc:chgData name="JESNA J S" userId="1cf9dc77da0791c6" providerId="LiveId" clId="{D09AA042-2A50-47E3-84C8-461B3DC69AF2}" dt="2024-01-25T04:52:17.921" v="460" actId="5793"/>
        <pc:sldMkLst>
          <pc:docMk/>
          <pc:sldMk cId="3846476722" sldId="263"/>
        </pc:sldMkLst>
        <pc:spChg chg="del">
          <ac:chgData name="JESNA J S" userId="1cf9dc77da0791c6" providerId="LiveId" clId="{D09AA042-2A50-47E3-84C8-461B3DC69AF2}" dt="2024-01-25T04:42:50.604" v="420" actId="478"/>
          <ac:spMkLst>
            <pc:docMk/>
            <pc:sldMk cId="3846476722" sldId="263"/>
            <ac:spMk id="2" creationId="{FCE42494-C7A7-BDE9-9784-3BC9FE3AB1E3}"/>
          </ac:spMkLst>
        </pc:spChg>
        <pc:spChg chg="mod">
          <ac:chgData name="JESNA J S" userId="1cf9dc77da0791c6" providerId="LiveId" clId="{D09AA042-2A50-47E3-84C8-461B3DC69AF2}" dt="2024-01-25T04:52:17.921" v="460" actId="5793"/>
          <ac:spMkLst>
            <pc:docMk/>
            <pc:sldMk cId="3846476722" sldId="263"/>
            <ac:spMk id="3" creationId="{E4BFDE32-4675-C9D4-8C2A-088957D85736}"/>
          </ac:spMkLst>
        </pc:spChg>
      </pc:sldChg>
      <pc:sldChg chg="modSp new mod">
        <pc:chgData name="JESNA J S" userId="1cf9dc77da0791c6" providerId="LiveId" clId="{D09AA042-2A50-47E3-84C8-461B3DC69AF2}" dt="2024-01-25T06:57:42.224" v="1198"/>
        <pc:sldMkLst>
          <pc:docMk/>
          <pc:sldMk cId="3211110570" sldId="264"/>
        </pc:sldMkLst>
        <pc:spChg chg="mod">
          <ac:chgData name="JESNA J S" userId="1cf9dc77da0791c6" providerId="LiveId" clId="{D09AA042-2A50-47E3-84C8-461B3DC69AF2}" dt="2024-01-25T04:54:59.144" v="473" actId="2711"/>
          <ac:spMkLst>
            <pc:docMk/>
            <pc:sldMk cId="3211110570" sldId="264"/>
            <ac:spMk id="2" creationId="{44855A52-942B-9065-3A3A-395E02DA8B0F}"/>
          </ac:spMkLst>
        </pc:spChg>
        <pc:spChg chg="mod">
          <ac:chgData name="JESNA J S" userId="1cf9dc77da0791c6" providerId="LiveId" clId="{D09AA042-2A50-47E3-84C8-461B3DC69AF2}" dt="2024-01-25T06:57:42.224" v="1198"/>
          <ac:spMkLst>
            <pc:docMk/>
            <pc:sldMk cId="3211110570" sldId="264"/>
            <ac:spMk id="3" creationId="{708BA297-684D-D102-F1A5-90C8D401394B}"/>
          </ac:spMkLst>
        </pc:spChg>
      </pc:sldChg>
      <pc:sldChg chg="modSp new mod">
        <pc:chgData name="JESNA J S" userId="1cf9dc77da0791c6" providerId="LiveId" clId="{D09AA042-2A50-47E3-84C8-461B3DC69AF2}" dt="2024-01-25T05:14:10.432" v="535" actId="207"/>
        <pc:sldMkLst>
          <pc:docMk/>
          <pc:sldMk cId="955980921" sldId="265"/>
        </pc:sldMkLst>
        <pc:spChg chg="mod">
          <ac:chgData name="JESNA J S" userId="1cf9dc77da0791c6" providerId="LiveId" clId="{D09AA042-2A50-47E3-84C8-461B3DC69AF2}" dt="2024-01-25T05:00:02.206" v="507" actId="2711"/>
          <ac:spMkLst>
            <pc:docMk/>
            <pc:sldMk cId="955980921" sldId="265"/>
            <ac:spMk id="2" creationId="{5714A49B-183A-6D43-3C7D-4D0959701EAD}"/>
          </ac:spMkLst>
        </pc:spChg>
        <pc:spChg chg="mod">
          <ac:chgData name="JESNA J S" userId="1cf9dc77da0791c6" providerId="LiveId" clId="{D09AA042-2A50-47E3-84C8-461B3DC69AF2}" dt="2024-01-25T05:14:10.432" v="535" actId="207"/>
          <ac:spMkLst>
            <pc:docMk/>
            <pc:sldMk cId="955980921" sldId="265"/>
            <ac:spMk id="3" creationId="{9451A08A-7D48-4C96-0590-FA7072211D7C}"/>
          </ac:spMkLst>
        </pc:spChg>
      </pc:sldChg>
      <pc:sldChg chg="modSp new mod">
        <pc:chgData name="JESNA J S" userId="1cf9dc77da0791c6" providerId="LiveId" clId="{D09AA042-2A50-47E3-84C8-461B3DC69AF2}" dt="2024-01-25T07:00:54.743" v="1199" actId="13926"/>
        <pc:sldMkLst>
          <pc:docMk/>
          <pc:sldMk cId="3281266977" sldId="266"/>
        </pc:sldMkLst>
        <pc:spChg chg="mod">
          <ac:chgData name="JESNA J S" userId="1cf9dc77da0791c6" providerId="LiveId" clId="{D09AA042-2A50-47E3-84C8-461B3DC69AF2}" dt="2024-01-25T05:23:15.521" v="548" actId="20577"/>
          <ac:spMkLst>
            <pc:docMk/>
            <pc:sldMk cId="3281266977" sldId="266"/>
            <ac:spMk id="2" creationId="{D5C9C4F1-7EE6-F13F-540B-6E5D4706A9B6}"/>
          </ac:spMkLst>
        </pc:spChg>
        <pc:spChg chg="mod">
          <ac:chgData name="JESNA J S" userId="1cf9dc77da0791c6" providerId="LiveId" clId="{D09AA042-2A50-47E3-84C8-461B3DC69AF2}" dt="2024-01-25T07:00:54.743" v="1199" actId="13926"/>
          <ac:spMkLst>
            <pc:docMk/>
            <pc:sldMk cId="3281266977" sldId="266"/>
            <ac:spMk id="3" creationId="{E5A1FCD5-3EC9-C3AA-52DA-92B583B7DB90}"/>
          </ac:spMkLst>
        </pc:spChg>
      </pc:sldChg>
      <pc:sldChg chg="modSp new mod">
        <pc:chgData name="JESNA J S" userId="1cf9dc77da0791c6" providerId="LiveId" clId="{D09AA042-2A50-47E3-84C8-461B3DC69AF2}" dt="2024-01-25T07:01:53.888" v="1200" actId="207"/>
        <pc:sldMkLst>
          <pc:docMk/>
          <pc:sldMk cId="3767420567" sldId="267"/>
        </pc:sldMkLst>
        <pc:spChg chg="mod">
          <ac:chgData name="JESNA J S" userId="1cf9dc77da0791c6" providerId="LiveId" clId="{D09AA042-2A50-47E3-84C8-461B3DC69AF2}" dt="2024-01-25T05:25:13.507" v="570" actId="113"/>
          <ac:spMkLst>
            <pc:docMk/>
            <pc:sldMk cId="3767420567" sldId="267"/>
            <ac:spMk id="2" creationId="{E0869C9A-C8CF-C987-50C6-DD5B6B6A2BC6}"/>
          </ac:spMkLst>
        </pc:spChg>
        <pc:spChg chg="mod">
          <ac:chgData name="JESNA J S" userId="1cf9dc77da0791c6" providerId="LiveId" clId="{D09AA042-2A50-47E3-84C8-461B3DC69AF2}" dt="2024-01-25T07:01:53.888" v="1200" actId="207"/>
          <ac:spMkLst>
            <pc:docMk/>
            <pc:sldMk cId="3767420567" sldId="267"/>
            <ac:spMk id="3" creationId="{346A1BC8-7F5A-59B0-AD09-74C05CD0C9F1}"/>
          </ac:spMkLst>
        </pc:spChg>
      </pc:sldChg>
      <pc:sldChg chg="modSp new mod">
        <pc:chgData name="JESNA J S" userId="1cf9dc77da0791c6" providerId="LiveId" clId="{D09AA042-2A50-47E3-84C8-461B3DC69AF2}" dt="2024-01-25T05:29:52.247" v="607" actId="13926"/>
        <pc:sldMkLst>
          <pc:docMk/>
          <pc:sldMk cId="819908477" sldId="268"/>
        </pc:sldMkLst>
        <pc:spChg chg="mod">
          <ac:chgData name="JESNA J S" userId="1cf9dc77da0791c6" providerId="LiveId" clId="{D09AA042-2A50-47E3-84C8-461B3DC69AF2}" dt="2024-01-25T05:28:27.932" v="593" actId="123"/>
          <ac:spMkLst>
            <pc:docMk/>
            <pc:sldMk cId="819908477" sldId="268"/>
            <ac:spMk id="2" creationId="{9D88501E-362F-364B-4F11-CF9865F509CD}"/>
          </ac:spMkLst>
        </pc:spChg>
        <pc:spChg chg="mod">
          <ac:chgData name="JESNA J S" userId="1cf9dc77da0791c6" providerId="LiveId" clId="{D09AA042-2A50-47E3-84C8-461B3DC69AF2}" dt="2024-01-25T05:29:52.247" v="607" actId="13926"/>
          <ac:spMkLst>
            <pc:docMk/>
            <pc:sldMk cId="819908477" sldId="268"/>
            <ac:spMk id="3" creationId="{DA2CDC40-6523-68AC-16EB-39C5F49E8E88}"/>
          </ac:spMkLst>
        </pc:spChg>
      </pc:sldChg>
      <pc:sldChg chg="modSp new del mod">
        <pc:chgData name="JESNA J S" userId="1cf9dc77da0791c6" providerId="LiveId" clId="{D09AA042-2A50-47E3-84C8-461B3DC69AF2}" dt="2024-01-25T06:04:18.244" v="831" actId="47"/>
        <pc:sldMkLst>
          <pc:docMk/>
          <pc:sldMk cId="2227936919" sldId="269"/>
        </pc:sldMkLst>
        <pc:spChg chg="mod">
          <ac:chgData name="JESNA J S" userId="1cf9dc77da0791c6" providerId="LiveId" clId="{D09AA042-2A50-47E3-84C8-461B3DC69AF2}" dt="2024-01-25T05:30:41.985" v="619" actId="113"/>
          <ac:spMkLst>
            <pc:docMk/>
            <pc:sldMk cId="2227936919" sldId="269"/>
            <ac:spMk id="2" creationId="{5FB366F2-8E57-FAC3-78EC-69F3B6C2AC35}"/>
          </ac:spMkLst>
        </pc:spChg>
        <pc:spChg chg="mod">
          <ac:chgData name="JESNA J S" userId="1cf9dc77da0791c6" providerId="LiveId" clId="{D09AA042-2A50-47E3-84C8-461B3DC69AF2}" dt="2024-01-25T05:35:53.238" v="624" actId="20577"/>
          <ac:spMkLst>
            <pc:docMk/>
            <pc:sldMk cId="2227936919" sldId="269"/>
            <ac:spMk id="3" creationId="{F018C651-DE00-4541-D895-F02CC540B9D5}"/>
          </ac:spMkLst>
        </pc:spChg>
      </pc:sldChg>
      <pc:sldChg chg="modSp new mod">
        <pc:chgData name="JESNA J S" userId="1cf9dc77da0791c6" providerId="LiveId" clId="{D09AA042-2A50-47E3-84C8-461B3DC69AF2}" dt="2024-01-25T06:04:23.475" v="833" actId="20577"/>
        <pc:sldMkLst>
          <pc:docMk/>
          <pc:sldMk cId="2299768440" sldId="270"/>
        </pc:sldMkLst>
        <pc:spChg chg="mod">
          <ac:chgData name="JESNA J S" userId="1cf9dc77da0791c6" providerId="LiveId" clId="{D09AA042-2A50-47E3-84C8-461B3DC69AF2}" dt="2024-01-25T06:04:23.475" v="833" actId="20577"/>
          <ac:spMkLst>
            <pc:docMk/>
            <pc:sldMk cId="2299768440" sldId="270"/>
            <ac:spMk id="2" creationId="{6A918C62-F41B-2F70-BF5B-2A4348AF8DD1}"/>
          </ac:spMkLst>
        </pc:spChg>
        <pc:spChg chg="mod">
          <ac:chgData name="JESNA J S" userId="1cf9dc77da0791c6" providerId="LiveId" clId="{D09AA042-2A50-47E3-84C8-461B3DC69AF2}" dt="2024-01-25T06:03:56.777" v="827" actId="113"/>
          <ac:spMkLst>
            <pc:docMk/>
            <pc:sldMk cId="2299768440" sldId="270"/>
            <ac:spMk id="3" creationId="{79440EFA-0917-113A-CC8C-21A8D6099CDD}"/>
          </ac:spMkLst>
        </pc:spChg>
      </pc:sldChg>
      <pc:sldChg chg="delSp modSp new del mod">
        <pc:chgData name="JESNA J S" userId="1cf9dc77da0791c6" providerId="LiveId" clId="{D09AA042-2A50-47E3-84C8-461B3DC69AF2}" dt="2024-01-25T06:04:08.112" v="829" actId="47"/>
        <pc:sldMkLst>
          <pc:docMk/>
          <pc:sldMk cId="2077765476" sldId="271"/>
        </pc:sldMkLst>
        <pc:spChg chg="del">
          <ac:chgData name="JESNA J S" userId="1cf9dc77da0791c6" providerId="LiveId" clId="{D09AA042-2A50-47E3-84C8-461B3DC69AF2}" dt="2024-01-25T05:56:02.090" v="697" actId="478"/>
          <ac:spMkLst>
            <pc:docMk/>
            <pc:sldMk cId="2077765476" sldId="271"/>
            <ac:spMk id="2" creationId="{C991DC41-EFD4-D8BB-8DB3-F42C56739D97}"/>
          </ac:spMkLst>
        </pc:spChg>
        <pc:spChg chg="mod">
          <ac:chgData name="JESNA J S" userId="1cf9dc77da0791c6" providerId="LiveId" clId="{D09AA042-2A50-47E3-84C8-461B3DC69AF2}" dt="2024-01-25T06:04:06.068" v="828" actId="6549"/>
          <ac:spMkLst>
            <pc:docMk/>
            <pc:sldMk cId="2077765476" sldId="271"/>
            <ac:spMk id="3" creationId="{C27DE4D0-6AB1-F14C-D639-AB3AF32E6A4B}"/>
          </ac:spMkLst>
        </pc:spChg>
      </pc:sldChg>
      <pc:sldChg chg="modSp new mod">
        <pc:chgData name="JESNA J S" userId="1cf9dc77da0791c6" providerId="LiveId" clId="{D09AA042-2A50-47E3-84C8-461B3DC69AF2}" dt="2024-01-25T06:09:46.393" v="937"/>
        <pc:sldMkLst>
          <pc:docMk/>
          <pc:sldMk cId="2653663343" sldId="271"/>
        </pc:sldMkLst>
        <pc:spChg chg="mod">
          <ac:chgData name="JESNA J S" userId="1cf9dc77da0791c6" providerId="LiveId" clId="{D09AA042-2A50-47E3-84C8-461B3DC69AF2}" dt="2024-01-25T06:09:11.613" v="931" actId="1076"/>
          <ac:spMkLst>
            <pc:docMk/>
            <pc:sldMk cId="2653663343" sldId="271"/>
            <ac:spMk id="2" creationId="{8B19C872-E73A-0E6B-912E-5229A68560F1}"/>
          </ac:spMkLst>
        </pc:spChg>
        <pc:spChg chg="mod">
          <ac:chgData name="JESNA J S" userId="1cf9dc77da0791c6" providerId="LiveId" clId="{D09AA042-2A50-47E3-84C8-461B3DC69AF2}" dt="2024-01-25T06:09:46.393" v="937"/>
          <ac:spMkLst>
            <pc:docMk/>
            <pc:sldMk cId="2653663343" sldId="271"/>
            <ac:spMk id="3" creationId="{C1035D28-F780-E129-1719-BAD65B9FEFDE}"/>
          </ac:spMkLst>
        </pc:spChg>
      </pc:sldChg>
      <pc:sldChg chg="delSp modSp new mod">
        <pc:chgData name="JESNA J S" userId="1cf9dc77da0791c6" providerId="LiveId" clId="{D09AA042-2A50-47E3-84C8-461B3DC69AF2}" dt="2024-01-25T06:20:27.335" v="1056" actId="20577"/>
        <pc:sldMkLst>
          <pc:docMk/>
          <pc:sldMk cId="4290203607" sldId="272"/>
        </pc:sldMkLst>
        <pc:spChg chg="del">
          <ac:chgData name="JESNA J S" userId="1cf9dc77da0791c6" providerId="LiveId" clId="{D09AA042-2A50-47E3-84C8-461B3DC69AF2}" dt="2024-01-25T06:09:59.167" v="939" actId="478"/>
          <ac:spMkLst>
            <pc:docMk/>
            <pc:sldMk cId="4290203607" sldId="272"/>
            <ac:spMk id="2" creationId="{22FD469C-A7C8-7CE7-A903-0D76DC02E070}"/>
          </ac:spMkLst>
        </pc:spChg>
        <pc:spChg chg="mod">
          <ac:chgData name="JESNA J S" userId="1cf9dc77da0791c6" providerId="LiveId" clId="{D09AA042-2A50-47E3-84C8-461B3DC69AF2}" dt="2024-01-25T06:20:27.335" v="1056" actId="20577"/>
          <ac:spMkLst>
            <pc:docMk/>
            <pc:sldMk cId="4290203607" sldId="272"/>
            <ac:spMk id="3" creationId="{EC971189-30FD-4BA4-C493-2EF6CA0795FF}"/>
          </ac:spMkLst>
        </pc:spChg>
      </pc:sldChg>
      <pc:sldChg chg="delSp modSp new mod">
        <pc:chgData name="JESNA J S" userId="1cf9dc77da0791c6" providerId="LiveId" clId="{D09AA042-2A50-47E3-84C8-461B3DC69AF2}" dt="2024-01-25T06:21:34.151" v="1072" actId="13926"/>
        <pc:sldMkLst>
          <pc:docMk/>
          <pc:sldMk cId="92728391" sldId="273"/>
        </pc:sldMkLst>
        <pc:spChg chg="del">
          <ac:chgData name="JESNA J S" userId="1cf9dc77da0791c6" providerId="LiveId" clId="{D09AA042-2A50-47E3-84C8-461B3DC69AF2}" dt="2024-01-25T06:20:33.386" v="1057" actId="478"/>
          <ac:spMkLst>
            <pc:docMk/>
            <pc:sldMk cId="92728391" sldId="273"/>
            <ac:spMk id="2" creationId="{601D8BEF-FAE5-3437-8F48-30E9EA558263}"/>
          </ac:spMkLst>
        </pc:spChg>
        <pc:spChg chg="mod">
          <ac:chgData name="JESNA J S" userId="1cf9dc77da0791c6" providerId="LiveId" clId="{D09AA042-2A50-47E3-84C8-461B3DC69AF2}" dt="2024-01-25T06:21:34.151" v="1072" actId="13926"/>
          <ac:spMkLst>
            <pc:docMk/>
            <pc:sldMk cId="92728391" sldId="273"/>
            <ac:spMk id="3" creationId="{1853CFD6-34AD-944C-0F25-38819CE855A9}"/>
          </ac:spMkLst>
        </pc:spChg>
      </pc:sldChg>
      <pc:sldChg chg="modSp new mod">
        <pc:chgData name="JESNA J S" userId="1cf9dc77da0791c6" providerId="LiveId" clId="{D09AA042-2A50-47E3-84C8-461B3DC69AF2}" dt="2024-01-25T06:34:11.053" v="1150" actId="13926"/>
        <pc:sldMkLst>
          <pc:docMk/>
          <pc:sldMk cId="3825239655" sldId="274"/>
        </pc:sldMkLst>
        <pc:spChg chg="mod">
          <ac:chgData name="JESNA J S" userId="1cf9dc77da0791c6" providerId="LiveId" clId="{D09AA042-2A50-47E3-84C8-461B3DC69AF2}" dt="2024-01-25T06:23:46.826" v="1103" actId="2711"/>
          <ac:spMkLst>
            <pc:docMk/>
            <pc:sldMk cId="3825239655" sldId="274"/>
            <ac:spMk id="2" creationId="{0D90C918-4E04-B2EF-BF19-FC83A0532FE0}"/>
          </ac:spMkLst>
        </pc:spChg>
        <pc:spChg chg="mod">
          <ac:chgData name="JESNA J S" userId="1cf9dc77da0791c6" providerId="LiveId" clId="{D09AA042-2A50-47E3-84C8-461B3DC69AF2}" dt="2024-01-25T06:34:11.053" v="1150" actId="13926"/>
          <ac:spMkLst>
            <pc:docMk/>
            <pc:sldMk cId="3825239655" sldId="274"/>
            <ac:spMk id="3" creationId="{B3B7D02A-7DF5-B279-6FF6-0A99EAD1373C}"/>
          </ac:spMkLst>
        </pc:spChg>
      </pc:sldChg>
      <pc:sldChg chg="modSp new mod">
        <pc:chgData name="JESNA J S" userId="1cf9dc77da0791c6" providerId="LiveId" clId="{D09AA042-2A50-47E3-84C8-461B3DC69AF2}" dt="2024-01-25T06:35:44.434" v="1169" actId="13926"/>
        <pc:sldMkLst>
          <pc:docMk/>
          <pc:sldMk cId="465982852" sldId="275"/>
        </pc:sldMkLst>
        <pc:spChg chg="mod">
          <ac:chgData name="JESNA J S" userId="1cf9dc77da0791c6" providerId="LiveId" clId="{D09AA042-2A50-47E3-84C8-461B3DC69AF2}" dt="2024-01-25T06:35:22.820" v="1166" actId="2711"/>
          <ac:spMkLst>
            <pc:docMk/>
            <pc:sldMk cId="465982852" sldId="275"/>
            <ac:spMk id="2" creationId="{38B84E53-7405-CB22-DD61-FD70B2EFB70B}"/>
          </ac:spMkLst>
        </pc:spChg>
        <pc:spChg chg="mod">
          <ac:chgData name="JESNA J S" userId="1cf9dc77da0791c6" providerId="LiveId" clId="{D09AA042-2A50-47E3-84C8-461B3DC69AF2}" dt="2024-01-25T06:35:44.434" v="1169" actId="13926"/>
          <ac:spMkLst>
            <pc:docMk/>
            <pc:sldMk cId="465982852" sldId="275"/>
            <ac:spMk id="3" creationId="{8DFC516F-9322-14F2-F8CA-D6C4EDEC3D0C}"/>
          </ac:spMkLst>
        </pc:spChg>
      </pc:sldChg>
      <pc:sldChg chg="modSp new mod">
        <pc:chgData name="JESNA J S" userId="1cf9dc77da0791c6" providerId="LiveId" clId="{D09AA042-2A50-47E3-84C8-461B3DC69AF2}" dt="2024-01-25T06:38:09.664" v="1190" actId="20577"/>
        <pc:sldMkLst>
          <pc:docMk/>
          <pc:sldMk cId="2564531326" sldId="276"/>
        </pc:sldMkLst>
        <pc:spChg chg="mod">
          <ac:chgData name="JESNA J S" userId="1cf9dc77da0791c6" providerId="LiveId" clId="{D09AA042-2A50-47E3-84C8-461B3DC69AF2}" dt="2024-01-25T06:37:39.983" v="1179" actId="113"/>
          <ac:spMkLst>
            <pc:docMk/>
            <pc:sldMk cId="2564531326" sldId="276"/>
            <ac:spMk id="2" creationId="{D0A12F41-A82D-6A13-87EC-5F9C01079822}"/>
          </ac:spMkLst>
        </pc:spChg>
        <pc:spChg chg="mod">
          <ac:chgData name="JESNA J S" userId="1cf9dc77da0791c6" providerId="LiveId" clId="{D09AA042-2A50-47E3-84C8-461B3DC69AF2}" dt="2024-01-25T06:38:09.664" v="1190" actId="20577"/>
          <ac:spMkLst>
            <pc:docMk/>
            <pc:sldMk cId="2564531326" sldId="276"/>
            <ac:spMk id="3" creationId="{FC02C118-62F4-31BC-5209-73F6CD0731B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825872-E64D-4CB9-9A61-A9FE7C34D152}" type="datetimeFigureOut">
              <a:rPr lang="en-IN" smtClean="0"/>
              <a:t>25-01-2024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7CB537-4B4B-4278-9A66-58D34BD85015}" type="slidenum">
              <a:rPr lang="en-IN" smtClean="0"/>
              <a:t>‹#›</a:t>
            </a:fld>
            <a:endParaRPr lang="en-IN"/>
          </a:p>
        </p:txBody>
      </p:sp>
    </p:spTree>
    <p:extLst>
      <p:ext uri="{BB962C8B-B14F-4D97-AF65-F5344CB8AC3E}">
        <p14:creationId xmlns:p14="http://schemas.microsoft.com/office/powerpoint/2010/main" val="3123317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7CB537-4B4B-4278-9A66-58D34BD85015}" type="slidenum">
              <a:rPr lang="en-IN" smtClean="0"/>
              <a:t>14</a:t>
            </a:fld>
            <a:endParaRPr lang="en-IN"/>
          </a:p>
        </p:txBody>
      </p:sp>
    </p:spTree>
    <p:extLst>
      <p:ext uri="{BB962C8B-B14F-4D97-AF65-F5344CB8AC3E}">
        <p14:creationId xmlns:p14="http://schemas.microsoft.com/office/powerpoint/2010/main" val="1356101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696B-5530-5303-2704-A10C403C60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74F6AA-B001-4174-2EB8-B40D8E1648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42534E-EF86-C2B6-E362-E33668F75D74}"/>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5" name="Footer Placeholder 4">
            <a:extLst>
              <a:ext uri="{FF2B5EF4-FFF2-40B4-BE49-F238E27FC236}">
                <a16:creationId xmlns:a16="http://schemas.microsoft.com/office/drawing/2014/main" id="{D5BC68FF-4078-BC5A-5E2F-29F6ECADD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F8D36E-4478-0D4B-5088-805180A93D95}"/>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260933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593A-C295-C302-2339-B4395EAEC9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3FDD28-D3B9-4B06-6BEB-50EDD34BF4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FC381A-8BCA-A929-E87E-88E35BAD47B1}"/>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5" name="Footer Placeholder 4">
            <a:extLst>
              <a:ext uri="{FF2B5EF4-FFF2-40B4-BE49-F238E27FC236}">
                <a16:creationId xmlns:a16="http://schemas.microsoft.com/office/drawing/2014/main" id="{85C1CCB5-9C95-D31E-639F-BBB3081A52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F0A0F8-9F93-63B0-2BFF-F6FAEE7A22E1}"/>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490062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6B573-57DE-4516-758B-181B87C575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854EF4-A7A9-7B8B-01CE-84959E3260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9937AD-7B38-2E4D-2C76-AEA6B74B7D76}"/>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5" name="Footer Placeholder 4">
            <a:extLst>
              <a:ext uri="{FF2B5EF4-FFF2-40B4-BE49-F238E27FC236}">
                <a16:creationId xmlns:a16="http://schemas.microsoft.com/office/drawing/2014/main" id="{E4E4F741-4D56-B717-6A74-16D9B36194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8B031-033E-E976-7B1A-036A0485EF7B}"/>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3390881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DF76-B274-BDD3-261F-8F461A3EC2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F5A411-CE8E-DD48-DBE5-8444674570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EBF7BF-EDD4-E4F9-2F00-83C542FDBC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231EE4-929F-8ADD-A882-3CA899D48A0D}"/>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6" name="Footer Placeholder 5">
            <a:extLst>
              <a:ext uri="{FF2B5EF4-FFF2-40B4-BE49-F238E27FC236}">
                <a16:creationId xmlns:a16="http://schemas.microsoft.com/office/drawing/2014/main" id="{F0B32764-55ED-4722-93D5-92DD788F13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83B59A-E2A1-441E-89E4-9FC41F5E5D0D}"/>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728924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0793-13CA-3DD7-D064-DA85E91DF3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D1B79E-CDA6-E42E-7DA9-2CA7DCAF71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C15372-581F-987B-A016-E721AC76C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4CD41C-BC8C-841D-8B1B-F023DCC864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1FC00-C6BF-8030-8BEE-55C6D1477A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33185A-8099-F21B-CFAB-94DBED836895}"/>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8" name="Footer Placeholder 7">
            <a:extLst>
              <a:ext uri="{FF2B5EF4-FFF2-40B4-BE49-F238E27FC236}">
                <a16:creationId xmlns:a16="http://schemas.microsoft.com/office/drawing/2014/main" id="{F2B06618-068B-97E5-5410-6DD7605C51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36B3E7-ABEE-9931-AB5C-8690A960854F}"/>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341233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115C-C4B7-00DD-00B7-35BED20395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7334B7-0BDF-E69C-C97B-AD493CDF9C4D}"/>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4" name="Footer Placeholder 3">
            <a:extLst>
              <a:ext uri="{FF2B5EF4-FFF2-40B4-BE49-F238E27FC236}">
                <a16:creationId xmlns:a16="http://schemas.microsoft.com/office/drawing/2014/main" id="{3D497040-E4CE-6CBB-0584-32011A0489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44D420-9330-1E42-82AE-C2B148E5600E}"/>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25482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68572D-A093-31F7-1FF3-C223F1E75490}"/>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3" name="Footer Placeholder 2">
            <a:extLst>
              <a:ext uri="{FF2B5EF4-FFF2-40B4-BE49-F238E27FC236}">
                <a16:creationId xmlns:a16="http://schemas.microsoft.com/office/drawing/2014/main" id="{620F613A-D3B7-72C1-3B75-1950D8C904E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EBBA44-0DED-F7B8-D37D-448BE3E43710}"/>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2468540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54A0-2912-40FB-2213-83C0413A1D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921EBB-A046-050A-768D-E55894461E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D73BC5-7C79-DABB-5468-FF23D21B7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2516A8-7B87-104B-726F-C097A0B3C53E}"/>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6" name="Footer Placeholder 5">
            <a:extLst>
              <a:ext uri="{FF2B5EF4-FFF2-40B4-BE49-F238E27FC236}">
                <a16:creationId xmlns:a16="http://schemas.microsoft.com/office/drawing/2014/main" id="{480A9524-8D98-2CB1-FD1D-D1E5F91C83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BF4704-1E39-FD1A-9A48-274E6F710E59}"/>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243355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F7123-C7B1-AE27-3BA3-B382937584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5394AD-0212-8C1D-1513-056EC514B8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0EAD92-E908-9589-0072-5B16FA539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20FC46-96A4-2D4E-EF1C-8D3FC3DFB7B6}"/>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6" name="Footer Placeholder 5">
            <a:extLst>
              <a:ext uri="{FF2B5EF4-FFF2-40B4-BE49-F238E27FC236}">
                <a16:creationId xmlns:a16="http://schemas.microsoft.com/office/drawing/2014/main" id="{1899ACAA-3F8A-81BC-37E7-4F25E2E3E1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EB68C3-A901-8B6C-D9DC-1B860837C9A6}"/>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36078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09BAE-6818-F2AD-D470-B475C16F52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A8936C-D3D4-0C29-9D73-ED9DB82777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285E0E-0A81-401E-5F78-DCDD040133EA}"/>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5" name="Footer Placeholder 4">
            <a:extLst>
              <a:ext uri="{FF2B5EF4-FFF2-40B4-BE49-F238E27FC236}">
                <a16:creationId xmlns:a16="http://schemas.microsoft.com/office/drawing/2014/main" id="{D458AC7B-5B89-BF13-B683-882A7D6B63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79A59E-08D5-7094-53F4-64D38928988E}"/>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3315865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7A8B4-3DB8-C206-9FF4-B1C63DF443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9CF96B-F185-E32E-A030-9D5536BF6A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8BFD4A-A458-18B9-5A48-044DA411563E}"/>
              </a:ext>
            </a:extLst>
          </p:cNvPr>
          <p:cNvSpPr>
            <a:spLocks noGrp="1"/>
          </p:cNvSpPr>
          <p:nvPr>
            <p:ph type="dt" sz="half" idx="10"/>
          </p:nvPr>
        </p:nvSpPr>
        <p:spPr/>
        <p:txBody>
          <a:bodyPr/>
          <a:lstStyle/>
          <a:p>
            <a:fld id="{E5A6D3D6-32A3-4138-A1C4-A76E30CE9AC3}" type="datetimeFigureOut">
              <a:rPr lang="en-IN" smtClean="0"/>
              <a:t>24-01-2024</a:t>
            </a:fld>
            <a:endParaRPr lang="en-IN"/>
          </a:p>
        </p:txBody>
      </p:sp>
      <p:sp>
        <p:nvSpPr>
          <p:cNvPr id="5" name="Footer Placeholder 4">
            <a:extLst>
              <a:ext uri="{FF2B5EF4-FFF2-40B4-BE49-F238E27FC236}">
                <a16:creationId xmlns:a16="http://schemas.microsoft.com/office/drawing/2014/main" id="{A8D39229-1044-CFF7-7785-E8A3337784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C0D76-7B87-FE3B-6ECF-CD3364B68D8B}"/>
              </a:ext>
            </a:extLst>
          </p:cNvPr>
          <p:cNvSpPr>
            <a:spLocks noGrp="1"/>
          </p:cNvSpPr>
          <p:nvPr>
            <p:ph type="sldNum" sz="quarter" idx="12"/>
          </p:nvPr>
        </p:nvSpPr>
        <p:spPr/>
        <p:txBody>
          <a:bodyPr/>
          <a:lstStyle/>
          <a:p>
            <a:fld id="{F4C577EA-BCA7-49D2-A802-FC9E162B07B5}" type="slidenum">
              <a:rPr lang="en-IN" smtClean="0"/>
              <a:t>‹#›</a:t>
            </a:fld>
            <a:endParaRPr lang="en-IN"/>
          </a:p>
        </p:txBody>
      </p:sp>
    </p:spTree>
    <p:extLst>
      <p:ext uri="{BB962C8B-B14F-4D97-AF65-F5344CB8AC3E}">
        <p14:creationId xmlns:p14="http://schemas.microsoft.com/office/powerpoint/2010/main" val="2274898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AE18E7-E540-7B57-6525-70BA09D419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8F5588-E6D7-13F7-5C32-81408990BC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99A1ED-BB6C-38E1-BE65-B2BC4C790C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6D3D6-32A3-4138-A1C4-A76E30CE9AC3}" type="datetimeFigureOut">
              <a:rPr lang="en-IN" smtClean="0"/>
              <a:t>24-01-2024</a:t>
            </a:fld>
            <a:endParaRPr lang="en-IN"/>
          </a:p>
        </p:txBody>
      </p:sp>
      <p:sp>
        <p:nvSpPr>
          <p:cNvPr id="5" name="Footer Placeholder 4">
            <a:extLst>
              <a:ext uri="{FF2B5EF4-FFF2-40B4-BE49-F238E27FC236}">
                <a16:creationId xmlns:a16="http://schemas.microsoft.com/office/drawing/2014/main" id="{40336F0A-6E85-CBA3-348E-3AA14E1595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27AE3D-228C-5712-05DE-CE9544F16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C577EA-BCA7-49D2-A802-FC9E162B07B5}" type="slidenum">
              <a:rPr lang="en-IN" smtClean="0"/>
              <a:t>‹#›</a:t>
            </a:fld>
            <a:endParaRPr lang="en-IN"/>
          </a:p>
        </p:txBody>
      </p:sp>
    </p:spTree>
    <p:extLst>
      <p:ext uri="{BB962C8B-B14F-4D97-AF65-F5344CB8AC3E}">
        <p14:creationId xmlns:p14="http://schemas.microsoft.com/office/powerpoint/2010/main" val="2581150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0E606-71B4-5381-A40A-F677321F0327}"/>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Module 1_Part_2</a:t>
            </a:r>
          </a:p>
        </p:txBody>
      </p:sp>
      <p:sp>
        <p:nvSpPr>
          <p:cNvPr id="3" name="Subtitle 2">
            <a:extLst>
              <a:ext uri="{FF2B5EF4-FFF2-40B4-BE49-F238E27FC236}">
                <a16:creationId xmlns:a16="http://schemas.microsoft.com/office/drawing/2014/main" id="{776D86CA-B19C-09D8-4050-821121C2B0FE}"/>
              </a:ext>
            </a:extLst>
          </p:cNvPr>
          <p:cNvSpPr>
            <a:spLocks noGrp="1"/>
          </p:cNvSpPr>
          <p:nvPr>
            <p:ph type="subTitle" idx="1"/>
          </p:nvPr>
        </p:nvSpPr>
        <p:spPr/>
        <p:txBody>
          <a:bodyPr/>
          <a:lstStyle/>
          <a:p>
            <a:pPr algn="r"/>
            <a:r>
              <a:rPr lang="en-IN" dirty="0">
                <a:latin typeface="Times New Roman" panose="02020603050405020304" pitchFamily="18" charset="0"/>
                <a:cs typeface="Times New Roman" panose="02020603050405020304" pitchFamily="18" charset="0"/>
              </a:rPr>
              <a:t>Prepared by</a:t>
            </a:r>
          </a:p>
          <a:p>
            <a:pPr algn="r"/>
            <a:r>
              <a:rPr lang="en-IN" dirty="0" err="1">
                <a:latin typeface="Times New Roman" panose="02020603050405020304" pitchFamily="18" charset="0"/>
                <a:cs typeface="Times New Roman" panose="02020603050405020304" pitchFamily="18" charset="0"/>
              </a:rPr>
              <a:t>Jesna</a:t>
            </a:r>
            <a:r>
              <a:rPr lang="en-IN" dirty="0">
                <a:latin typeface="Times New Roman" panose="02020603050405020304" pitchFamily="18" charset="0"/>
                <a:cs typeface="Times New Roman" panose="02020603050405020304" pitchFamily="18" charset="0"/>
              </a:rPr>
              <a:t> J S</a:t>
            </a:r>
          </a:p>
          <a:p>
            <a:pPr algn="r"/>
            <a:r>
              <a:rPr lang="en-IN" dirty="0">
                <a:latin typeface="Times New Roman" panose="02020603050405020304" pitchFamily="18" charset="0"/>
                <a:cs typeface="Times New Roman" panose="02020603050405020304" pitchFamily="18" charset="0"/>
              </a:rPr>
              <a:t>Assistant Professor CSE, TKMCE</a:t>
            </a:r>
          </a:p>
        </p:txBody>
      </p:sp>
    </p:spTree>
    <p:extLst>
      <p:ext uri="{BB962C8B-B14F-4D97-AF65-F5344CB8AC3E}">
        <p14:creationId xmlns:p14="http://schemas.microsoft.com/office/powerpoint/2010/main" val="2647111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D2D00-19D7-1178-CD28-C15F9C948CA3}"/>
              </a:ext>
            </a:extLst>
          </p:cNvPr>
          <p:cNvSpPr>
            <a:spLocks noGrp="1"/>
          </p:cNvSpPr>
          <p:nvPr>
            <p:ph type="title"/>
          </p:nvPr>
        </p:nvSpPr>
        <p:spPr/>
        <p:txBody>
          <a:bodyPr/>
          <a:lstStyle/>
          <a:p>
            <a:pPr algn="ctr"/>
            <a:r>
              <a:rPr lang="en-US" sz="4400" b="1" i="0" u="none" strike="noStrike" baseline="0" dirty="0">
                <a:latin typeface="Times New Roman" panose="02020603050405020304" pitchFamily="18" charset="0"/>
                <a:cs typeface="Times New Roman" panose="02020603050405020304" pitchFamily="18" charset="0"/>
              </a:rPr>
              <a:t>Algorithmic challenges in distributed computing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F69A28-7C65-64C6-C564-FE778DF753CD}"/>
              </a:ext>
            </a:extLst>
          </p:cNvPr>
          <p:cNvSpPr>
            <a:spLocks noGrp="1"/>
          </p:cNvSpPr>
          <p:nvPr>
            <p:ph idx="1"/>
          </p:nvPr>
        </p:nvSpPr>
        <p:spPr/>
        <p:txBody>
          <a:bodyPr>
            <a:noAutofit/>
          </a:bodyPr>
          <a:lstStyle/>
          <a:p>
            <a:pPr marL="457200" indent="-457200">
              <a:buFont typeface="+mj-lt"/>
              <a:buAutoNum type="arabicPeriod"/>
            </a:pPr>
            <a:r>
              <a:rPr lang="en-US" sz="2400" b="1" i="0" u="none" strike="noStrike" baseline="0" dirty="0">
                <a:latin typeface="Times New Roman" panose="02020603050405020304" pitchFamily="18" charset="0"/>
                <a:cs typeface="Times New Roman" panose="02020603050405020304" pitchFamily="18" charset="0"/>
              </a:rPr>
              <a:t>Designing useful execution models and frameworks</a:t>
            </a:r>
          </a:p>
          <a:p>
            <a:pPr marL="457200" indent="-457200" algn="l">
              <a:buFont typeface="+mj-lt"/>
              <a:buAutoNum type="arabicPeriod"/>
            </a:pPr>
            <a:r>
              <a:rPr lang="en-US" sz="2400" b="1" i="0" u="none" strike="noStrike" baseline="0" dirty="0">
                <a:latin typeface="Times New Roman" panose="02020603050405020304" pitchFamily="18" charset="0"/>
                <a:cs typeface="Times New Roman" panose="02020603050405020304" pitchFamily="18" charset="0"/>
              </a:rPr>
              <a:t>Dynamic distributed graph algorithms and distributed routing </a:t>
            </a:r>
            <a:r>
              <a:rPr lang="en-IN" sz="2400" b="1" i="0" u="none" strike="noStrike" baseline="0" dirty="0">
                <a:latin typeface="Times New Roman" panose="02020603050405020304" pitchFamily="18" charset="0"/>
                <a:cs typeface="Times New Roman" panose="02020603050405020304" pitchFamily="18" charset="0"/>
              </a:rPr>
              <a:t>algorithms</a:t>
            </a:r>
          </a:p>
          <a:p>
            <a:pPr marL="457200" indent="-457200" algn="l">
              <a:buFont typeface="+mj-lt"/>
              <a:buAutoNum type="arabicPeriod"/>
            </a:pPr>
            <a:r>
              <a:rPr lang="en-IN" sz="2400" b="1" i="0" u="none" strike="noStrike" baseline="0" dirty="0">
                <a:latin typeface="Times New Roman" panose="02020603050405020304" pitchFamily="18" charset="0"/>
                <a:cs typeface="Times New Roman" panose="02020603050405020304" pitchFamily="18" charset="0"/>
              </a:rPr>
              <a:t>Synchronization/coordination mechanisms</a:t>
            </a:r>
            <a:endParaRPr lang="en-IN" sz="2400" b="1"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400" b="1" i="0" u="none" strike="noStrike" baseline="0" dirty="0">
                <a:latin typeface="Times New Roman" panose="02020603050405020304" pitchFamily="18" charset="0"/>
                <a:cs typeface="Times New Roman" panose="02020603050405020304" pitchFamily="18" charset="0"/>
              </a:rPr>
              <a:t>Group communication, multicast, and ordered message delivery</a:t>
            </a:r>
            <a:endParaRPr lang="en-IN" sz="2400" b="1" i="0" u="none" strike="noStrike" baseline="0"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400" b="1" i="0" u="none" strike="noStrike" baseline="0" dirty="0">
                <a:latin typeface="Times New Roman" panose="02020603050405020304" pitchFamily="18" charset="0"/>
                <a:cs typeface="Times New Roman" panose="02020603050405020304" pitchFamily="18" charset="0"/>
              </a:rPr>
              <a:t>Monitoring distributed events and predicates</a:t>
            </a:r>
            <a:endParaRPr lang="en-IN" sz="2400" b="1"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400" b="1" i="0" u="none" strike="noStrike" baseline="0" dirty="0">
                <a:latin typeface="Times New Roman" panose="02020603050405020304" pitchFamily="18" charset="0"/>
                <a:cs typeface="Times New Roman" panose="02020603050405020304" pitchFamily="18" charset="0"/>
              </a:rPr>
              <a:t>Distributed program design and verification tools</a:t>
            </a:r>
            <a:endParaRPr lang="en-IN" sz="2400" b="1" i="0" u="none" strike="noStrike" baseline="0"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IN" sz="2400" b="1" i="0" u="none" strike="noStrike" baseline="0" dirty="0">
                <a:latin typeface="Times New Roman" panose="02020603050405020304" pitchFamily="18" charset="0"/>
                <a:cs typeface="Times New Roman" panose="02020603050405020304" pitchFamily="18" charset="0"/>
              </a:rPr>
              <a:t>Debugging distributed programs</a:t>
            </a:r>
            <a:endParaRPr lang="en-IN" sz="2400" b="1"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400" b="1" i="0" u="none" strike="noStrike" baseline="0" dirty="0">
                <a:latin typeface="Times New Roman" panose="02020603050405020304" pitchFamily="18" charset="0"/>
                <a:cs typeface="Times New Roman" panose="02020603050405020304" pitchFamily="18" charset="0"/>
              </a:rPr>
              <a:t>Data replication, consistency models, and caching</a:t>
            </a:r>
            <a:endParaRPr lang="en-IN" sz="2400" b="1"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912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E43E9D-1F27-4133-FA34-1835553B13E0}"/>
              </a:ext>
            </a:extLst>
          </p:cNvPr>
          <p:cNvSpPr>
            <a:spLocks noGrp="1"/>
          </p:cNvSpPr>
          <p:nvPr>
            <p:ph idx="1"/>
          </p:nvPr>
        </p:nvSpPr>
        <p:spPr>
          <a:xfrm>
            <a:off x="838200" y="544286"/>
            <a:ext cx="10472057" cy="5632677"/>
          </a:xfrm>
        </p:spPr>
        <p:txBody>
          <a:bodyPr/>
          <a:lstStyle/>
          <a:p>
            <a:pPr marL="514350" indent="-514350" algn="l">
              <a:buFont typeface="+mj-lt"/>
              <a:buAutoNum type="arabicPeriod" startAt="9"/>
            </a:pPr>
            <a:r>
              <a:rPr lang="en-US" sz="2400" b="1" i="0" u="none" strike="noStrike" baseline="0" dirty="0">
                <a:latin typeface="Times New Roman" panose="02020603050405020304" pitchFamily="18" charset="0"/>
                <a:cs typeface="Times New Roman" panose="02020603050405020304" pitchFamily="18" charset="0"/>
              </a:rPr>
              <a:t>World Wide Web design – caching, searching, scheduling</a:t>
            </a:r>
            <a:endParaRPr lang="en-IN" sz="2400" b="1" dirty="0">
              <a:latin typeface="Times New Roman" panose="02020603050405020304" pitchFamily="18" charset="0"/>
              <a:cs typeface="Times New Roman" panose="02020603050405020304" pitchFamily="18" charset="0"/>
            </a:endParaRPr>
          </a:p>
          <a:p>
            <a:pPr marL="514350" indent="-514350" algn="l">
              <a:buFont typeface="+mj-lt"/>
              <a:buAutoNum type="arabicPeriod" startAt="9"/>
            </a:pPr>
            <a:r>
              <a:rPr lang="en-IN" sz="2400" b="1" i="0" u="none" strike="noStrike" baseline="0" dirty="0">
                <a:latin typeface="Times New Roman" panose="02020603050405020304" pitchFamily="18" charset="0"/>
                <a:cs typeface="Times New Roman" panose="02020603050405020304" pitchFamily="18" charset="0"/>
              </a:rPr>
              <a:t>Distributed shared memory abstraction</a:t>
            </a:r>
          </a:p>
          <a:p>
            <a:pPr marL="514350" indent="-514350" algn="l">
              <a:buFont typeface="+mj-lt"/>
              <a:buAutoNum type="arabicPeriod" startAt="9"/>
            </a:pPr>
            <a:r>
              <a:rPr lang="en-US" sz="2400" b="1" i="0" u="none" strike="noStrike" baseline="0" dirty="0">
                <a:latin typeface="Times New Roman" panose="02020603050405020304" pitchFamily="18" charset="0"/>
                <a:cs typeface="Times New Roman" panose="02020603050405020304" pitchFamily="18" charset="0"/>
              </a:rPr>
              <a:t>Reliable and fault-tolerant distributed systems</a:t>
            </a:r>
            <a:endParaRPr lang="en-IN" sz="2400" b="1" dirty="0">
              <a:latin typeface="Times New Roman" panose="02020603050405020304" pitchFamily="18" charset="0"/>
              <a:cs typeface="Times New Roman" panose="02020603050405020304" pitchFamily="18" charset="0"/>
            </a:endParaRPr>
          </a:p>
          <a:p>
            <a:pPr marL="514350" indent="-514350" algn="l">
              <a:buFont typeface="+mj-lt"/>
              <a:buAutoNum type="arabicPeriod" startAt="9"/>
            </a:pPr>
            <a:r>
              <a:rPr lang="en-IN" sz="2400" b="1" i="0" u="none" strike="noStrike" baseline="0" dirty="0">
                <a:latin typeface="Times New Roman" panose="02020603050405020304" pitchFamily="18" charset="0"/>
                <a:cs typeface="Times New Roman" panose="02020603050405020304" pitchFamily="18" charset="0"/>
              </a:rPr>
              <a:t>Load balancing</a:t>
            </a:r>
          </a:p>
          <a:p>
            <a:pPr marL="514350" indent="-514350" algn="l">
              <a:buFont typeface="+mj-lt"/>
              <a:buAutoNum type="arabicPeriod" startAt="9"/>
            </a:pPr>
            <a:r>
              <a:rPr lang="en-IN" sz="2400" b="1" i="0" u="none" strike="noStrike" baseline="0" dirty="0">
                <a:latin typeface="Times New Roman" panose="02020603050405020304" pitchFamily="18" charset="0"/>
                <a:cs typeface="Times New Roman" panose="02020603050405020304" pitchFamily="18" charset="0"/>
              </a:rPr>
              <a:t>Real-time scheduling</a:t>
            </a:r>
          </a:p>
          <a:p>
            <a:pPr marL="514350" indent="-514350" algn="l">
              <a:buFont typeface="+mj-lt"/>
              <a:buAutoNum type="arabicPeriod" startAt="9"/>
            </a:pPr>
            <a:r>
              <a:rPr lang="en-IN" sz="2400" b="1" i="0" u="none" strike="noStrike" baseline="0" dirty="0">
                <a:latin typeface="Times New Roman" panose="02020603050405020304" pitchFamily="18" charset="0"/>
                <a:cs typeface="Times New Roman" panose="02020603050405020304" pitchFamily="18" charset="0"/>
              </a:rPr>
              <a:t>Performance</a:t>
            </a:r>
            <a:endParaRPr lang="en-IN" sz="2400" b="1"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705225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541BA-BCD7-04D3-32A4-2EEDE9230EBD}"/>
              </a:ext>
            </a:extLst>
          </p:cNvPr>
          <p:cNvSpPr>
            <a:spLocks noGrp="1"/>
          </p:cNvSpPr>
          <p:nvPr>
            <p:ph type="title"/>
          </p:nvPr>
        </p:nvSpPr>
        <p:spPr/>
        <p:txBody>
          <a:bodyPr>
            <a:normAutofit fontScale="90000"/>
          </a:bodyPr>
          <a:lstStyle/>
          <a:p>
            <a:pPr marL="742950" indent="-742950">
              <a:buFont typeface="+mj-lt"/>
              <a:buAutoNum type="arabicPeriod"/>
            </a:pPr>
            <a:r>
              <a:rPr lang="en-US" sz="4400" b="1" i="0" u="none" strike="noStrike" baseline="0" dirty="0">
                <a:latin typeface="Times New Roman" panose="02020603050405020304" pitchFamily="18" charset="0"/>
                <a:cs typeface="Times New Roman" panose="02020603050405020304" pitchFamily="18" charset="0"/>
              </a:rPr>
              <a:t>Designing useful execution models and frameworks</a:t>
            </a:r>
            <a:br>
              <a:rPr lang="en-US" sz="4400" b="1" i="0" u="none" strike="noStrike" baseline="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EBD648A-9659-D68D-3586-6F77266D1BC2}"/>
              </a:ext>
            </a:extLst>
          </p:cNvPr>
          <p:cNvSpPr>
            <a:spLocks noGrp="1"/>
          </p:cNvSpPr>
          <p:nvPr>
            <p:ph idx="1"/>
          </p:nvPr>
        </p:nvSpPr>
        <p:spPr/>
        <p:txBody>
          <a:bodyPr>
            <a:normAutofit/>
          </a:bodyPr>
          <a:lstStyle/>
          <a:p>
            <a:pPr algn="just"/>
            <a:r>
              <a:rPr lang="en-US" sz="2800" b="0" i="0" u="none" strike="noStrike" baseline="0" dirty="0">
                <a:latin typeface="Times New Roman" panose="02020603050405020304" pitchFamily="18" charset="0"/>
                <a:cs typeface="Times New Roman" panose="02020603050405020304" pitchFamily="18" charset="0"/>
              </a:rPr>
              <a:t>The </a:t>
            </a:r>
            <a:r>
              <a:rPr lang="en-US" sz="2800" b="0" i="1" u="none" strike="noStrike" baseline="0" dirty="0">
                <a:latin typeface="Times New Roman" panose="02020603050405020304" pitchFamily="18" charset="0"/>
                <a:cs typeface="Times New Roman" panose="02020603050405020304" pitchFamily="18" charset="0"/>
              </a:rPr>
              <a:t>interleaving </a:t>
            </a:r>
            <a:r>
              <a:rPr lang="en-US" sz="2800" b="0" i="0" u="none" strike="noStrike" baseline="0" dirty="0">
                <a:latin typeface="Times New Roman" panose="02020603050405020304" pitchFamily="18" charset="0"/>
                <a:cs typeface="Times New Roman" panose="02020603050405020304" pitchFamily="18" charset="0"/>
              </a:rPr>
              <a:t>model and </a:t>
            </a:r>
            <a:r>
              <a:rPr lang="en-US" sz="2800" b="0" i="1" u="none" strike="noStrike" baseline="0" dirty="0">
                <a:latin typeface="Times New Roman" panose="02020603050405020304" pitchFamily="18" charset="0"/>
                <a:cs typeface="Times New Roman" panose="02020603050405020304" pitchFamily="18" charset="0"/>
              </a:rPr>
              <a:t>partial order </a:t>
            </a:r>
            <a:r>
              <a:rPr lang="en-US" sz="2800" b="0" i="0" u="none" strike="noStrike" baseline="0" dirty="0">
                <a:latin typeface="Times New Roman" panose="02020603050405020304" pitchFamily="18" charset="0"/>
                <a:cs typeface="Times New Roman" panose="02020603050405020304" pitchFamily="18" charset="0"/>
              </a:rPr>
              <a:t>model are two widely adopted models of </a:t>
            </a:r>
            <a:r>
              <a:rPr lang="en-US" sz="2800" b="0" i="0" u="none" strike="noStrike" baseline="0" dirty="0">
                <a:highlight>
                  <a:srgbClr val="FFFF00"/>
                </a:highlight>
                <a:latin typeface="Times New Roman" panose="02020603050405020304" pitchFamily="18" charset="0"/>
                <a:cs typeface="Times New Roman" panose="02020603050405020304" pitchFamily="18" charset="0"/>
              </a:rPr>
              <a:t>distributed system executions</a:t>
            </a:r>
            <a:r>
              <a:rPr lang="en-US" sz="2800" b="0" i="0" u="none" strike="noStrike" baseline="0" dirty="0">
                <a:latin typeface="Times New Roman" panose="02020603050405020304" pitchFamily="18" charset="0"/>
                <a:cs typeface="Times New Roman" panose="02020603050405020304" pitchFamily="18" charset="0"/>
              </a:rPr>
              <a:t>.[Also useful for design of distributed algorithms]</a:t>
            </a:r>
          </a:p>
          <a:p>
            <a:pPr algn="just"/>
            <a:r>
              <a:rPr lang="en-US" sz="2800" b="0" i="0" u="none" strike="noStrike" baseline="0" dirty="0">
                <a:latin typeface="Times New Roman" panose="02020603050405020304" pitchFamily="18" charset="0"/>
                <a:cs typeface="Times New Roman" panose="02020603050405020304" pitchFamily="18" charset="0"/>
              </a:rPr>
              <a:t>The input/output automata model and the TLA (temporal logic of actions) are two other examples of models that provide different degrees of infrastructure for reasoning more formally with and proving the correctness of distributed programs.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8947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92423-EDCA-4820-69B6-7131C554956D}"/>
              </a:ext>
            </a:extLst>
          </p:cNvPr>
          <p:cNvSpPr>
            <a:spLocks noGrp="1"/>
          </p:cNvSpPr>
          <p:nvPr>
            <p:ph type="title"/>
          </p:nvPr>
        </p:nvSpPr>
        <p:spPr/>
        <p:txBody>
          <a:bodyPr>
            <a:normAutofit fontScale="90000"/>
          </a:bodyPr>
          <a:lstStyle/>
          <a:p>
            <a:r>
              <a:rPr lang="en-IN" sz="4400" b="1" i="0" u="none" strike="noStrike" baseline="0" dirty="0">
                <a:latin typeface="Times New Roman" panose="02020603050405020304" pitchFamily="18" charset="0"/>
                <a:cs typeface="Times New Roman" panose="02020603050405020304" pitchFamily="18" charset="0"/>
              </a:rPr>
              <a:t>2. </a:t>
            </a:r>
            <a:r>
              <a:rPr lang="en-US" sz="4400" b="1" i="0" u="none" strike="noStrike" baseline="0" dirty="0">
                <a:latin typeface="Times New Roman" panose="02020603050405020304" pitchFamily="18" charset="0"/>
                <a:cs typeface="Times New Roman" panose="02020603050405020304" pitchFamily="18" charset="0"/>
              </a:rPr>
              <a:t>Dynamic distributed graph algorithms and distributed routing </a:t>
            </a:r>
            <a:r>
              <a:rPr lang="en-IN" sz="4400" b="1" i="0" u="none" strike="noStrike" baseline="0" dirty="0">
                <a:latin typeface="Times New Roman" panose="02020603050405020304" pitchFamily="18" charset="0"/>
                <a:cs typeface="Times New Roman" panose="02020603050405020304" pitchFamily="18" charset="0"/>
              </a:rPr>
              <a:t>algorithms</a:t>
            </a:r>
            <a:br>
              <a:rPr lang="en-IN" sz="4400" b="1" i="0" u="none" strike="noStrike" baseline="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781C90A-401D-2B13-BD68-5988F632A154}"/>
              </a:ext>
            </a:extLst>
          </p:cNvPr>
          <p:cNvSpPr>
            <a:spLocks noGrp="1"/>
          </p:cNvSpPr>
          <p:nvPr>
            <p:ph idx="1"/>
          </p:nvPr>
        </p:nvSpPr>
        <p:spPr>
          <a:xfrm>
            <a:off x="838200" y="1690687"/>
            <a:ext cx="10515600" cy="4486275"/>
          </a:xfrm>
        </p:spPr>
        <p:txBody>
          <a:bodyPr>
            <a:normAutofit/>
          </a:bodyPr>
          <a:lstStyle/>
          <a:p>
            <a:pPr algn="just"/>
            <a:r>
              <a:rPr lang="en-US" dirty="0">
                <a:highlight>
                  <a:srgbClr val="FFFF00"/>
                </a:highlight>
                <a:latin typeface="Times New Roman" panose="02020603050405020304" pitchFamily="18" charset="0"/>
                <a:cs typeface="Times New Roman" panose="02020603050405020304" pitchFamily="18" charset="0"/>
              </a:rPr>
              <a:t>The distributed system is modeled as a distributed graph</a:t>
            </a:r>
            <a:r>
              <a:rPr lang="en-US" dirty="0">
                <a:latin typeface="Times New Roman" panose="02020603050405020304" pitchFamily="18" charset="0"/>
                <a:cs typeface="Times New Roman" panose="02020603050405020304" pitchFamily="18" charset="0"/>
              </a:rPr>
              <a:t>, and the graph algorithms form the building blocks for a large number of </a:t>
            </a:r>
            <a:r>
              <a:rPr lang="en-US" dirty="0">
                <a:solidFill>
                  <a:srgbClr val="FF0000"/>
                </a:solidFill>
                <a:latin typeface="Times New Roman" panose="02020603050405020304" pitchFamily="18" charset="0"/>
                <a:cs typeface="Times New Roman" panose="02020603050405020304" pitchFamily="18" charset="0"/>
              </a:rPr>
              <a:t>higher level communication</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data dissemination</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object location</a:t>
            </a:r>
            <a:r>
              <a:rPr lang="en-US" dirty="0">
                <a:latin typeface="Times New Roman" panose="02020603050405020304" pitchFamily="18" charset="0"/>
                <a:cs typeface="Times New Roman" panose="02020603050405020304" pitchFamily="18" charset="0"/>
              </a:rPr>
              <a:t>, and </a:t>
            </a:r>
            <a:r>
              <a:rPr lang="en-US" dirty="0">
                <a:solidFill>
                  <a:srgbClr val="FF0000"/>
                </a:solidFill>
                <a:latin typeface="Times New Roman" panose="02020603050405020304" pitchFamily="18" charset="0"/>
                <a:cs typeface="Times New Roman" panose="02020603050405020304" pitchFamily="18" charset="0"/>
              </a:rPr>
              <a:t>object search functions</a:t>
            </a:r>
            <a:r>
              <a:rPr lang="en-US" dirty="0">
                <a:latin typeface="Times New Roman" panose="02020603050405020304" pitchFamily="18" charset="0"/>
                <a:cs typeface="Times New Roman" panose="02020603050405020304" pitchFamily="18" charset="0"/>
              </a:rPr>
              <a:t>.</a:t>
            </a:r>
          </a:p>
          <a:p>
            <a:pPr algn="just"/>
            <a:r>
              <a:rPr lang="en-IN" b="0" i="0" u="none" strike="noStrike" baseline="0" dirty="0">
                <a:solidFill>
                  <a:srgbClr val="FF0000"/>
                </a:solidFill>
                <a:latin typeface="Times New Roman" panose="02020603050405020304" pitchFamily="18" charset="0"/>
                <a:cs typeface="Times New Roman" panose="02020603050405020304" pitchFamily="18" charset="0"/>
              </a:rPr>
              <a:t>The efficiency </a:t>
            </a:r>
            <a:r>
              <a:rPr lang="en-US" b="0" i="0" u="none" strike="noStrike" baseline="0" dirty="0">
                <a:latin typeface="Times New Roman" panose="02020603050405020304" pitchFamily="18" charset="0"/>
                <a:cs typeface="Times New Roman" panose="02020603050405020304" pitchFamily="18" charset="0"/>
              </a:rPr>
              <a:t>of these algorithms </a:t>
            </a:r>
            <a:r>
              <a:rPr lang="en-US" b="0" i="0" u="none" strike="noStrike" baseline="0" dirty="0">
                <a:solidFill>
                  <a:srgbClr val="FF0000"/>
                </a:solidFill>
                <a:latin typeface="Times New Roman" panose="02020603050405020304" pitchFamily="18" charset="0"/>
                <a:cs typeface="Times New Roman" panose="02020603050405020304" pitchFamily="18" charset="0"/>
              </a:rPr>
              <a:t>impacts</a:t>
            </a:r>
            <a:r>
              <a:rPr lang="en-US" b="0" i="0" u="none" strike="noStrike" baseline="0" dirty="0">
                <a:latin typeface="Times New Roman" panose="02020603050405020304" pitchFamily="18" charset="0"/>
                <a:cs typeface="Times New Roman" panose="02020603050405020304" pitchFamily="18" charset="0"/>
              </a:rPr>
              <a:t> not only the </a:t>
            </a:r>
            <a:r>
              <a:rPr lang="en-US" b="0" i="0" u="none" strike="noStrike" baseline="0" dirty="0">
                <a:solidFill>
                  <a:srgbClr val="FF0000"/>
                </a:solidFill>
                <a:latin typeface="Times New Roman" panose="02020603050405020304" pitchFamily="18" charset="0"/>
                <a:cs typeface="Times New Roman" panose="02020603050405020304" pitchFamily="18" charset="0"/>
              </a:rPr>
              <a:t>user-perceived latency </a:t>
            </a:r>
            <a:r>
              <a:rPr lang="en-US" b="0" i="0" u="none" strike="noStrike" baseline="0" dirty="0">
                <a:latin typeface="Times New Roman" panose="02020603050405020304" pitchFamily="18" charset="0"/>
                <a:cs typeface="Times New Roman" panose="02020603050405020304" pitchFamily="18" charset="0"/>
              </a:rPr>
              <a:t>but also </a:t>
            </a:r>
            <a:r>
              <a:rPr lang="en-US" b="0" i="0" u="none" strike="noStrike" baseline="0" dirty="0">
                <a:solidFill>
                  <a:srgbClr val="FF0000"/>
                </a:solidFill>
                <a:latin typeface="Times New Roman" panose="02020603050405020304" pitchFamily="18" charset="0"/>
                <a:cs typeface="Times New Roman" panose="02020603050405020304" pitchFamily="18" charset="0"/>
              </a:rPr>
              <a:t>the traffic </a:t>
            </a:r>
            <a:r>
              <a:rPr lang="en-US" b="0" i="0" u="none" strike="noStrike" baseline="0" dirty="0">
                <a:latin typeface="Times New Roman" panose="02020603050405020304" pitchFamily="18" charset="0"/>
                <a:cs typeface="Times New Roman" panose="02020603050405020304" pitchFamily="18" charset="0"/>
              </a:rPr>
              <a:t>and hence the </a:t>
            </a:r>
            <a:r>
              <a:rPr lang="en-US" b="0" i="0" u="none" strike="noStrike" baseline="0" dirty="0">
                <a:solidFill>
                  <a:srgbClr val="FF0000"/>
                </a:solidFill>
                <a:latin typeface="Times New Roman" panose="02020603050405020304" pitchFamily="18" charset="0"/>
                <a:cs typeface="Times New Roman" panose="02020603050405020304" pitchFamily="18" charset="0"/>
              </a:rPr>
              <a:t>load or congestion in the network</a:t>
            </a:r>
            <a:r>
              <a:rPr lang="en-US" b="0" i="0" u="none" strike="noStrike" baseline="0" dirty="0">
                <a:latin typeface="Times New Roman" panose="02020603050405020304" pitchFamily="18" charset="0"/>
                <a:cs typeface="Times New Roman" panose="02020603050405020304" pitchFamily="18" charset="0"/>
              </a:rPr>
              <a:t>.</a:t>
            </a:r>
          </a:p>
          <a:p>
            <a:pPr algn="just"/>
            <a:r>
              <a:rPr lang="en-US" b="0" i="0" u="none" strike="noStrike" baseline="0" dirty="0">
                <a:latin typeface="Times New Roman" panose="02020603050405020304" pitchFamily="18" charset="0"/>
                <a:cs typeface="Times New Roman" panose="02020603050405020304" pitchFamily="18" charset="0"/>
              </a:rPr>
              <a:t> Hence, the design of efficient distributed graph algorithms is of paramount importance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812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39FBA-FA58-6914-8B89-EA3F05AD487D}"/>
              </a:ext>
            </a:extLst>
          </p:cNvPr>
          <p:cNvSpPr>
            <a:spLocks noGrp="1"/>
          </p:cNvSpPr>
          <p:nvPr>
            <p:ph type="title"/>
          </p:nvPr>
        </p:nvSpPr>
        <p:spPr>
          <a:xfrm>
            <a:off x="838200" y="0"/>
            <a:ext cx="10515600" cy="1325563"/>
          </a:xfrm>
        </p:spPr>
        <p:txBody>
          <a:bodyPr/>
          <a:lstStyle/>
          <a:p>
            <a:r>
              <a:rPr lang="en-IN" b="1" dirty="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Time and global state in a distributed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F9CAA9-8ED8-3B89-CAB4-20FC6CAFF9B5}"/>
              </a:ext>
            </a:extLst>
          </p:cNvPr>
          <p:cNvSpPr>
            <a:spLocks noGrp="1"/>
          </p:cNvSpPr>
          <p:nvPr>
            <p:ph idx="1"/>
          </p:nvPr>
        </p:nvSpPr>
        <p:spPr>
          <a:xfrm>
            <a:off x="838200" y="1608592"/>
            <a:ext cx="10515600" cy="5249408"/>
          </a:xfrm>
        </p:spPr>
        <p:txBody>
          <a:bodyPr>
            <a:normAutofit/>
          </a:bodyPr>
          <a:lstStyle/>
          <a:p>
            <a:pPr algn="just"/>
            <a:r>
              <a:rPr lang="en-US" sz="2400" b="0" i="0" u="none" strike="noStrike" baseline="0" dirty="0">
                <a:latin typeface="Times New Roman" panose="02020603050405020304" pitchFamily="18" charset="0"/>
                <a:cs typeface="Times New Roman" panose="02020603050405020304" pitchFamily="18" charset="0"/>
              </a:rPr>
              <a:t>The processes in the system are spread across three-dimensional physical space. Another dimension, </a:t>
            </a:r>
            <a:r>
              <a:rPr lang="en-US" sz="2400" b="0" i="0" u="none" strike="noStrike" baseline="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has to be superimposed uniformly across space</a:t>
            </a:r>
            <a:r>
              <a:rPr lang="en-US" sz="2400" b="0" i="0" u="none" strike="noStrike" baseline="0" dirty="0">
                <a:latin typeface="Times New Roman" panose="02020603050405020304" pitchFamily="18" charset="0"/>
                <a:cs typeface="Times New Roman" panose="02020603050405020304" pitchFamily="18" charset="0"/>
              </a:rPr>
              <a:t>. </a:t>
            </a:r>
          </a:p>
          <a:p>
            <a:pPr algn="just"/>
            <a:r>
              <a:rPr lang="en-US" sz="2400" b="0" i="0" u="none" strike="noStrike" baseline="0" dirty="0">
                <a:latin typeface="Times New Roman" panose="02020603050405020304" pitchFamily="18" charset="0"/>
                <a:cs typeface="Times New Roman" panose="02020603050405020304" pitchFamily="18" charset="0"/>
              </a:rPr>
              <a:t>The challenges pertain to providing accurate </a:t>
            </a:r>
            <a:r>
              <a:rPr lang="en-US" sz="2400" b="0" i="1" u="none" strike="noStrike" baseline="0" dirty="0">
                <a:highlight>
                  <a:srgbClr val="FFFF00"/>
                </a:highlight>
                <a:latin typeface="Times New Roman" panose="02020603050405020304" pitchFamily="18" charset="0"/>
                <a:cs typeface="Times New Roman" panose="02020603050405020304" pitchFamily="18" charset="0"/>
              </a:rPr>
              <a:t>physical time</a:t>
            </a:r>
            <a:r>
              <a:rPr lang="en-US" sz="2400" b="0" i="0" u="none" strike="noStrike" baseline="0" dirty="0">
                <a:latin typeface="Times New Roman" panose="02020603050405020304" pitchFamily="18" charset="0"/>
                <a:cs typeface="Times New Roman" panose="02020603050405020304" pitchFamily="18" charset="0"/>
              </a:rPr>
              <a:t>, and to providing a variant of time, called </a:t>
            </a:r>
            <a:r>
              <a:rPr lang="en-US" sz="2400" b="0" i="1" u="none" strike="noStrike" baseline="0" dirty="0">
                <a:highlight>
                  <a:srgbClr val="FFFF00"/>
                </a:highlight>
                <a:latin typeface="Times New Roman" panose="02020603050405020304" pitchFamily="18" charset="0"/>
                <a:cs typeface="Times New Roman" panose="02020603050405020304" pitchFamily="18" charset="0"/>
              </a:rPr>
              <a:t>logical time</a:t>
            </a:r>
            <a:r>
              <a:rPr lang="en-US" sz="2400" b="0" i="0" u="none" strike="noStrike" baseline="0" dirty="0">
                <a:latin typeface="Times New Roman" panose="02020603050405020304" pitchFamily="18" charset="0"/>
                <a:cs typeface="Times New Roman" panose="02020603050405020304" pitchFamily="18" charset="0"/>
              </a:rPr>
              <a:t>. </a:t>
            </a:r>
          </a:p>
          <a:p>
            <a:pPr algn="just"/>
            <a:r>
              <a:rPr lang="en-US" sz="2400" b="0" i="0" u="none" strike="noStrike" baseline="0" dirty="0">
                <a:latin typeface="Times New Roman" panose="02020603050405020304" pitchFamily="18" charset="0"/>
                <a:cs typeface="Times New Roman" panose="02020603050405020304" pitchFamily="18" charset="0"/>
              </a:rPr>
              <a:t>Logical time is relative time, and eliminates the overheads of providing physical time for applications where physical time is not required.</a:t>
            </a:r>
          </a:p>
          <a:p>
            <a:pPr algn="just"/>
            <a:r>
              <a:rPr lang="en-US" sz="2400" b="0" i="0" u="none" strike="noStrike" baseline="0" dirty="0">
                <a:latin typeface="Times New Roman" panose="02020603050405020304" pitchFamily="18" charset="0"/>
                <a:cs typeface="Times New Roman" panose="02020603050405020304" pitchFamily="18" charset="0"/>
              </a:rPr>
              <a:t>Observing the </a:t>
            </a:r>
            <a:r>
              <a:rPr lang="en-US" sz="2400" b="0" i="1" u="none" strike="noStrike" baseline="0" dirty="0">
                <a:latin typeface="Times New Roman" panose="02020603050405020304" pitchFamily="18" charset="0"/>
                <a:cs typeface="Times New Roman" panose="02020603050405020304" pitchFamily="18" charset="0"/>
              </a:rPr>
              <a:t>global state </a:t>
            </a:r>
            <a:r>
              <a:rPr lang="en-US" sz="2400" b="0" i="0" u="none" strike="noStrike" baseline="0" dirty="0">
                <a:latin typeface="Times New Roman" panose="02020603050405020304" pitchFamily="18" charset="0"/>
                <a:cs typeface="Times New Roman" panose="02020603050405020304" pitchFamily="18" charset="0"/>
              </a:rPr>
              <a:t>of the system (across space) also involves the time dimension for consistent observation. </a:t>
            </a:r>
          </a:p>
          <a:p>
            <a:pPr algn="just"/>
            <a:r>
              <a:rPr lang="en-US" sz="2400" b="0" i="0" u="none" strike="noStrike" baseline="0" dirty="0">
                <a:latin typeface="Times New Roman" panose="02020603050405020304" pitchFamily="18" charset="0"/>
                <a:cs typeface="Times New Roman" panose="02020603050405020304" pitchFamily="18" charset="0"/>
              </a:rPr>
              <a:t>Due to the inherent distributed nature of the system, it is not possible for any one process to directly observe a meaningful global state across all the processes, without using extra state-gathering effort which needs to be done in a coordinated </a:t>
            </a:r>
            <a:r>
              <a:rPr lang="en-IN" sz="2400" b="0" i="0" u="none" strike="noStrike" baseline="0" dirty="0">
                <a:latin typeface="Times New Roman" panose="02020603050405020304" pitchFamily="18" charset="0"/>
                <a:cs typeface="Times New Roman" panose="02020603050405020304" pitchFamily="18" charset="0"/>
              </a:rPr>
              <a:t>manner.</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3374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06BA-E98E-7621-1EF7-B725E0815B99}"/>
              </a:ext>
            </a:extLst>
          </p:cNvPr>
          <p:cNvSpPr>
            <a:spLocks noGrp="1"/>
          </p:cNvSpPr>
          <p:nvPr>
            <p:ph type="title"/>
          </p:nvPr>
        </p:nvSpPr>
        <p:spPr>
          <a:xfrm>
            <a:off x="718457" y="0"/>
            <a:ext cx="10515600" cy="1325563"/>
          </a:xfrm>
        </p:spPr>
        <p:txBody>
          <a:bodyPr/>
          <a:lstStyle/>
          <a:p>
            <a:r>
              <a:rPr lang="en-IN" b="1" dirty="0">
                <a:latin typeface="Times New Roman" panose="02020603050405020304" pitchFamily="18" charset="0"/>
                <a:cs typeface="Times New Roman" panose="02020603050405020304" pitchFamily="18" charset="0"/>
              </a:rPr>
              <a:t>4. Synchronization/coordination mechanisms</a:t>
            </a:r>
          </a:p>
        </p:txBody>
      </p:sp>
      <p:sp>
        <p:nvSpPr>
          <p:cNvPr id="3" name="Content Placeholder 2">
            <a:extLst>
              <a:ext uri="{FF2B5EF4-FFF2-40B4-BE49-F238E27FC236}">
                <a16:creationId xmlns:a16="http://schemas.microsoft.com/office/drawing/2014/main" id="{EF414E8D-AB38-FB69-783C-8C9DEFF01775}"/>
              </a:ext>
            </a:extLst>
          </p:cNvPr>
          <p:cNvSpPr>
            <a:spLocks noGrp="1"/>
          </p:cNvSpPr>
          <p:nvPr>
            <p:ph idx="1"/>
          </p:nvPr>
        </p:nvSpPr>
        <p:spPr>
          <a:xfrm>
            <a:off x="838200" y="1325564"/>
            <a:ext cx="10515600" cy="5303836"/>
          </a:xfrm>
        </p:spPr>
        <p:txBody>
          <a:bodyPr>
            <a:normAutofit/>
          </a:bodyPr>
          <a:lstStyle/>
          <a:p>
            <a:pPr algn="just"/>
            <a:r>
              <a:rPr lang="en-US" sz="2400" b="0" i="0" u="none" strike="noStrike" baseline="0" dirty="0">
                <a:latin typeface="Times New Roman" panose="02020603050405020304" pitchFamily="18" charset="0"/>
                <a:cs typeface="Times New Roman" panose="02020603050405020304" pitchFamily="18" charset="0"/>
              </a:rPr>
              <a:t>Synchronization is essential for the distributed processes to overcome the limited observation of the system state from the viewpoint of any one </a:t>
            </a:r>
            <a:r>
              <a:rPr lang="en-IN" sz="2400" b="0" i="0" u="none" strike="noStrike" baseline="0" dirty="0">
                <a:latin typeface="Times New Roman" panose="02020603050405020304" pitchFamily="18" charset="0"/>
                <a:cs typeface="Times New Roman" panose="02020603050405020304" pitchFamily="18" charset="0"/>
              </a:rPr>
              <a:t>process.</a:t>
            </a:r>
          </a:p>
          <a:p>
            <a:pPr algn="just"/>
            <a:r>
              <a:rPr lang="en-IN" sz="2400" b="0" i="0" u="none" strike="noStrike" baseline="0" dirty="0">
                <a:latin typeface="Times New Roman" panose="02020603050405020304" pitchFamily="18" charset="0"/>
                <a:cs typeface="Times New Roman" panose="02020603050405020304" pitchFamily="18" charset="0"/>
              </a:rPr>
              <a:t>The synchronization mechanisms </a:t>
            </a:r>
            <a:r>
              <a:rPr lang="en-US" sz="2400" b="0" i="0" u="none" strike="noStrike" baseline="0" dirty="0">
                <a:latin typeface="Times New Roman" panose="02020603050405020304" pitchFamily="18" charset="0"/>
                <a:cs typeface="Times New Roman" panose="02020603050405020304" pitchFamily="18" charset="0"/>
              </a:rPr>
              <a:t>can also be viewed as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resource management and concurrency management mechanisms</a:t>
            </a:r>
            <a:r>
              <a:rPr lang="en-US" sz="2400" b="0" i="0" u="none" strike="noStrike" baseline="0" dirty="0">
                <a:latin typeface="Times New Roman" panose="02020603050405020304" pitchFamily="18" charset="0"/>
                <a:cs typeface="Times New Roman" panose="02020603050405020304" pitchFamily="18" charset="0"/>
              </a:rPr>
              <a:t> to streamline the behavior of the processes that would otherwise act independently. </a:t>
            </a:r>
          </a:p>
          <a:p>
            <a:pPr algn="just"/>
            <a:r>
              <a:rPr lang="en-US" sz="2400" b="0" i="0" u="none" strike="noStrike" baseline="0" dirty="0">
                <a:latin typeface="Times New Roman" panose="02020603050405020304" pitchFamily="18" charset="0"/>
                <a:cs typeface="Times New Roman" panose="02020603050405020304" pitchFamily="18" charset="0"/>
              </a:rPr>
              <a:t>Here are some examples of problems requiring </a:t>
            </a:r>
            <a:r>
              <a:rPr lang="en-IN" sz="2400" b="0" i="0" u="none" strike="noStrike" baseline="0" dirty="0">
                <a:latin typeface="Times New Roman" panose="02020603050405020304" pitchFamily="18" charset="0"/>
                <a:cs typeface="Times New Roman" panose="02020603050405020304" pitchFamily="18" charset="0"/>
              </a:rPr>
              <a:t>synchronization:</a:t>
            </a:r>
          </a:p>
          <a:p>
            <a:pPr marL="914400" lvl="1" indent="-457200" algn="just">
              <a:buFont typeface="+mj-lt"/>
              <a:buAutoNum type="arabicPeriod"/>
            </a:pPr>
            <a:r>
              <a:rPr lang="en-US" sz="2000" b="1" dirty="0">
                <a:latin typeface="Times New Roman" panose="02020603050405020304" pitchFamily="18" charset="0"/>
                <a:cs typeface="Times New Roman" panose="02020603050405020304" pitchFamily="18" charset="0"/>
              </a:rPr>
              <a:t>Physical clock synchronization </a:t>
            </a:r>
            <a:r>
              <a:rPr lang="en-US" sz="2000" dirty="0">
                <a:latin typeface="Times New Roman" panose="02020603050405020304" pitchFamily="18" charset="0"/>
                <a:cs typeface="Times New Roman" panose="02020603050405020304" pitchFamily="18" charset="0"/>
              </a:rPr>
              <a:t>Physical clocks usually diverge in their values due to hardware limitations. Keeping them synchronized is a fundamental challenge to maintain common time.</a:t>
            </a:r>
          </a:p>
          <a:p>
            <a:pPr marL="914400" lvl="1" indent="-457200" algn="just">
              <a:buFont typeface="+mj-lt"/>
              <a:buAutoNum type="arabicPeriod"/>
            </a:pPr>
            <a:r>
              <a:rPr lang="en-US" sz="2000" b="1" dirty="0">
                <a:latin typeface="Times New Roman" panose="02020603050405020304" pitchFamily="18" charset="0"/>
                <a:cs typeface="Times New Roman" panose="02020603050405020304" pitchFamily="18" charset="0"/>
              </a:rPr>
              <a:t>Leader election </a:t>
            </a:r>
          </a:p>
          <a:p>
            <a:pPr lvl="2" algn="just"/>
            <a:r>
              <a:rPr lang="en-US" dirty="0">
                <a:latin typeface="Times New Roman" panose="02020603050405020304" pitchFamily="18" charset="0"/>
                <a:cs typeface="Times New Roman" panose="02020603050405020304" pitchFamily="18" charset="0"/>
              </a:rPr>
              <a:t>All the processes need to agree on which process will play the role of a distinguished process – called a leader process</a:t>
            </a:r>
            <a:r>
              <a:rPr lang="en-US" sz="1600" dirty="0">
                <a:latin typeface="Times New Roman" panose="02020603050405020304" pitchFamily="18" charset="0"/>
                <a:cs typeface="Times New Roman" panose="02020603050405020304" pitchFamily="18" charset="0"/>
              </a:rPr>
              <a:t>. </a:t>
            </a:r>
          </a:p>
          <a:p>
            <a:pPr lvl="2" algn="just"/>
            <a:r>
              <a:rPr lang="en-US" dirty="0">
                <a:latin typeface="Times New Roman" panose="02020603050405020304" pitchFamily="18" charset="0"/>
                <a:cs typeface="Times New Roman" panose="02020603050405020304" pitchFamily="18" charset="0"/>
              </a:rPr>
              <a:t>A leader is necessary even for many distributed algorithms because there is often some asymmetry – as in initiating some action like a </a:t>
            </a:r>
            <a:r>
              <a:rPr lang="en-US" dirty="0">
                <a:solidFill>
                  <a:srgbClr val="FF0000"/>
                </a:solidFill>
                <a:latin typeface="Times New Roman" panose="02020603050405020304" pitchFamily="18" charset="0"/>
                <a:cs typeface="Times New Roman" panose="02020603050405020304" pitchFamily="18" charset="0"/>
              </a:rPr>
              <a:t>broadcast</a:t>
            </a:r>
            <a:r>
              <a:rPr lang="en-US" dirty="0">
                <a:latin typeface="Times New Roman" panose="02020603050405020304" pitchFamily="18" charset="0"/>
                <a:cs typeface="Times New Roman" panose="02020603050405020304" pitchFamily="18" charset="0"/>
              </a:rPr>
              <a:t> or </a:t>
            </a:r>
            <a:r>
              <a:rPr lang="en-US" dirty="0">
                <a:solidFill>
                  <a:srgbClr val="FF0000"/>
                </a:solidFill>
                <a:latin typeface="Times New Roman" panose="02020603050405020304" pitchFamily="18" charset="0"/>
                <a:cs typeface="Times New Roman" panose="02020603050405020304" pitchFamily="18" charset="0"/>
              </a:rPr>
              <a:t>collecting the state of the system</a:t>
            </a:r>
            <a:r>
              <a:rPr lang="en-US" dirty="0">
                <a:latin typeface="Times New Roman" panose="02020603050405020304" pitchFamily="18" charset="0"/>
                <a:cs typeface="Times New Roman" panose="02020603050405020304" pitchFamily="18" charset="0"/>
              </a:rPr>
              <a:t>, or in “</a:t>
            </a:r>
            <a:r>
              <a:rPr lang="en-US" dirty="0">
                <a:solidFill>
                  <a:srgbClr val="FF0000"/>
                </a:solidFill>
                <a:latin typeface="Times New Roman" panose="02020603050405020304" pitchFamily="18" charset="0"/>
                <a:cs typeface="Times New Roman" panose="02020603050405020304" pitchFamily="18" charset="0"/>
              </a:rPr>
              <a:t>regenerating” a token that gets “lost” in the system</a:t>
            </a:r>
            <a:r>
              <a:rPr lang="en-US" sz="1600" dirty="0">
                <a:latin typeface="Times New Roman" panose="02020603050405020304" pitchFamily="18" charset="0"/>
                <a:cs typeface="Times New Roman" panose="02020603050405020304" pitchFamily="18" charset="0"/>
              </a:rPr>
              <a:t>.</a:t>
            </a:r>
          </a:p>
          <a:p>
            <a:pPr marL="914400" lvl="1"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539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BFDE32-4675-C9D4-8C2A-088957D85736}"/>
              </a:ext>
            </a:extLst>
          </p:cNvPr>
          <p:cNvSpPr>
            <a:spLocks noGrp="1"/>
          </p:cNvSpPr>
          <p:nvPr>
            <p:ph idx="1"/>
          </p:nvPr>
        </p:nvSpPr>
        <p:spPr>
          <a:xfrm>
            <a:off x="838199" y="500743"/>
            <a:ext cx="10570029" cy="5676220"/>
          </a:xfrm>
        </p:spPr>
        <p:txBody>
          <a:bodyPr>
            <a:normAutofit/>
          </a:bodyPr>
          <a:lstStyle/>
          <a:p>
            <a:pPr marL="457200" indent="-457200" algn="just">
              <a:buFont typeface="+mj-lt"/>
              <a:buAutoNum type="arabicPeriod" startAt="3"/>
            </a:pPr>
            <a:r>
              <a:rPr lang="en-US" sz="2400" b="1" i="0" u="none" strike="noStrike" baseline="0" dirty="0">
                <a:latin typeface="Times New Roman" panose="02020603050405020304" pitchFamily="18" charset="0"/>
                <a:cs typeface="Times New Roman" panose="02020603050405020304" pitchFamily="18" charset="0"/>
              </a:rPr>
              <a:t>Mutual exclusion </a:t>
            </a:r>
            <a:r>
              <a:rPr lang="en-US" sz="2400" b="0" i="0" u="none" strike="noStrike" baseline="0" dirty="0">
                <a:latin typeface="Times New Roman" panose="02020603050405020304" pitchFamily="18" charset="0"/>
                <a:cs typeface="Times New Roman" panose="02020603050405020304" pitchFamily="18" charset="0"/>
              </a:rPr>
              <a:t>This is clearly a synchronization problem because access to the critical resource(s) has to be coordinated.</a:t>
            </a:r>
          </a:p>
          <a:p>
            <a:pPr marL="457200" indent="-457200" algn="just">
              <a:buFont typeface="+mj-lt"/>
              <a:buAutoNum type="arabicPeriod" startAt="3"/>
            </a:pPr>
            <a:r>
              <a:rPr lang="en-US" sz="2400" b="1" i="0" u="none" strike="noStrike" baseline="0" dirty="0">
                <a:latin typeface="Times New Roman" panose="02020603050405020304" pitchFamily="18" charset="0"/>
                <a:cs typeface="Times New Roman" panose="02020603050405020304" pitchFamily="18" charset="0"/>
              </a:rPr>
              <a:t>Deadlock detection and resolution </a:t>
            </a:r>
            <a:r>
              <a:rPr lang="en-US" sz="2400" b="0" i="0" u="none" strike="noStrike" baseline="0" dirty="0">
                <a:latin typeface="Times New Roman" panose="02020603050405020304" pitchFamily="18" charset="0"/>
                <a:cs typeface="Times New Roman" panose="02020603050405020304" pitchFamily="18" charset="0"/>
              </a:rPr>
              <a:t>Deadlock detection should be coordinated to avoid duplicate work, and deadlock resolution should be coordinated to avoid unnecessary aborts of processes.</a:t>
            </a:r>
          </a:p>
          <a:p>
            <a:pPr marL="457200" indent="-457200" algn="just">
              <a:buFont typeface="+mj-lt"/>
              <a:buAutoNum type="arabicPeriod" startAt="3"/>
            </a:pPr>
            <a:r>
              <a:rPr lang="en-US" sz="2400" b="1" i="0" u="none" strike="noStrike" baseline="0" dirty="0">
                <a:latin typeface="Times New Roman" panose="02020603050405020304" pitchFamily="18" charset="0"/>
                <a:cs typeface="Times New Roman" panose="02020603050405020304" pitchFamily="18" charset="0"/>
              </a:rPr>
              <a:t>Termination detection </a:t>
            </a:r>
            <a:r>
              <a:rPr lang="en-US" sz="2400" b="0" i="0" u="none" strike="noStrike" baseline="0" dirty="0">
                <a:latin typeface="Times New Roman" panose="02020603050405020304" pitchFamily="18" charset="0"/>
                <a:cs typeface="Times New Roman" panose="02020603050405020304" pitchFamily="18" charset="0"/>
              </a:rPr>
              <a:t>This requires cooperation among the processes to detect the specific global state of quiescence.</a:t>
            </a:r>
          </a:p>
          <a:p>
            <a:pPr marL="457200" indent="-457200" algn="just">
              <a:buFont typeface="+mj-lt"/>
              <a:buAutoNum type="arabicPeriod" startAt="3"/>
            </a:pPr>
            <a:r>
              <a:rPr lang="en-US" sz="2400" b="1" i="0" u="none" strike="noStrike" baseline="0" dirty="0">
                <a:latin typeface="Times New Roman" panose="02020603050405020304" pitchFamily="18" charset="0"/>
                <a:cs typeface="Times New Roman" panose="02020603050405020304" pitchFamily="18" charset="0"/>
              </a:rPr>
              <a:t>Garbage collection </a:t>
            </a:r>
            <a:r>
              <a:rPr lang="en-US" sz="2400" b="0" i="0" u="none" strike="noStrike" baseline="0" dirty="0">
                <a:latin typeface="Times New Roman" panose="02020603050405020304" pitchFamily="18" charset="0"/>
                <a:cs typeface="Times New Roman" panose="02020603050405020304" pitchFamily="18" charset="0"/>
              </a:rPr>
              <a:t>Garbage refers to objects that are no longer in use and that are not pointed to by any other process. Detecting garbage requires coordination among the processes.</a:t>
            </a: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6476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5A52-942B-9065-3A3A-395E02DA8B0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5. </a:t>
            </a:r>
            <a:r>
              <a:rPr lang="en-US" b="1" dirty="0">
                <a:latin typeface="Times New Roman" panose="02020603050405020304" pitchFamily="18" charset="0"/>
                <a:cs typeface="Times New Roman" panose="02020603050405020304" pitchFamily="18" charset="0"/>
              </a:rPr>
              <a:t>Group communication, multicast, and ordered message delivery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8BA297-684D-D102-F1A5-90C8D401394B}"/>
              </a:ext>
            </a:extLst>
          </p:cNvPr>
          <p:cNvSpPr>
            <a:spLocks noGrp="1"/>
          </p:cNvSpPr>
          <p:nvPr>
            <p:ph idx="1"/>
          </p:nvPr>
        </p:nvSpPr>
        <p:spPr/>
        <p:txBody>
          <a:bodyPr>
            <a:normAutofit/>
          </a:bodyPr>
          <a:lstStyle/>
          <a:p>
            <a:pPr algn="just"/>
            <a:r>
              <a:rPr lang="en-US" sz="2400" b="0" i="0" u="none" strike="noStrike" baseline="0" dirty="0">
                <a:highlight>
                  <a:srgbClr val="FFFF00"/>
                </a:highlight>
                <a:latin typeface="Times New Roman" panose="02020603050405020304" pitchFamily="18" charset="0"/>
                <a:cs typeface="Times New Roman" panose="02020603050405020304" pitchFamily="18" charset="0"/>
              </a:rPr>
              <a:t>A group is a collection of processes that share a common context and collaborate on a common task </a:t>
            </a:r>
            <a:r>
              <a:rPr lang="en-US" sz="2400" b="0" i="0" u="none" strike="noStrike" baseline="0" dirty="0">
                <a:latin typeface="Times New Roman" panose="02020603050405020304" pitchFamily="18" charset="0"/>
                <a:cs typeface="Times New Roman" panose="02020603050405020304" pitchFamily="18" charset="0"/>
              </a:rPr>
              <a:t>within an application domain.</a:t>
            </a:r>
          </a:p>
          <a:p>
            <a:pPr algn="just"/>
            <a:r>
              <a:rPr lang="en-IN" sz="2400" b="0" i="0" u="none" strike="noStrike" baseline="0" dirty="0">
                <a:latin typeface="Times New Roman" panose="02020603050405020304" pitchFamily="18" charset="0"/>
                <a:cs typeface="Times New Roman" panose="02020603050405020304" pitchFamily="18" charset="0"/>
              </a:rPr>
              <a:t>Specific algorithms </a:t>
            </a:r>
            <a:r>
              <a:rPr lang="en-US" sz="2400" b="0" i="0" u="none" strike="noStrike" baseline="0" dirty="0">
                <a:latin typeface="Times New Roman" panose="02020603050405020304" pitchFamily="18" charset="0"/>
                <a:cs typeface="Times New Roman" panose="02020603050405020304" pitchFamily="18" charset="0"/>
              </a:rPr>
              <a:t>need to be designed to enable efficient group communication and group management wherein </a:t>
            </a:r>
            <a:r>
              <a:rPr lang="en-US" sz="2400" b="0" i="0" u="none" strike="noStrike" baseline="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processes can join and leave groups dynamically</a:t>
            </a:r>
            <a:r>
              <a:rPr lang="en-US" sz="2400" b="0" i="0" u="none" strike="noStrike" baseline="0" dirty="0">
                <a:latin typeface="Times New Roman" panose="02020603050405020304" pitchFamily="18" charset="0"/>
                <a:cs typeface="Times New Roman" panose="02020603050405020304" pitchFamily="18" charset="0"/>
              </a:rPr>
              <a:t>, or even </a:t>
            </a:r>
            <a:r>
              <a:rPr lang="en-IN" sz="2400" b="0" i="0" u="none" strike="noStrike" baseline="0" dirty="0">
                <a:latin typeface="Times New Roman" panose="02020603050405020304" pitchFamily="18" charset="0"/>
                <a:cs typeface="Times New Roman" panose="02020603050405020304" pitchFamily="18" charset="0"/>
              </a:rPr>
              <a:t>fail. </a:t>
            </a:r>
          </a:p>
          <a:p>
            <a:pPr algn="just"/>
            <a:r>
              <a:rPr lang="en-IN" sz="2400" b="0" i="0" u="none" strike="noStrike" baseline="0" dirty="0">
                <a:latin typeface="Times New Roman" panose="02020603050405020304" pitchFamily="18" charset="0"/>
                <a:cs typeface="Times New Roman" panose="02020603050405020304" pitchFamily="18" charset="0"/>
              </a:rPr>
              <a:t>When multiple processes send messages concurrently</a:t>
            </a:r>
            <a:r>
              <a:rPr lang="en-IN" sz="2400" b="0" i="0" u="none" strike="noStrike" baseline="0" dirty="0">
                <a:solidFill>
                  <a:srgbClr val="FF0000"/>
                </a:solidFill>
                <a:latin typeface="Times New Roman" panose="02020603050405020304" pitchFamily="18" charset="0"/>
                <a:cs typeface="Times New Roman" panose="02020603050405020304" pitchFamily="18" charset="0"/>
              </a:rPr>
              <a:t>, different recipients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may receive the messages in different orders</a:t>
            </a:r>
            <a:r>
              <a:rPr lang="en-US" sz="2400" b="0" i="0" u="none" strike="noStrike" baseline="0" dirty="0">
                <a:latin typeface="Times New Roman" panose="02020603050405020304" pitchFamily="18" charset="0"/>
                <a:cs typeface="Times New Roman" panose="02020603050405020304" pitchFamily="18" charset="0"/>
              </a:rPr>
              <a:t>, possibly violating the semantics </a:t>
            </a:r>
            <a:r>
              <a:rPr lang="en-IN" sz="2400" b="0" i="0" u="none" strike="noStrike" baseline="0" dirty="0">
                <a:latin typeface="Times New Roman" panose="02020603050405020304" pitchFamily="18" charset="0"/>
                <a:cs typeface="Times New Roman" panose="02020603050405020304" pitchFamily="18" charset="0"/>
              </a:rPr>
              <a:t>of the distributed program.</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1110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4A49B-183A-6D43-3C7D-4D0959701EA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6. Monitoring distributed events and predicates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51A08A-7D48-4C96-0590-FA7072211D7C}"/>
              </a:ext>
            </a:extLst>
          </p:cNvPr>
          <p:cNvSpPr>
            <a:spLocks noGrp="1"/>
          </p:cNvSpPr>
          <p:nvPr>
            <p:ph idx="1"/>
          </p:nvPr>
        </p:nvSpPr>
        <p:spPr/>
        <p:txBody>
          <a:bodyPr>
            <a:normAutofit/>
          </a:bodyPr>
          <a:lstStyle/>
          <a:p>
            <a:pPr algn="just"/>
            <a:r>
              <a:rPr lang="en-US" sz="2400" b="0" i="0" u="none" strike="noStrike" baseline="0" dirty="0">
                <a:highlight>
                  <a:srgbClr val="FFFF00"/>
                </a:highlight>
                <a:latin typeface="Times New Roman" panose="02020603050405020304" pitchFamily="18" charset="0"/>
                <a:cs typeface="Times New Roman" panose="02020603050405020304" pitchFamily="18" charset="0"/>
              </a:rPr>
              <a:t>Predicates </a:t>
            </a:r>
            <a:r>
              <a:rPr lang="en-US" sz="2400" b="0" i="0" u="none" strike="noStrike" baseline="0" dirty="0">
                <a:latin typeface="Times New Roman" panose="02020603050405020304" pitchFamily="18" charset="0"/>
                <a:cs typeface="Times New Roman" panose="02020603050405020304" pitchFamily="18" charset="0"/>
              </a:rPr>
              <a:t>defined on program variables that are local to different processes are used for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specifying conditions on the global system state</a:t>
            </a:r>
            <a:r>
              <a:rPr lang="en-US" sz="2400" b="0" i="0" u="none" strike="noStrike" baseline="0" dirty="0">
                <a:latin typeface="Times New Roman" panose="02020603050405020304" pitchFamily="18" charset="0"/>
                <a:cs typeface="Times New Roman" panose="02020603050405020304" pitchFamily="18" charset="0"/>
              </a:rPr>
              <a:t>, and are useful for applications such as debugging, sensing the environment, and in industrial process control. </a:t>
            </a:r>
          </a:p>
          <a:p>
            <a:pPr algn="just"/>
            <a:r>
              <a:rPr lang="en-US" sz="2400" b="0" i="0" u="none" strike="noStrike" baseline="0" dirty="0">
                <a:latin typeface="Times New Roman" panose="02020603050405020304" pitchFamily="18" charset="0"/>
                <a:cs typeface="Times New Roman" panose="02020603050405020304" pitchFamily="18" charset="0"/>
              </a:rPr>
              <a:t>On-line algorithms for monitoring such predicates are hence important. </a:t>
            </a:r>
          </a:p>
          <a:p>
            <a:pPr algn="just"/>
            <a:r>
              <a:rPr lang="en-US" sz="2400" b="0" i="0" u="none" strike="noStrike" baseline="0" dirty="0">
                <a:latin typeface="Times New Roman" panose="02020603050405020304" pitchFamily="18" charset="0"/>
                <a:cs typeface="Times New Roman" panose="02020603050405020304" pitchFamily="18" charset="0"/>
              </a:rPr>
              <a:t>An important paradigm for monitoring distributed events is that of </a:t>
            </a:r>
            <a:r>
              <a:rPr lang="en-US" sz="2400" b="0" i="1" u="none" strike="noStrike" baseline="0" dirty="0">
                <a:solidFill>
                  <a:srgbClr val="FF0000"/>
                </a:solidFill>
                <a:latin typeface="Times New Roman" panose="02020603050405020304" pitchFamily="18" charset="0"/>
                <a:cs typeface="Times New Roman" panose="02020603050405020304" pitchFamily="18" charset="0"/>
              </a:rPr>
              <a:t>event streaming</a:t>
            </a:r>
            <a:r>
              <a:rPr lang="en-US" sz="2400" b="0" i="0" u="none" strike="noStrike" baseline="0" dirty="0">
                <a:latin typeface="Times New Roman" panose="02020603050405020304" pitchFamily="18" charset="0"/>
                <a:cs typeface="Times New Roman" panose="02020603050405020304" pitchFamily="18" charset="0"/>
              </a:rPr>
              <a:t>, wherein streams of relevant events reported from different processes are examined collectively to detect predicates.</a:t>
            </a:r>
          </a:p>
          <a:p>
            <a:pPr algn="just"/>
            <a:r>
              <a:rPr lang="en-US" sz="2400" b="0" i="0" u="none" strike="noStrike" baseline="0" dirty="0">
                <a:latin typeface="Times New Roman" panose="02020603050405020304" pitchFamily="18" charset="0"/>
                <a:cs typeface="Times New Roman" panose="02020603050405020304" pitchFamily="18" charset="0"/>
              </a:rPr>
              <a:t>Typically, the specification of such predicates uses physical or logical time relationships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980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9C4F1-7EE6-F13F-540B-6E5D4706A9B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7. </a:t>
            </a:r>
            <a:r>
              <a:rPr lang="en-US" b="1" dirty="0">
                <a:latin typeface="Times New Roman" panose="02020603050405020304" pitchFamily="18" charset="0"/>
                <a:cs typeface="Times New Roman" panose="02020603050405020304" pitchFamily="18" charset="0"/>
              </a:rPr>
              <a:t>Distributed program design and verification tools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A1FCD5-3EC9-C3AA-52DA-92B583B7DB90}"/>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Methodically designed and verifiably correct programs can greatly </a:t>
            </a:r>
            <a:r>
              <a:rPr lang="en-US" dirty="0">
                <a:highlight>
                  <a:srgbClr val="FFFF00"/>
                </a:highlight>
                <a:latin typeface="Times New Roman" panose="02020603050405020304" pitchFamily="18" charset="0"/>
                <a:cs typeface="Times New Roman" panose="02020603050405020304" pitchFamily="18" charset="0"/>
              </a:rPr>
              <a:t>reduce the overhead of software design, debugging, and engineering</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Designing mechanisms to achieve these design and verification goals is a challenge.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266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9C9A-C8CF-C987-50C6-DD5B6B6A2BC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8. Debugging distributed programs</a:t>
            </a:r>
          </a:p>
        </p:txBody>
      </p:sp>
      <p:sp>
        <p:nvSpPr>
          <p:cNvPr id="3" name="Content Placeholder 2">
            <a:extLst>
              <a:ext uri="{FF2B5EF4-FFF2-40B4-BE49-F238E27FC236}">
                <a16:creationId xmlns:a16="http://schemas.microsoft.com/office/drawing/2014/main" id="{346A1BC8-7F5A-59B0-AD09-74C05CD0C9F1}"/>
              </a:ext>
            </a:extLst>
          </p:cNvPr>
          <p:cNvSpPr>
            <a:spLocks noGrp="1"/>
          </p:cNvSpPr>
          <p:nvPr>
            <p:ph idx="1"/>
          </p:nvPr>
        </p:nvSpPr>
        <p:spPr/>
        <p:txBody>
          <a:bodyPr>
            <a:normAutofit/>
          </a:bodyPr>
          <a:lstStyle/>
          <a:p>
            <a:pPr algn="just"/>
            <a:r>
              <a:rPr lang="en-US" sz="2400" b="0" i="0" u="none" strike="noStrike" baseline="0" dirty="0">
                <a:latin typeface="Times New Roman" panose="02020603050405020304" pitchFamily="18" charset="0"/>
                <a:cs typeface="Times New Roman" panose="02020603050405020304" pitchFamily="18" charset="0"/>
              </a:rPr>
              <a:t>Debugging sequential programs is hard; debugging distributed programs is that much harder because of the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concurrency in actions and the ensuing uncertainty due to the large number of possible executions</a:t>
            </a:r>
            <a:r>
              <a:rPr lang="en-US" sz="2400" b="0" i="0" u="none" strike="noStrike" baseline="0" dirty="0">
                <a:latin typeface="Times New Roman" panose="02020603050405020304" pitchFamily="18" charset="0"/>
                <a:cs typeface="Times New Roman" panose="02020603050405020304" pitchFamily="18" charset="0"/>
              </a:rPr>
              <a:t> defined by the </a:t>
            </a:r>
            <a:r>
              <a:rPr lang="en-IN" sz="2400" b="0" i="0" u="none" strike="noStrike" baseline="0" dirty="0">
                <a:latin typeface="Times New Roman" panose="02020603050405020304" pitchFamily="18" charset="0"/>
                <a:cs typeface="Times New Roman" panose="02020603050405020304" pitchFamily="18" charset="0"/>
              </a:rPr>
              <a:t>interleaved concurrent actions.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420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501E-362F-364B-4F11-CF9865F509CD}"/>
              </a:ext>
            </a:extLst>
          </p:cNvPr>
          <p:cNvSpPr>
            <a:spLocks noGrp="1"/>
          </p:cNvSpPr>
          <p:nvPr>
            <p:ph type="title"/>
          </p:nvPr>
        </p:nvSpPr>
        <p:spPr/>
        <p:txBody>
          <a:bodyPr/>
          <a:lstStyle/>
          <a:p>
            <a:pPr algn="just"/>
            <a:r>
              <a:rPr lang="en-IN" b="1" dirty="0">
                <a:latin typeface="Times New Roman" panose="02020603050405020304" pitchFamily="18" charset="0"/>
                <a:cs typeface="Times New Roman" panose="02020603050405020304" pitchFamily="18" charset="0"/>
              </a:rPr>
              <a:t>9. </a:t>
            </a:r>
            <a:r>
              <a:rPr lang="en-US" b="1" dirty="0">
                <a:latin typeface="Times New Roman" panose="02020603050405020304" pitchFamily="18" charset="0"/>
                <a:cs typeface="Times New Roman" panose="02020603050405020304" pitchFamily="18" charset="0"/>
              </a:rPr>
              <a:t>Data replication, consistency models, and caching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2CDC40-6523-68AC-16EB-39C5F49E8E88}"/>
              </a:ext>
            </a:extLst>
          </p:cNvPr>
          <p:cNvSpPr>
            <a:spLocks noGrp="1"/>
          </p:cNvSpPr>
          <p:nvPr>
            <p:ph idx="1"/>
          </p:nvPr>
        </p:nvSpPr>
        <p:spPr/>
        <p:txBody>
          <a:bodyPr>
            <a:normAutofit/>
          </a:bodyPr>
          <a:lstStyle/>
          <a:p>
            <a:pPr algn="just"/>
            <a:r>
              <a:rPr lang="en-US" b="0" i="0" u="none" strike="noStrike" baseline="0" dirty="0">
                <a:highlight>
                  <a:srgbClr val="FFFF00"/>
                </a:highlight>
                <a:latin typeface="Times New Roman" panose="02020603050405020304" pitchFamily="18" charset="0"/>
                <a:cs typeface="Times New Roman" panose="02020603050405020304" pitchFamily="18" charset="0"/>
              </a:rPr>
              <a:t>Fast access </a:t>
            </a:r>
            <a:r>
              <a:rPr lang="en-US" b="0" i="0" u="none" strike="noStrike" baseline="0" dirty="0">
                <a:latin typeface="Times New Roman" panose="02020603050405020304" pitchFamily="18" charset="0"/>
                <a:cs typeface="Times New Roman" panose="02020603050405020304" pitchFamily="18" charset="0"/>
              </a:rPr>
              <a:t>to data and other resources requires them to be replicated in the distributed system.</a:t>
            </a:r>
          </a:p>
          <a:p>
            <a:pPr algn="just"/>
            <a:r>
              <a:rPr lang="en-US" b="0" i="0" u="none" strike="noStrike" baseline="0" dirty="0">
                <a:latin typeface="Times New Roman" panose="02020603050405020304" pitchFamily="18" charset="0"/>
                <a:cs typeface="Times New Roman" panose="02020603050405020304" pitchFamily="18" charset="0"/>
              </a:rPr>
              <a:t>Managing such replicas in the face of updates introduces the problems of </a:t>
            </a:r>
            <a:r>
              <a:rPr lang="en-US" b="0" i="0" u="none" strike="noStrike" baseline="0" dirty="0">
                <a:highlight>
                  <a:srgbClr val="FFFF00"/>
                </a:highlight>
                <a:latin typeface="Times New Roman" panose="02020603050405020304" pitchFamily="18" charset="0"/>
                <a:cs typeface="Times New Roman" panose="02020603050405020304" pitchFamily="18" charset="0"/>
              </a:rPr>
              <a:t>ensuring consistency </a:t>
            </a:r>
            <a:r>
              <a:rPr lang="en-US" b="0" i="0" u="none" strike="noStrike" baseline="0" dirty="0">
                <a:latin typeface="Times New Roman" panose="02020603050405020304" pitchFamily="18" charset="0"/>
                <a:cs typeface="Times New Roman" panose="02020603050405020304" pitchFamily="18" charset="0"/>
              </a:rPr>
              <a:t>among the replicas and cached copies.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908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8C62-F41B-2F70-BF5B-2A4348AF8DD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10. Distributed shared memory abstraction</a:t>
            </a:r>
          </a:p>
        </p:txBody>
      </p:sp>
      <p:sp>
        <p:nvSpPr>
          <p:cNvPr id="3" name="Content Placeholder 2">
            <a:extLst>
              <a:ext uri="{FF2B5EF4-FFF2-40B4-BE49-F238E27FC236}">
                <a16:creationId xmlns:a16="http://schemas.microsoft.com/office/drawing/2014/main" id="{79440EFA-0917-113A-CC8C-21A8D6099CDD}"/>
              </a:ext>
            </a:extLst>
          </p:cNvPr>
          <p:cNvSpPr>
            <a:spLocks noGrp="1"/>
          </p:cNvSpPr>
          <p:nvPr>
            <p:ph idx="1"/>
          </p:nvPr>
        </p:nvSpPr>
        <p:spPr/>
        <p:txBody>
          <a:bodyPr>
            <a:normAutofit lnSpcReduction="10000"/>
          </a:bodyPr>
          <a:lstStyle/>
          <a:p>
            <a:pPr algn="just"/>
            <a:r>
              <a:rPr lang="en-US" sz="2400" b="0" i="0" u="none" strike="noStrike" baseline="0" dirty="0">
                <a:latin typeface="Times New Roman" panose="02020603050405020304" pitchFamily="18" charset="0"/>
                <a:cs typeface="Times New Roman" panose="02020603050405020304" pitchFamily="18" charset="0"/>
              </a:rPr>
              <a:t>A shared memory abstraction simplifies the task of the programmer because he or she has to deal only with read and write operations, and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no message </a:t>
            </a:r>
            <a:r>
              <a:rPr lang="en-IN" sz="2400" b="0" i="0" u="none" strike="noStrike" baseline="0" dirty="0">
                <a:highlight>
                  <a:srgbClr val="FFFF00"/>
                </a:highlight>
                <a:latin typeface="Times New Roman" panose="02020603050405020304" pitchFamily="18" charset="0"/>
                <a:cs typeface="Times New Roman" panose="02020603050405020304" pitchFamily="18" charset="0"/>
              </a:rPr>
              <a:t>communication primitives</a:t>
            </a:r>
            <a:r>
              <a:rPr lang="en-IN" sz="2400" b="0" i="0" u="none" strike="noStrike" baseline="0" dirty="0">
                <a:latin typeface="Times New Roman" panose="02020603050405020304" pitchFamily="18" charset="0"/>
                <a:cs typeface="Times New Roman" panose="02020603050405020304" pitchFamily="18" charset="0"/>
              </a:rPr>
              <a:t>.</a:t>
            </a:r>
          </a:p>
          <a:p>
            <a:pPr algn="just"/>
            <a:r>
              <a:rPr lang="en-US" sz="2400" b="0" i="0" u="none" strike="noStrike" baseline="0" dirty="0">
                <a:latin typeface="Times New Roman" panose="02020603050405020304" pitchFamily="18" charset="0"/>
                <a:cs typeface="Times New Roman" panose="02020603050405020304" pitchFamily="18" charset="0"/>
              </a:rPr>
              <a:t>However, under the covers in the middleware layer, the abstraction of a shared address space has to be implemented by </a:t>
            </a:r>
            <a:r>
              <a:rPr lang="en-IN" sz="2400" b="0" i="0" u="none" strike="noStrike" baseline="0" dirty="0">
                <a:latin typeface="Times New Roman" panose="02020603050405020304" pitchFamily="18" charset="0"/>
                <a:cs typeface="Times New Roman" panose="02020603050405020304" pitchFamily="18" charset="0"/>
              </a:rPr>
              <a:t>using message-passing.</a:t>
            </a:r>
          </a:p>
          <a:p>
            <a:pPr marL="800100" lvl="1" indent="-342900" algn="just">
              <a:buFont typeface="+mj-lt"/>
              <a:buAutoNum type="arabicPeriod"/>
            </a:pPr>
            <a:r>
              <a:rPr lang="en-IN" b="1" i="0" u="none" strike="noStrike" baseline="0" dirty="0">
                <a:latin typeface="Times New Roman" panose="02020603050405020304" pitchFamily="18" charset="0"/>
                <a:cs typeface="Times New Roman" panose="02020603050405020304" pitchFamily="18" charset="0"/>
              </a:rPr>
              <a:t>Wait-free algorithms</a:t>
            </a:r>
            <a:r>
              <a:rPr lang="en-IN" dirty="0">
                <a:latin typeface="Times New Roman" panose="02020603050405020304" pitchFamily="18" charset="0"/>
                <a:cs typeface="Times New Roman" panose="02020603050405020304" pitchFamily="18" charset="0"/>
              </a:rPr>
              <a:t>:</a:t>
            </a:r>
          </a:p>
          <a:p>
            <a:pPr lvl="2" algn="just"/>
            <a:r>
              <a:rPr lang="en-US" sz="2400" b="0" i="0" u="none" strike="noStrike" baseline="0" dirty="0">
                <a:latin typeface="Times New Roman" panose="02020603050405020304" pitchFamily="18" charset="0"/>
                <a:cs typeface="Times New Roman" panose="02020603050405020304" pitchFamily="18" charset="0"/>
              </a:rPr>
              <a:t>Wait-freedom, which can be informally defined as </a:t>
            </a:r>
            <a:r>
              <a:rPr lang="en-US" sz="2400" b="0" i="0" u="none" strike="noStrike" baseline="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ability of a process to complete its execution irrespective of the actions of other processes</a:t>
            </a:r>
            <a:r>
              <a:rPr lang="en-US" sz="2400" b="0" i="0" u="none" strike="noStrike" baseline="0" dirty="0">
                <a:latin typeface="Times New Roman" panose="02020603050405020304" pitchFamily="18" charset="0"/>
                <a:cs typeface="Times New Roman" panose="02020603050405020304" pitchFamily="18" charset="0"/>
              </a:rPr>
              <a:t>, gained prominence in the design of algorithms to control access to shared resources in the shared memory abstraction. </a:t>
            </a:r>
          </a:p>
          <a:p>
            <a:pPr lvl="2" algn="just"/>
            <a:r>
              <a:rPr lang="en-US" sz="2400" b="0" i="0" u="none" strike="noStrike" baseline="0" dirty="0">
                <a:latin typeface="Times New Roman" panose="02020603050405020304" pitchFamily="18" charset="0"/>
                <a:cs typeface="Times New Roman" panose="02020603050405020304" pitchFamily="18" charset="0"/>
              </a:rPr>
              <a:t>While wait-free algorithms are highly desirable, they are also expensive, and designing low overhead wait-free algorithms is a challenge.</a:t>
            </a:r>
          </a:p>
          <a:p>
            <a:pPr marL="971550" lvl="1" indent="-514350" algn="just">
              <a:buFont typeface="+mj-lt"/>
              <a:buAutoNum type="arabicPeriod"/>
            </a:pPr>
            <a:r>
              <a:rPr lang="en-US" b="1" dirty="0">
                <a:latin typeface="Times New Roman" panose="02020603050405020304" pitchFamily="18" charset="0"/>
                <a:cs typeface="Times New Roman" panose="02020603050405020304" pitchFamily="18" charset="0"/>
              </a:rPr>
              <a:t>Mutual Exclusion</a:t>
            </a:r>
            <a:endParaRPr lang="en-IN" b="1" i="0" u="none" strike="noStrike" baseline="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976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C872-E73A-0E6B-912E-5229A68560F1}"/>
              </a:ext>
            </a:extLst>
          </p:cNvPr>
          <p:cNvSpPr>
            <a:spLocks noGrp="1"/>
          </p:cNvSpPr>
          <p:nvPr>
            <p:ph type="title"/>
          </p:nvPr>
        </p:nvSpPr>
        <p:spPr>
          <a:xfrm>
            <a:off x="838200" y="91747"/>
            <a:ext cx="10515600" cy="1325563"/>
          </a:xfrm>
        </p:spPr>
        <p:txBody>
          <a:bodyPr/>
          <a:lstStyle/>
          <a:p>
            <a:r>
              <a:rPr lang="en-IN" b="1" dirty="0">
                <a:latin typeface="Times New Roman" panose="02020603050405020304" pitchFamily="18" charset="0"/>
                <a:cs typeface="Times New Roman" panose="02020603050405020304" pitchFamily="18" charset="0"/>
              </a:rPr>
              <a:t>11.</a:t>
            </a:r>
            <a:r>
              <a:rPr lang="en-US" b="1" dirty="0">
                <a:latin typeface="Times New Roman" panose="02020603050405020304" pitchFamily="18" charset="0"/>
                <a:cs typeface="Times New Roman" panose="02020603050405020304" pitchFamily="18" charset="0"/>
              </a:rPr>
              <a:t> Reliable and fault-tolerant distributed systems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035D28-F780-E129-1719-BAD65B9FEFDE}"/>
              </a:ext>
            </a:extLst>
          </p:cNvPr>
          <p:cNvSpPr>
            <a:spLocks noGrp="1"/>
          </p:cNvSpPr>
          <p:nvPr>
            <p:ph idx="1"/>
          </p:nvPr>
        </p:nvSpPr>
        <p:spPr>
          <a:xfrm>
            <a:off x="838200" y="1417310"/>
            <a:ext cx="10719062" cy="4759653"/>
          </a:xfrm>
        </p:spPr>
        <p:txBody>
          <a:bodyPr>
            <a:normAutofit/>
          </a:bodyPr>
          <a:lstStyle/>
          <a:p>
            <a:pPr algn="l"/>
            <a:r>
              <a:rPr lang="en-US" sz="2400" b="0" i="0" u="none" strike="noStrike" baseline="0" dirty="0">
                <a:latin typeface="Times New Roman" panose="02020603050405020304" pitchFamily="18" charset="0"/>
                <a:cs typeface="Times New Roman" panose="02020603050405020304" pitchFamily="18" charset="0"/>
              </a:rPr>
              <a:t>A reliable and fault-tolerant environment has multiple requirements and aspects, and these can be addressed using various strategies:</a:t>
            </a:r>
          </a:p>
          <a:p>
            <a:pPr marL="514350" indent="-514350" algn="l">
              <a:buFont typeface="+mj-lt"/>
              <a:buAutoNum type="arabicPeriod"/>
            </a:pPr>
            <a:r>
              <a:rPr lang="en-IN" sz="2400" b="1" i="0" u="none" strike="noStrike" baseline="0" dirty="0">
                <a:latin typeface="Times New Roman" panose="02020603050405020304" pitchFamily="18" charset="0"/>
                <a:cs typeface="Times New Roman" panose="02020603050405020304" pitchFamily="18" charset="0"/>
              </a:rPr>
              <a:t>Consensus algorithms</a:t>
            </a:r>
            <a:endParaRPr lang="en-US" sz="2400" dirty="0">
              <a:latin typeface="Times New Roman" panose="02020603050405020304" pitchFamily="18" charset="0"/>
              <a:cs typeface="Times New Roman" panose="02020603050405020304" pitchFamily="18" charset="0"/>
            </a:endParaRPr>
          </a:p>
          <a:p>
            <a:pPr algn="l"/>
            <a:r>
              <a:rPr lang="en-US" sz="2400" b="0" i="1" u="none" strike="noStrike" baseline="0" dirty="0">
                <a:latin typeface="Times New Roman" panose="02020603050405020304" pitchFamily="18" charset="0"/>
                <a:cs typeface="Times New Roman" panose="02020603050405020304" pitchFamily="18" charset="0"/>
              </a:rPr>
              <a:t>All algorithms ultimately rely on message passing, and the recipients take actions based on the contents of the received messages</a:t>
            </a:r>
            <a:r>
              <a:rPr lang="en-US" sz="2400" b="0" i="0" u="none" strike="noStrike" baseline="0" dirty="0">
                <a:latin typeface="Times New Roman" panose="02020603050405020304" pitchFamily="18" charset="0"/>
                <a:cs typeface="Times New Roman" panose="02020603050405020304" pitchFamily="18" charset="0"/>
              </a:rPr>
              <a:t>. </a:t>
            </a:r>
          </a:p>
          <a:p>
            <a:pPr algn="l"/>
            <a:r>
              <a:rPr lang="en-US" sz="2400" b="0" i="0" u="none" strike="noStrike" baseline="0" dirty="0">
                <a:latin typeface="Times New Roman" panose="02020603050405020304" pitchFamily="18" charset="0"/>
                <a:cs typeface="Times New Roman" panose="02020603050405020304" pitchFamily="18" charset="0"/>
              </a:rPr>
              <a:t>Consensus algorithms </a:t>
            </a:r>
            <a:r>
              <a:rPr lang="en-US" sz="2400" b="0" i="0" u="none" strike="noStrike" baseline="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allow correctly functioning processes to reach agreement among themselves in spite of the existence of some malicious </a:t>
            </a:r>
            <a:r>
              <a:rPr lang="en-US" sz="2400" b="0" i="0" u="none" strike="noStrike" baseline="0" dirty="0">
                <a:latin typeface="Times New Roman" panose="02020603050405020304" pitchFamily="18" charset="0"/>
                <a:cs typeface="Times New Roman" panose="02020603050405020304" pitchFamily="18" charset="0"/>
              </a:rPr>
              <a:t>(adversarial) processes whose identities are not known to the correctly functioning processes. </a:t>
            </a:r>
          </a:p>
          <a:p>
            <a:pPr algn="l"/>
            <a:r>
              <a:rPr lang="en-US" sz="2400" b="0" i="0" u="none" strike="noStrike" baseline="0" dirty="0">
                <a:latin typeface="Times New Roman" panose="02020603050405020304" pitchFamily="18" charset="0"/>
                <a:cs typeface="Times New Roman" panose="02020603050405020304" pitchFamily="18" charset="0"/>
              </a:rPr>
              <a:t>The goal of the malicious processes is to prevent the correctly functioning processes from reaching agreement.</a:t>
            </a:r>
          </a:p>
          <a:p>
            <a:pPr algn="l"/>
            <a:r>
              <a:rPr lang="en-US" sz="2400" b="0" i="0" u="none" strike="noStrike" baseline="0" dirty="0">
                <a:latin typeface="Times New Roman" panose="02020603050405020304" pitchFamily="18" charset="0"/>
                <a:cs typeface="Times New Roman" panose="02020603050405020304" pitchFamily="18" charset="0"/>
              </a:rPr>
              <a:t>The malicious processes operate by sending messages with misleading information, to confuse the correctly functioning processes.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663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71189-30FD-4BA4-C493-2EF6CA0795FF}"/>
              </a:ext>
            </a:extLst>
          </p:cNvPr>
          <p:cNvSpPr>
            <a:spLocks noGrp="1"/>
          </p:cNvSpPr>
          <p:nvPr>
            <p:ph idx="1"/>
          </p:nvPr>
        </p:nvSpPr>
        <p:spPr>
          <a:xfrm>
            <a:off x="838200" y="175934"/>
            <a:ext cx="10671928" cy="5385879"/>
          </a:xfrm>
        </p:spPr>
        <p:txBody>
          <a:bodyPr>
            <a:normAutofit lnSpcReduction="10000"/>
          </a:bodyPr>
          <a:lstStyle/>
          <a:p>
            <a:pPr marL="0" indent="0" algn="just">
              <a:buNone/>
            </a:pPr>
            <a:r>
              <a:rPr lang="en-US" sz="2400" b="1" i="0" u="none" strike="noStrike" baseline="0" dirty="0">
                <a:latin typeface="Times New Roman" panose="02020603050405020304" pitchFamily="18" charset="0"/>
                <a:cs typeface="Times New Roman" panose="02020603050405020304" pitchFamily="18" charset="0"/>
              </a:rPr>
              <a:t>2. Replication and replica management </a:t>
            </a:r>
          </a:p>
          <a:p>
            <a:pPr algn="just"/>
            <a:r>
              <a:rPr lang="en-US" sz="2400" b="0" i="0" u="none" strike="noStrike" baseline="0" dirty="0">
                <a:latin typeface="Times New Roman" panose="02020603050405020304" pitchFamily="18" charset="0"/>
                <a:cs typeface="Times New Roman" panose="02020603050405020304" pitchFamily="18" charset="0"/>
              </a:rPr>
              <a:t>Replication (as in having backup servers) is a classical method of providing fault-tolerance</a:t>
            </a:r>
          </a:p>
          <a:p>
            <a:pPr marL="0" indent="0" algn="just">
              <a:buNone/>
            </a:pPr>
            <a:r>
              <a:rPr lang="en-US" sz="2400" dirty="0">
                <a:latin typeface="Times New Roman" panose="02020603050405020304" pitchFamily="18" charset="0"/>
                <a:cs typeface="Times New Roman" panose="02020603050405020304" pitchFamily="18" charset="0"/>
              </a:rPr>
              <a:t>3. </a:t>
            </a:r>
            <a:r>
              <a:rPr lang="en-US" sz="2400" b="1" i="0" u="none" strike="noStrike" baseline="0" dirty="0">
                <a:latin typeface="Times New Roman" panose="02020603050405020304" pitchFamily="18" charset="0"/>
                <a:cs typeface="Times New Roman" panose="02020603050405020304" pitchFamily="18" charset="0"/>
              </a:rPr>
              <a:t>Distributed databases and distributed commit</a:t>
            </a:r>
            <a:endParaRPr lang="en-US" sz="2400" dirty="0">
              <a:latin typeface="Times New Roman" panose="02020603050405020304" pitchFamily="18" charset="0"/>
              <a:cs typeface="Times New Roman" panose="02020603050405020304" pitchFamily="18" charset="0"/>
            </a:endParaRPr>
          </a:p>
          <a:p>
            <a:pPr algn="just"/>
            <a:r>
              <a:rPr lang="en-IN" sz="2400" b="0" i="0" u="none" strike="noStrike" baseline="0" dirty="0">
                <a:latin typeface="Times New Roman" panose="02020603050405020304" pitchFamily="18" charset="0"/>
                <a:cs typeface="Times New Roman" panose="02020603050405020304" pitchFamily="18" charset="0"/>
              </a:rPr>
              <a:t>For distributed </a:t>
            </a:r>
            <a:r>
              <a:rPr lang="en-US" sz="2400" b="0" i="0" u="none" strike="noStrike" baseline="0" dirty="0">
                <a:latin typeface="Times New Roman" panose="02020603050405020304" pitchFamily="18" charset="0"/>
                <a:cs typeface="Times New Roman" panose="02020603050405020304" pitchFamily="18" charset="0"/>
              </a:rPr>
              <a:t>databases, the traditional properties of the transaction (A.C.I.D. – atomicity, consistency, isolation, durability) need to be preserved in the distributed </a:t>
            </a:r>
            <a:r>
              <a:rPr lang="en-IN" sz="2400" b="0" i="0" u="none" strike="noStrike" baseline="0" dirty="0">
                <a:latin typeface="Times New Roman" panose="02020603050405020304" pitchFamily="18" charset="0"/>
                <a:cs typeface="Times New Roman" panose="02020603050405020304" pitchFamily="18" charset="0"/>
              </a:rPr>
              <a:t>setting.</a:t>
            </a:r>
          </a:p>
          <a:p>
            <a:pPr algn="just"/>
            <a:r>
              <a:rPr lang="en-US" sz="2400" b="0" i="0" u="none" strike="noStrike" baseline="0" dirty="0">
                <a:latin typeface="Times New Roman" panose="02020603050405020304" pitchFamily="18" charset="0"/>
                <a:cs typeface="Times New Roman" panose="02020603050405020304" pitchFamily="18" charset="0"/>
              </a:rPr>
              <a:t>A </a:t>
            </a:r>
            <a:r>
              <a:rPr lang="en-US" sz="2400" b="0" i="1" u="none" strike="noStrike" baseline="0" dirty="0">
                <a:latin typeface="Times New Roman" panose="02020603050405020304" pitchFamily="18" charset="0"/>
                <a:cs typeface="Times New Roman" panose="02020603050405020304" pitchFamily="18" charset="0"/>
              </a:rPr>
              <a:t>self-stabilizing </a:t>
            </a:r>
            <a:r>
              <a:rPr lang="en-US" sz="2400" b="0" i="0" u="none" strike="noStrike" baseline="0" dirty="0">
                <a:latin typeface="Times New Roman" panose="02020603050405020304" pitchFamily="18" charset="0"/>
                <a:cs typeface="Times New Roman" panose="02020603050405020304" pitchFamily="18" charset="0"/>
              </a:rPr>
              <a:t>algorithm is any algorithm that is guaranteed to eventually take the system to a good state even if a bad state were to arise due to some error. And designing of it is a challenge.</a:t>
            </a:r>
          </a:p>
          <a:p>
            <a:pPr marL="0" indent="0" algn="just">
              <a:buNone/>
            </a:pPr>
            <a:r>
              <a:rPr lang="en-US" sz="2400" dirty="0">
                <a:latin typeface="Times New Roman" panose="02020603050405020304" pitchFamily="18" charset="0"/>
                <a:cs typeface="Times New Roman" panose="02020603050405020304" pitchFamily="18" charset="0"/>
              </a:rPr>
              <a:t>4. </a:t>
            </a:r>
            <a:r>
              <a:rPr lang="en-US" sz="2400" b="1" dirty="0">
                <a:latin typeface="Times New Roman" panose="02020603050405020304" pitchFamily="18" charset="0"/>
                <a:cs typeface="Times New Roman" panose="02020603050405020304" pitchFamily="18" charset="0"/>
              </a:rPr>
              <a:t>Failure detectors </a:t>
            </a:r>
          </a:p>
          <a:p>
            <a:pPr algn="just"/>
            <a:r>
              <a:rPr lang="en-US" sz="2400" dirty="0">
                <a:latin typeface="Times New Roman" panose="02020603050405020304" pitchFamily="18" charset="0"/>
                <a:cs typeface="Times New Roman" panose="02020603050405020304" pitchFamily="18" charset="0"/>
              </a:rPr>
              <a:t>A fundamental limitation of asynchronous distributed systems is that there is no theoretical bound on the message transmission times. </a:t>
            </a:r>
          </a:p>
          <a:p>
            <a:pPr algn="just"/>
            <a:r>
              <a:rPr lang="en-US" sz="2400" dirty="0">
                <a:latin typeface="Times New Roman" panose="02020603050405020304" pitchFamily="18" charset="0"/>
                <a:cs typeface="Times New Roman" panose="02020603050405020304" pitchFamily="18" charset="0"/>
              </a:rPr>
              <a:t>Hence, it is impossible to distinguish a sent-but-not-yet-arrived message from a message that was never sent.</a:t>
            </a:r>
            <a:endParaRPr lang="en-US" sz="2400" b="0" i="0" u="none" strike="noStrike" baseline="0" dirty="0">
              <a:latin typeface="Times New Roman" panose="02020603050405020304" pitchFamily="18" charset="0"/>
              <a:cs typeface="Times New Roman" panose="02020603050405020304" pitchFamily="18" charset="0"/>
            </a:endParaRPr>
          </a:p>
          <a:p>
            <a:pPr algn="just"/>
            <a:endParaRPr lang="en-US" sz="2400" b="0" i="0" u="none" strike="noStrike" baseline="0" dirty="0">
              <a:latin typeface="Times New Roman" panose="02020603050405020304" pitchFamily="18" charset="0"/>
              <a:cs typeface="Times New Roman" panose="02020603050405020304" pitchFamily="18" charset="0"/>
            </a:endParaRPr>
          </a:p>
          <a:p>
            <a:pPr marL="0" indent="0" algn="just">
              <a:buNone/>
            </a:pPr>
            <a:endParaRPr lang="en-US" sz="2400" b="0" i="0" u="none" strike="noStrike" baseline="0" dirty="0">
              <a:latin typeface="Times New Roman" panose="02020603050405020304" pitchFamily="18" charset="0"/>
              <a:cs typeface="Times New Roman" panose="02020603050405020304" pitchFamily="18" charset="0"/>
            </a:endParaRPr>
          </a:p>
          <a:p>
            <a:pPr marL="0" indent="0" algn="just">
              <a:buNone/>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203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53CFD6-34AD-944C-0F25-38819CE855A9}"/>
              </a:ext>
            </a:extLst>
          </p:cNvPr>
          <p:cNvSpPr>
            <a:spLocks noGrp="1"/>
          </p:cNvSpPr>
          <p:nvPr>
            <p:ph idx="1"/>
          </p:nvPr>
        </p:nvSpPr>
        <p:spPr>
          <a:xfrm>
            <a:off x="838200" y="480767"/>
            <a:ext cx="10464538" cy="5696196"/>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Failure detectors represent a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class of algorithms </a:t>
            </a:r>
            <a:r>
              <a:rPr lang="en-US" sz="2400" b="0" i="0" u="none" strike="noStrike" baseline="0" dirty="0">
                <a:latin typeface="Times New Roman" panose="02020603050405020304" pitchFamily="18" charset="0"/>
                <a:cs typeface="Times New Roman" panose="02020603050405020304" pitchFamily="18" charset="0"/>
              </a:rPr>
              <a:t>that probabilistically suspect another process as having failed (such as after timing out after non-receipt of a message for some time), and then converge on a determination of the up/down status of the </a:t>
            </a:r>
            <a:r>
              <a:rPr lang="en-IN" sz="2400" b="0" i="0" u="none" strike="noStrike" baseline="0" dirty="0">
                <a:latin typeface="Times New Roman" panose="02020603050405020304" pitchFamily="18" charset="0"/>
                <a:cs typeface="Times New Roman" panose="02020603050405020304" pitchFamily="18" charset="0"/>
              </a:rPr>
              <a:t>suspected process.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28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C918-4E04-B2EF-BF19-FC83A0532FE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12. </a:t>
            </a:r>
            <a:r>
              <a:rPr lang="en-IN" sz="4400" b="1" i="0" u="none" strike="noStrike" baseline="0" dirty="0">
                <a:latin typeface="Times New Roman" panose="02020603050405020304" pitchFamily="18" charset="0"/>
                <a:cs typeface="Times New Roman" panose="02020603050405020304" pitchFamily="18" charset="0"/>
              </a:rPr>
              <a:t>Load balancing</a:t>
            </a:r>
            <a:br>
              <a:rPr lang="en-IN" sz="4400" b="1" i="0" u="none" strike="noStrike" baseline="0"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B7D02A-7DF5-B279-6FF6-0A99EAD1373C}"/>
              </a:ext>
            </a:extLst>
          </p:cNvPr>
          <p:cNvSpPr>
            <a:spLocks noGrp="1"/>
          </p:cNvSpPr>
          <p:nvPr>
            <p:ph idx="1"/>
          </p:nvPr>
        </p:nvSpPr>
        <p:spPr>
          <a:xfrm>
            <a:off x="838200" y="1253331"/>
            <a:ext cx="10515600" cy="4600714"/>
          </a:xfrm>
        </p:spPr>
        <p:txBody>
          <a:bodyPr>
            <a:normAutofit/>
          </a:bodyPr>
          <a:lstStyle/>
          <a:p>
            <a:pPr algn="just"/>
            <a:r>
              <a:rPr lang="en-US" sz="2400" b="0" i="0" u="none" strike="noStrike" baseline="0" dirty="0">
                <a:latin typeface="Times New Roman" panose="02020603050405020304" pitchFamily="18" charset="0"/>
                <a:cs typeface="Times New Roman" panose="02020603050405020304" pitchFamily="18" charset="0"/>
              </a:rPr>
              <a:t>The goal of load balancing is to gain higher throughput, and reduce the user perceived latency. </a:t>
            </a:r>
          </a:p>
          <a:p>
            <a:pPr algn="just"/>
            <a:r>
              <a:rPr lang="en-US" sz="2400" b="0" i="0" u="none" strike="noStrike" baseline="0" dirty="0">
                <a:latin typeface="Times New Roman" panose="02020603050405020304" pitchFamily="18" charset="0"/>
                <a:cs typeface="Times New Roman" panose="02020603050405020304" pitchFamily="18" charset="0"/>
              </a:rPr>
              <a:t>Load </a:t>
            </a:r>
            <a:r>
              <a:rPr lang="en-US" sz="2400" b="0" i="1" u="none" strike="noStrike" baseline="0" dirty="0">
                <a:solidFill>
                  <a:srgbClr val="FF0000"/>
                </a:solidFill>
                <a:latin typeface="Times New Roman" panose="02020603050405020304" pitchFamily="18" charset="0"/>
                <a:cs typeface="Times New Roman" panose="02020603050405020304" pitchFamily="18" charset="0"/>
              </a:rPr>
              <a:t>balancing may be necessary </a:t>
            </a:r>
            <a:r>
              <a:rPr lang="en-US" sz="2400" b="0" i="0" u="none" strike="noStrike" baseline="0" dirty="0">
                <a:latin typeface="Times New Roman" panose="02020603050405020304" pitchFamily="18" charset="0"/>
                <a:cs typeface="Times New Roman" panose="02020603050405020304" pitchFamily="18" charset="0"/>
              </a:rPr>
              <a:t>because of a variety of factors such as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high network traffic </a:t>
            </a:r>
            <a:r>
              <a:rPr lang="en-US" sz="2400" b="0" i="0" u="none" strike="noStrike" baseline="0" dirty="0">
                <a:latin typeface="Times New Roman" panose="02020603050405020304" pitchFamily="18" charset="0"/>
                <a:cs typeface="Times New Roman" panose="02020603050405020304" pitchFamily="18" charset="0"/>
              </a:rPr>
              <a:t>or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high request rate </a:t>
            </a:r>
            <a:r>
              <a:rPr lang="en-US" sz="2400" b="0" i="0" u="none" strike="noStrike" baseline="0" dirty="0">
                <a:latin typeface="Times New Roman" panose="02020603050405020304" pitchFamily="18" charset="0"/>
                <a:cs typeface="Times New Roman" panose="02020603050405020304" pitchFamily="18" charset="0"/>
              </a:rPr>
              <a:t>causing the network connection to be a bottleneck, or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high computational load</a:t>
            </a:r>
            <a:r>
              <a:rPr lang="en-US" sz="2400" b="0" i="0" u="none" strike="noStrike" baseline="0" dirty="0">
                <a:latin typeface="Times New Roman" panose="02020603050405020304" pitchFamily="18" charset="0"/>
                <a:cs typeface="Times New Roman" panose="02020603050405020304" pitchFamily="18" charset="0"/>
              </a:rPr>
              <a:t>.</a:t>
            </a:r>
          </a:p>
          <a:p>
            <a:pPr algn="l"/>
            <a:r>
              <a:rPr lang="en-IN" sz="2400" b="0" i="0" u="none" strike="noStrike" baseline="0" dirty="0">
                <a:latin typeface="Times New Roman" panose="02020603050405020304" pitchFamily="18" charset="0"/>
                <a:cs typeface="Times New Roman" panose="02020603050405020304" pitchFamily="18" charset="0"/>
              </a:rPr>
              <a:t>The following are </a:t>
            </a:r>
            <a:r>
              <a:rPr lang="en-US" sz="2400" b="0" i="0" u="none" strike="noStrike" baseline="0" dirty="0">
                <a:latin typeface="Times New Roman" panose="02020603050405020304" pitchFamily="18" charset="0"/>
                <a:cs typeface="Times New Roman" panose="02020603050405020304" pitchFamily="18" charset="0"/>
              </a:rPr>
              <a:t>some forms of load balancing:</a:t>
            </a:r>
          </a:p>
          <a:p>
            <a:pPr lvl="1" algn="just">
              <a:buFont typeface="Wingdings" panose="05000000000000000000" pitchFamily="2" charset="2"/>
              <a:buChar char="ü"/>
            </a:pPr>
            <a:r>
              <a:rPr lang="en-US" b="1" i="0" u="none" strike="noStrike" baseline="0" dirty="0">
                <a:latin typeface="Times New Roman" panose="02020603050405020304" pitchFamily="18" charset="0"/>
                <a:cs typeface="Times New Roman" panose="02020603050405020304" pitchFamily="18" charset="0"/>
              </a:rPr>
              <a:t>Data migration </a:t>
            </a:r>
            <a:r>
              <a:rPr lang="en-US" b="0" i="0" u="none" strike="noStrike" baseline="0" dirty="0">
                <a:latin typeface="Times New Roman" panose="02020603050405020304" pitchFamily="18" charset="0"/>
                <a:cs typeface="Times New Roman" panose="02020603050405020304" pitchFamily="18" charset="0"/>
              </a:rPr>
              <a:t>The ability to </a:t>
            </a:r>
            <a:r>
              <a:rPr lang="en-US" b="0" i="0" u="none" strike="noStrike" baseline="0" dirty="0">
                <a:highlight>
                  <a:srgbClr val="FFFF00"/>
                </a:highlight>
                <a:latin typeface="Times New Roman" panose="02020603050405020304" pitchFamily="18" charset="0"/>
                <a:cs typeface="Times New Roman" panose="02020603050405020304" pitchFamily="18" charset="0"/>
              </a:rPr>
              <a:t>move data </a:t>
            </a:r>
            <a:r>
              <a:rPr lang="en-US" b="0" i="0" u="none" strike="noStrike" baseline="0" dirty="0">
                <a:latin typeface="Times New Roman" panose="02020603050405020304" pitchFamily="18" charset="0"/>
                <a:cs typeface="Times New Roman" panose="02020603050405020304" pitchFamily="18" charset="0"/>
              </a:rPr>
              <a:t>(which may be replicated) around in the system, based on the access pattern of the users.</a:t>
            </a:r>
          </a:p>
          <a:p>
            <a:pPr lvl="1" algn="just">
              <a:buFont typeface="Wingdings" panose="05000000000000000000" pitchFamily="2" charset="2"/>
              <a:buChar char="ü"/>
            </a:pPr>
            <a:r>
              <a:rPr lang="en-US" b="1" i="0" u="none" strike="noStrike" baseline="0" dirty="0">
                <a:latin typeface="Times New Roman" panose="02020603050405020304" pitchFamily="18" charset="0"/>
                <a:cs typeface="Times New Roman" panose="02020603050405020304" pitchFamily="18" charset="0"/>
              </a:rPr>
              <a:t>Computation migration </a:t>
            </a:r>
            <a:r>
              <a:rPr lang="en-US" b="0" i="0" u="none" strike="noStrike" baseline="0" dirty="0">
                <a:latin typeface="Times New Roman" panose="02020603050405020304" pitchFamily="18" charset="0"/>
                <a:cs typeface="Times New Roman" panose="02020603050405020304" pitchFamily="18" charset="0"/>
              </a:rPr>
              <a:t>The ability to </a:t>
            </a:r>
            <a:r>
              <a:rPr lang="en-US" b="0" i="0" u="none" strike="noStrike" baseline="0" dirty="0">
                <a:highlight>
                  <a:srgbClr val="FFFF00"/>
                </a:highlight>
                <a:latin typeface="Times New Roman" panose="02020603050405020304" pitchFamily="18" charset="0"/>
                <a:cs typeface="Times New Roman" panose="02020603050405020304" pitchFamily="18" charset="0"/>
              </a:rPr>
              <a:t>relocate processes </a:t>
            </a:r>
            <a:r>
              <a:rPr lang="en-US" b="0" i="0" u="none" strike="noStrike" baseline="0" dirty="0">
                <a:latin typeface="Times New Roman" panose="02020603050405020304" pitchFamily="18" charset="0"/>
                <a:cs typeface="Times New Roman" panose="02020603050405020304" pitchFamily="18" charset="0"/>
              </a:rPr>
              <a:t>in order to perform a redistribution of the workload.</a:t>
            </a:r>
          </a:p>
          <a:p>
            <a:pPr lvl="1" algn="just">
              <a:buFont typeface="Wingdings" panose="05000000000000000000" pitchFamily="2" charset="2"/>
              <a:buChar char="ü"/>
            </a:pPr>
            <a:r>
              <a:rPr lang="en-US" b="1" i="0" u="none" strike="noStrike" baseline="0" dirty="0">
                <a:latin typeface="Times New Roman" panose="02020603050405020304" pitchFamily="18" charset="0"/>
                <a:cs typeface="Times New Roman" panose="02020603050405020304" pitchFamily="18" charset="0"/>
              </a:rPr>
              <a:t>Distributed scheduling </a:t>
            </a:r>
            <a:r>
              <a:rPr lang="en-US" b="0" i="0" u="none" strike="noStrike" baseline="0" dirty="0">
                <a:latin typeface="Times New Roman" panose="02020603050405020304" pitchFamily="18" charset="0"/>
                <a:cs typeface="Times New Roman" panose="02020603050405020304" pitchFamily="18" charset="0"/>
              </a:rPr>
              <a:t>This achieves </a:t>
            </a:r>
            <a:r>
              <a:rPr lang="en-US" b="0" i="0" u="none" strike="noStrike" baseline="0" dirty="0">
                <a:highlight>
                  <a:srgbClr val="FFFF00"/>
                </a:highlight>
                <a:latin typeface="Times New Roman" panose="02020603050405020304" pitchFamily="18" charset="0"/>
                <a:cs typeface="Times New Roman" panose="02020603050405020304" pitchFamily="18" charset="0"/>
              </a:rPr>
              <a:t>a better turnaround time </a:t>
            </a:r>
            <a:r>
              <a:rPr lang="en-US" b="0" i="0" u="none" strike="noStrike" baseline="0" dirty="0">
                <a:latin typeface="Times New Roman" panose="02020603050405020304" pitchFamily="18" charset="0"/>
                <a:cs typeface="Times New Roman" panose="02020603050405020304" pitchFamily="18" charset="0"/>
              </a:rPr>
              <a:t>for the users by </a:t>
            </a:r>
            <a:r>
              <a:rPr lang="en-US" b="0" i="0" u="none" strike="noStrike" baseline="0" dirty="0">
                <a:highlight>
                  <a:srgbClr val="FFFF00"/>
                </a:highlight>
                <a:latin typeface="Times New Roman" panose="02020603050405020304" pitchFamily="18" charset="0"/>
                <a:cs typeface="Times New Roman" panose="02020603050405020304" pitchFamily="18" charset="0"/>
              </a:rPr>
              <a:t>using idle processing power </a:t>
            </a:r>
            <a:r>
              <a:rPr lang="en-US" b="0" i="0" u="none" strike="noStrike" baseline="0" dirty="0">
                <a:latin typeface="Times New Roman" panose="02020603050405020304" pitchFamily="18" charset="0"/>
                <a:cs typeface="Times New Roman" panose="02020603050405020304" pitchFamily="18" charset="0"/>
              </a:rPr>
              <a:t>in the system more efficiently.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5239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4E53-7405-CB22-DD61-FD70B2EFB70B}"/>
              </a:ext>
            </a:extLst>
          </p:cNvPr>
          <p:cNvSpPr>
            <a:spLocks noGrp="1"/>
          </p:cNvSpPr>
          <p:nvPr>
            <p:ph type="title"/>
          </p:nvPr>
        </p:nvSpPr>
        <p:spPr/>
        <p:txBody>
          <a:bodyPr/>
          <a:lstStyle/>
          <a:p>
            <a:r>
              <a:rPr lang="en-IN" sz="4400" b="1" i="0" u="none" strike="noStrike" baseline="0" dirty="0">
                <a:latin typeface="Times New Roman" panose="02020603050405020304" pitchFamily="18" charset="0"/>
                <a:cs typeface="Times New Roman" panose="02020603050405020304" pitchFamily="18" charset="0"/>
              </a:rPr>
              <a:t>13. Real-time scheduling</a:t>
            </a:r>
            <a:br>
              <a:rPr lang="en-IN" sz="4400" b="1" i="0" u="none" strike="noStrike" baseline="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FC516F-9322-14F2-F8CA-D6C4EDEC3D0C}"/>
              </a:ext>
            </a:extLst>
          </p:cNvPr>
          <p:cNvSpPr>
            <a:spLocks noGrp="1"/>
          </p:cNvSpPr>
          <p:nvPr>
            <p:ph idx="1"/>
          </p:nvPr>
        </p:nvSpPr>
        <p:spPr>
          <a:xfrm>
            <a:off x="753359" y="1391992"/>
            <a:ext cx="10515600" cy="4351338"/>
          </a:xfrm>
        </p:spPr>
        <p:txBody>
          <a:bodyPr>
            <a:normAutofit/>
          </a:bodyPr>
          <a:lstStyle/>
          <a:p>
            <a:pPr algn="just"/>
            <a:r>
              <a:rPr lang="en-US" sz="2400" b="0" i="0" u="none" strike="noStrike" baseline="0" dirty="0">
                <a:latin typeface="Times New Roman" panose="02020603050405020304" pitchFamily="18" charset="0"/>
                <a:cs typeface="Times New Roman" panose="02020603050405020304" pitchFamily="18" charset="0"/>
              </a:rPr>
              <a:t>Real-time scheduling is important for mission-critical applications, to accomplish the task execution on schedule. </a:t>
            </a:r>
          </a:p>
          <a:p>
            <a:pPr algn="just"/>
            <a:r>
              <a:rPr lang="en-US" sz="2400" b="0" i="0" u="none" strike="noStrike" baseline="0" dirty="0">
                <a:latin typeface="Times New Roman" panose="02020603050405020304" pitchFamily="18" charset="0"/>
                <a:cs typeface="Times New Roman" panose="02020603050405020304" pitchFamily="18" charset="0"/>
              </a:rPr>
              <a:t>The problem becomes more challenging in a distributed system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where a global view of the system state is absent.</a:t>
            </a:r>
            <a:endParaRPr lang="en-IN" sz="36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982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2F41-A82D-6A13-87EC-5F9C0107982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14. </a:t>
            </a:r>
            <a:r>
              <a:rPr lang="en-IN" sz="4400" b="1" i="0" u="none" strike="noStrike" baseline="0" dirty="0">
                <a:latin typeface="Times New Roman" panose="02020603050405020304" pitchFamily="18" charset="0"/>
                <a:cs typeface="Times New Roman" panose="02020603050405020304" pitchFamily="18" charset="0"/>
              </a:rPr>
              <a:t>Performance</a:t>
            </a:r>
            <a:br>
              <a:rPr lang="en-IN" sz="4400" b="1" i="0" u="none" strike="noStrike" baseline="0" dirty="0">
                <a:latin typeface="intirb"/>
              </a:rPr>
            </a:br>
            <a:endParaRPr lang="en-IN" dirty="0"/>
          </a:p>
        </p:txBody>
      </p:sp>
      <p:sp>
        <p:nvSpPr>
          <p:cNvPr id="3" name="Content Placeholder 2">
            <a:extLst>
              <a:ext uri="{FF2B5EF4-FFF2-40B4-BE49-F238E27FC236}">
                <a16:creationId xmlns:a16="http://schemas.microsoft.com/office/drawing/2014/main" id="{FC02C118-62F4-31BC-5209-73F6CD0731B8}"/>
              </a:ext>
            </a:extLst>
          </p:cNvPr>
          <p:cNvSpPr>
            <a:spLocks noGrp="1"/>
          </p:cNvSpPr>
          <p:nvPr>
            <p:ph idx="1"/>
          </p:nvPr>
        </p:nvSpPr>
        <p:spPr>
          <a:xfrm>
            <a:off x="743932" y="1253331"/>
            <a:ext cx="10515600" cy="4351338"/>
          </a:xfrm>
        </p:spPr>
        <p:txBody>
          <a:bodyPr>
            <a:normAutofit/>
          </a:bodyPr>
          <a:lstStyle/>
          <a:p>
            <a:pPr algn="l"/>
            <a:r>
              <a:rPr lang="en-US" sz="2400" b="0" i="0" u="none" strike="noStrike" baseline="0" dirty="0">
                <a:latin typeface="Times New Roman" panose="02020603050405020304" pitchFamily="18" charset="0"/>
                <a:cs typeface="Times New Roman" panose="02020603050405020304" pitchFamily="18" charset="0"/>
              </a:rPr>
              <a:t>Although high throughput is not the primary goal of using a distributed system, achieving good performance is important. </a:t>
            </a:r>
          </a:p>
          <a:p>
            <a:pPr algn="l"/>
            <a:r>
              <a:rPr lang="en-US" sz="2400" b="0" i="0" u="none" strike="noStrike" baseline="0" dirty="0">
                <a:latin typeface="Times New Roman" panose="02020603050405020304" pitchFamily="18" charset="0"/>
                <a:cs typeface="Times New Roman" panose="02020603050405020304" pitchFamily="18" charset="0"/>
              </a:rPr>
              <a:t>In large distributed systems, network latency (propagation and transmission times) and access to shared resources can lead to large delays which must be minimized.</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4531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804</TotalTime>
  <Words>1651</Words>
  <Application>Microsoft Office PowerPoint</Application>
  <PresentationFormat>Widescreen</PresentationFormat>
  <Paragraphs>99</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intirb</vt:lpstr>
      <vt:lpstr>Times New Roman</vt:lpstr>
      <vt:lpstr>Wingdings</vt:lpstr>
      <vt:lpstr>Office Theme</vt:lpstr>
      <vt:lpstr>Module 1_Part_2</vt:lpstr>
      <vt:lpstr>Algorithmic challenges in distributed computing</vt:lpstr>
      <vt:lpstr>PowerPoint Presentation</vt:lpstr>
      <vt:lpstr>Designing useful execution models and frameworks </vt:lpstr>
      <vt:lpstr>2. Dynamic distributed graph algorithms and distributed routing algorithms </vt:lpstr>
      <vt:lpstr>3. Time and global state in a distributed system</vt:lpstr>
      <vt:lpstr>4. Synchronization/coordination mechanisms</vt:lpstr>
      <vt:lpstr>PowerPoint Presentation</vt:lpstr>
      <vt:lpstr>5. Group communication, multicast, and ordered message delivery</vt:lpstr>
      <vt:lpstr>6. Monitoring distributed events and predicates</vt:lpstr>
      <vt:lpstr>7. Distributed program design and verification tools</vt:lpstr>
      <vt:lpstr>8. Debugging distributed programs</vt:lpstr>
      <vt:lpstr>9. Data replication, consistency models, and caching</vt:lpstr>
      <vt:lpstr>10. Distributed shared memory abstraction</vt:lpstr>
      <vt:lpstr>11. Reliable and fault-tolerant distributed systems</vt:lpstr>
      <vt:lpstr>PowerPoint Presentation</vt:lpstr>
      <vt:lpstr>PowerPoint Presentation</vt:lpstr>
      <vt:lpstr>12. Load balancing </vt:lpstr>
      <vt:lpstr>13. Real-time scheduling </vt:lpstr>
      <vt:lpstr>14. Performance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1_Part_2</dc:title>
  <dc:creator>JESNA J S</dc:creator>
  <cp:lastModifiedBy>JESNA J S</cp:lastModifiedBy>
  <cp:revision>1</cp:revision>
  <dcterms:created xsi:type="dcterms:W3CDTF">2024-01-24T17:38:04Z</dcterms:created>
  <dcterms:modified xsi:type="dcterms:W3CDTF">2024-01-25T07:02:04Z</dcterms:modified>
</cp:coreProperties>
</file>