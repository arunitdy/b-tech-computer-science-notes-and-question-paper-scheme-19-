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NA J S" userId="1cf9dc77da0791c6" providerId="LiveId" clId="{1A58E538-008A-4AA8-89F6-B8208E22422C}"/>
    <pc:docChg chg="delSld">
      <pc:chgData name="JESNA J S" userId="1cf9dc77da0791c6" providerId="LiveId" clId="{1A58E538-008A-4AA8-89F6-B8208E22422C}" dt="2024-04-17T15:53:45.334" v="0" actId="47"/>
      <pc:docMkLst>
        <pc:docMk/>
      </pc:docMkLst>
      <pc:sldChg chg="del">
        <pc:chgData name="JESNA J S" userId="1cf9dc77da0791c6" providerId="LiveId" clId="{1A58E538-008A-4AA8-89F6-B8208E22422C}" dt="2024-04-17T15:53:45.334" v="0" actId="47"/>
        <pc:sldMkLst>
          <pc:docMk/>
          <pc:sldMk cId="2801720292" sldId="268"/>
        </pc:sldMkLst>
      </pc:sldChg>
    </pc:docChg>
  </pc:docChgLst>
  <pc:docChgLst>
    <pc:chgData name="JESNA J S" userId="1cf9dc77da0791c6" providerId="LiveId" clId="{2CDCB667-0852-4795-96D8-9054D32BD8D5}"/>
    <pc:docChg chg="undo redo custSel addSld modSld">
      <pc:chgData name="JESNA J S" userId="1cf9dc77da0791c6" providerId="LiveId" clId="{2CDCB667-0852-4795-96D8-9054D32BD8D5}" dt="2024-03-21T07:24:39.011" v="895" actId="680"/>
      <pc:docMkLst>
        <pc:docMk/>
      </pc:docMkLst>
      <pc:sldChg chg="modSp new mod">
        <pc:chgData name="JESNA J S" userId="1cf9dc77da0791c6" providerId="LiveId" clId="{2CDCB667-0852-4795-96D8-9054D32BD8D5}" dt="2024-03-20T06:29:30.102" v="381"/>
        <pc:sldMkLst>
          <pc:docMk/>
          <pc:sldMk cId="85023552" sldId="256"/>
        </pc:sldMkLst>
        <pc:spChg chg="mod">
          <ac:chgData name="JESNA J S" userId="1cf9dc77da0791c6" providerId="LiveId" clId="{2CDCB667-0852-4795-96D8-9054D32BD8D5}" dt="2024-03-20T06:29:30.102" v="381"/>
          <ac:spMkLst>
            <pc:docMk/>
            <pc:sldMk cId="85023552" sldId="256"/>
            <ac:spMk id="2" creationId="{AD9E205D-8BE0-245D-FC26-08C2743D1A72}"/>
          </ac:spMkLst>
        </pc:spChg>
        <pc:spChg chg="mod">
          <ac:chgData name="JESNA J S" userId="1cf9dc77da0791c6" providerId="LiveId" clId="{2CDCB667-0852-4795-96D8-9054D32BD8D5}" dt="2024-03-20T06:29:30.102" v="381"/>
          <ac:spMkLst>
            <pc:docMk/>
            <pc:sldMk cId="85023552" sldId="256"/>
            <ac:spMk id="3" creationId="{A6D1A9E3-37ED-F3CD-DC32-BBDCC08C99B0}"/>
          </ac:spMkLst>
        </pc:spChg>
      </pc:sldChg>
      <pc:sldChg chg="modSp new mod">
        <pc:chgData name="JESNA J S" userId="1cf9dc77da0791c6" providerId="LiveId" clId="{2CDCB667-0852-4795-96D8-9054D32BD8D5}" dt="2024-03-20T05:53:10.579" v="262" actId="113"/>
        <pc:sldMkLst>
          <pc:docMk/>
          <pc:sldMk cId="323269668" sldId="257"/>
        </pc:sldMkLst>
        <pc:spChg chg="mod">
          <ac:chgData name="JESNA J S" userId="1cf9dc77da0791c6" providerId="LiveId" clId="{2CDCB667-0852-4795-96D8-9054D32BD8D5}" dt="2024-03-20T05:51:57.436" v="247" actId="2711"/>
          <ac:spMkLst>
            <pc:docMk/>
            <pc:sldMk cId="323269668" sldId="257"/>
            <ac:spMk id="2" creationId="{002A8445-2D77-D5B3-E59D-5A0F23021252}"/>
          </ac:spMkLst>
        </pc:spChg>
        <pc:spChg chg="mod">
          <ac:chgData name="JESNA J S" userId="1cf9dc77da0791c6" providerId="LiveId" clId="{2CDCB667-0852-4795-96D8-9054D32BD8D5}" dt="2024-03-20T05:53:10.579" v="262" actId="113"/>
          <ac:spMkLst>
            <pc:docMk/>
            <pc:sldMk cId="323269668" sldId="257"/>
            <ac:spMk id="3" creationId="{96F81CBD-5D1A-2897-955C-F77D3938F2C1}"/>
          </ac:spMkLst>
        </pc:spChg>
      </pc:sldChg>
      <pc:sldChg chg="delSp modSp new mod">
        <pc:chgData name="JESNA J S" userId="1cf9dc77da0791c6" providerId="LiveId" clId="{2CDCB667-0852-4795-96D8-9054D32BD8D5}" dt="2024-03-21T05:31:57.205" v="885" actId="114"/>
        <pc:sldMkLst>
          <pc:docMk/>
          <pc:sldMk cId="588165002" sldId="258"/>
        </pc:sldMkLst>
        <pc:spChg chg="del">
          <ac:chgData name="JESNA J S" userId="1cf9dc77da0791c6" providerId="LiveId" clId="{2CDCB667-0852-4795-96D8-9054D32BD8D5}" dt="2024-03-20T05:53:29.965" v="265" actId="478"/>
          <ac:spMkLst>
            <pc:docMk/>
            <pc:sldMk cId="588165002" sldId="258"/>
            <ac:spMk id="2" creationId="{1FF7559A-9B13-4841-9D96-AC59BBDA5FDA}"/>
          </ac:spMkLst>
        </pc:spChg>
        <pc:spChg chg="mod">
          <ac:chgData name="JESNA J S" userId="1cf9dc77da0791c6" providerId="LiveId" clId="{2CDCB667-0852-4795-96D8-9054D32BD8D5}" dt="2024-03-21T05:31:57.205" v="885" actId="114"/>
          <ac:spMkLst>
            <pc:docMk/>
            <pc:sldMk cId="588165002" sldId="258"/>
            <ac:spMk id="3" creationId="{8B234563-E980-DE75-67E0-F9AC1D6CEA6F}"/>
          </ac:spMkLst>
        </pc:spChg>
      </pc:sldChg>
      <pc:sldChg chg="delSp modSp new mod">
        <pc:chgData name="JESNA J S" userId="1cf9dc77da0791c6" providerId="LiveId" clId="{2CDCB667-0852-4795-96D8-9054D32BD8D5}" dt="2024-03-20T06:21:24.483" v="357" actId="20577"/>
        <pc:sldMkLst>
          <pc:docMk/>
          <pc:sldMk cId="4202347277" sldId="259"/>
        </pc:sldMkLst>
        <pc:spChg chg="del">
          <ac:chgData name="JESNA J S" userId="1cf9dc77da0791c6" providerId="LiveId" clId="{2CDCB667-0852-4795-96D8-9054D32BD8D5}" dt="2024-03-20T05:59:39.569" v="326" actId="478"/>
          <ac:spMkLst>
            <pc:docMk/>
            <pc:sldMk cId="4202347277" sldId="259"/>
            <ac:spMk id="2" creationId="{85275F14-D089-4D48-0E29-1318323CC45E}"/>
          </ac:spMkLst>
        </pc:spChg>
        <pc:spChg chg="mod">
          <ac:chgData name="JESNA J S" userId="1cf9dc77da0791c6" providerId="LiveId" clId="{2CDCB667-0852-4795-96D8-9054D32BD8D5}" dt="2024-03-20T06:21:24.483" v="357" actId="20577"/>
          <ac:spMkLst>
            <pc:docMk/>
            <pc:sldMk cId="4202347277" sldId="259"/>
            <ac:spMk id="3" creationId="{60F7E89D-BF78-050E-3537-4571B07F8E8F}"/>
          </ac:spMkLst>
        </pc:spChg>
      </pc:sldChg>
      <pc:sldChg chg="modSp new mod">
        <pc:chgData name="JESNA J S" userId="1cf9dc77da0791c6" providerId="LiveId" clId="{2CDCB667-0852-4795-96D8-9054D32BD8D5}" dt="2024-03-21T05:34:53.564" v="893" actId="13926"/>
        <pc:sldMkLst>
          <pc:docMk/>
          <pc:sldMk cId="1168163800" sldId="260"/>
        </pc:sldMkLst>
        <pc:spChg chg="mod">
          <ac:chgData name="JESNA J S" userId="1cf9dc77da0791c6" providerId="LiveId" clId="{2CDCB667-0852-4795-96D8-9054D32BD8D5}" dt="2024-03-20T06:29:30.102" v="381"/>
          <ac:spMkLst>
            <pc:docMk/>
            <pc:sldMk cId="1168163800" sldId="260"/>
            <ac:spMk id="2" creationId="{9181BCDD-1105-3F3D-A4E6-299C57F2DD94}"/>
          </ac:spMkLst>
        </pc:spChg>
        <pc:spChg chg="mod">
          <ac:chgData name="JESNA J S" userId="1cf9dc77da0791c6" providerId="LiveId" clId="{2CDCB667-0852-4795-96D8-9054D32BD8D5}" dt="2024-03-21T05:34:53.564" v="893" actId="13926"/>
          <ac:spMkLst>
            <pc:docMk/>
            <pc:sldMk cId="1168163800" sldId="260"/>
            <ac:spMk id="3" creationId="{73DF5A06-694E-881E-880E-A43EA7B15F5B}"/>
          </ac:spMkLst>
        </pc:spChg>
      </pc:sldChg>
      <pc:sldChg chg="delSp modSp new mod">
        <pc:chgData name="JESNA J S" userId="1cf9dc77da0791c6" providerId="LiveId" clId="{2CDCB667-0852-4795-96D8-9054D32BD8D5}" dt="2024-03-20T06:37:22.615" v="524" actId="207"/>
        <pc:sldMkLst>
          <pc:docMk/>
          <pc:sldMk cId="1557111476" sldId="261"/>
        </pc:sldMkLst>
        <pc:spChg chg="del">
          <ac:chgData name="JESNA J S" userId="1cf9dc77da0791c6" providerId="LiveId" clId="{2CDCB667-0852-4795-96D8-9054D32BD8D5}" dt="2024-03-20T06:31:54.175" v="424" actId="478"/>
          <ac:spMkLst>
            <pc:docMk/>
            <pc:sldMk cId="1557111476" sldId="261"/>
            <ac:spMk id="2" creationId="{CFC2DEB9-6EF2-6E37-EFBE-2E3349956D9D}"/>
          </ac:spMkLst>
        </pc:spChg>
        <pc:spChg chg="mod">
          <ac:chgData name="JESNA J S" userId="1cf9dc77da0791c6" providerId="LiveId" clId="{2CDCB667-0852-4795-96D8-9054D32BD8D5}" dt="2024-03-20T06:37:22.615" v="524" actId="207"/>
          <ac:spMkLst>
            <pc:docMk/>
            <pc:sldMk cId="1557111476" sldId="261"/>
            <ac:spMk id="3" creationId="{3B48A4AB-1CBB-4FFC-E380-1E936DB6B05C}"/>
          </ac:spMkLst>
        </pc:spChg>
      </pc:sldChg>
      <pc:sldChg chg="addSp delSp modSp new mod">
        <pc:chgData name="JESNA J S" userId="1cf9dc77da0791c6" providerId="LiveId" clId="{2CDCB667-0852-4795-96D8-9054D32BD8D5}" dt="2024-03-20T06:46:20.200" v="581" actId="9405"/>
        <pc:sldMkLst>
          <pc:docMk/>
          <pc:sldMk cId="822024127" sldId="262"/>
        </pc:sldMkLst>
        <pc:spChg chg="mod">
          <ac:chgData name="JESNA J S" userId="1cf9dc77da0791c6" providerId="LiveId" clId="{2CDCB667-0852-4795-96D8-9054D32BD8D5}" dt="2024-03-20T06:42:01.440" v="553" actId="1076"/>
          <ac:spMkLst>
            <pc:docMk/>
            <pc:sldMk cId="822024127" sldId="262"/>
            <ac:spMk id="2" creationId="{C9002D3F-3E01-1741-8198-DE5AF9744C86}"/>
          </ac:spMkLst>
        </pc:spChg>
        <pc:spChg chg="mod">
          <ac:chgData name="JESNA J S" userId="1cf9dc77da0791c6" providerId="LiveId" clId="{2CDCB667-0852-4795-96D8-9054D32BD8D5}" dt="2024-03-20T06:42:04.855" v="554" actId="1076"/>
          <ac:spMkLst>
            <pc:docMk/>
            <pc:sldMk cId="822024127" sldId="262"/>
            <ac:spMk id="3" creationId="{AAC124DC-4980-4513-02E0-423B0C665885}"/>
          </ac:spMkLst>
        </pc:spChg>
        <pc:picChg chg="add mod">
          <ac:chgData name="JESNA J S" userId="1cf9dc77da0791c6" providerId="LiveId" clId="{2CDCB667-0852-4795-96D8-9054D32BD8D5}" dt="2024-03-20T06:42:10.322" v="555" actId="14100"/>
          <ac:picMkLst>
            <pc:docMk/>
            <pc:sldMk cId="822024127" sldId="262"/>
            <ac:picMk id="5" creationId="{F65A8037-8632-1BB9-2D9A-060B10F45969}"/>
          </ac:picMkLst>
        </pc:picChg>
        <pc:inkChg chg="add">
          <ac:chgData name="JESNA J S" userId="1cf9dc77da0791c6" providerId="LiveId" clId="{2CDCB667-0852-4795-96D8-9054D32BD8D5}" dt="2024-03-20T06:42:55.022" v="556" actId="9405"/>
          <ac:inkMkLst>
            <pc:docMk/>
            <pc:sldMk cId="822024127" sldId="262"/>
            <ac:inkMk id="6" creationId="{F5464D38-A0AB-7D0F-43C8-6CE496A83236}"/>
          </ac:inkMkLst>
        </pc:inkChg>
        <pc:inkChg chg="add">
          <ac:chgData name="JESNA J S" userId="1cf9dc77da0791c6" providerId="LiveId" clId="{2CDCB667-0852-4795-96D8-9054D32BD8D5}" dt="2024-03-20T06:42:57.324" v="557" actId="9405"/>
          <ac:inkMkLst>
            <pc:docMk/>
            <pc:sldMk cId="822024127" sldId="262"/>
            <ac:inkMk id="7" creationId="{8061741F-AB0F-ACDF-7600-AE8870EEB9FC}"/>
          </ac:inkMkLst>
        </pc:inkChg>
        <pc:inkChg chg="add">
          <ac:chgData name="JESNA J S" userId="1cf9dc77da0791c6" providerId="LiveId" clId="{2CDCB667-0852-4795-96D8-9054D32BD8D5}" dt="2024-03-20T06:43:04.496" v="558" actId="9405"/>
          <ac:inkMkLst>
            <pc:docMk/>
            <pc:sldMk cId="822024127" sldId="262"/>
            <ac:inkMk id="8" creationId="{D9D0E60A-CD67-29A3-D367-3AD0CDE8DCF1}"/>
          </ac:inkMkLst>
        </pc:inkChg>
        <pc:inkChg chg="add del">
          <ac:chgData name="JESNA J S" userId="1cf9dc77da0791c6" providerId="LiveId" clId="{2CDCB667-0852-4795-96D8-9054D32BD8D5}" dt="2024-03-20T06:43:29.100" v="560"/>
          <ac:inkMkLst>
            <pc:docMk/>
            <pc:sldMk cId="822024127" sldId="262"/>
            <ac:inkMk id="9" creationId="{FB4B00E9-932A-7114-2508-D6D7DA8507A1}"/>
          </ac:inkMkLst>
        </pc:inkChg>
        <pc:inkChg chg="add">
          <ac:chgData name="JESNA J S" userId="1cf9dc77da0791c6" providerId="LiveId" clId="{2CDCB667-0852-4795-96D8-9054D32BD8D5}" dt="2024-03-20T06:43:35.283" v="561" actId="9405"/>
          <ac:inkMkLst>
            <pc:docMk/>
            <pc:sldMk cId="822024127" sldId="262"/>
            <ac:inkMk id="10" creationId="{0B5DF195-25F7-48CF-4803-CED956FB4ED1}"/>
          </ac:inkMkLst>
        </pc:inkChg>
        <pc:inkChg chg="add">
          <ac:chgData name="JESNA J S" userId="1cf9dc77da0791c6" providerId="LiveId" clId="{2CDCB667-0852-4795-96D8-9054D32BD8D5}" dt="2024-03-20T06:43:38.761" v="562" actId="9405"/>
          <ac:inkMkLst>
            <pc:docMk/>
            <pc:sldMk cId="822024127" sldId="262"/>
            <ac:inkMk id="11" creationId="{86ED6884-6ADF-311C-F8E6-54B059F5FFE4}"/>
          </ac:inkMkLst>
        </pc:inkChg>
        <pc:inkChg chg="add">
          <ac:chgData name="JESNA J S" userId="1cf9dc77da0791c6" providerId="LiveId" clId="{2CDCB667-0852-4795-96D8-9054D32BD8D5}" dt="2024-03-20T06:45:32.969" v="576" actId="9405"/>
          <ac:inkMkLst>
            <pc:docMk/>
            <pc:sldMk cId="822024127" sldId="262"/>
            <ac:inkMk id="20" creationId="{88FB2D82-D8E0-9B8C-C3CA-BEAB18C3F44E}"/>
          </ac:inkMkLst>
        </pc:inkChg>
        <pc:inkChg chg="add">
          <ac:chgData name="JESNA J S" userId="1cf9dc77da0791c6" providerId="LiveId" clId="{2CDCB667-0852-4795-96D8-9054D32BD8D5}" dt="2024-03-20T06:45:42.966" v="577" actId="9405"/>
          <ac:inkMkLst>
            <pc:docMk/>
            <pc:sldMk cId="822024127" sldId="262"/>
            <ac:inkMk id="21" creationId="{28A1D462-2D79-8D7C-AA03-A0D89AAA4412}"/>
          </ac:inkMkLst>
        </pc:inkChg>
        <pc:inkChg chg="add">
          <ac:chgData name="JESNA J S" userId="1cf9dc77da0791c6" providerId="LiveId" clId="{2CDCB667-0852-4795-96D8-9054D32BD8D5}" dt="2024-03-20T06:45:51.323" v="578" actId="9405"/>
          <ac:inkMkLst>
            <pc:docMk/>
            <pc:sldMk cId="822024127" sldId="262"/>
            <ac:inkMk id="22" creationId="{996B8907-E1B9-E814-EAE2-759824AF132D}"/>
          </ac:inkMkLst>
        </pc:inkChg>
        <pc:inkChg chg="add">
          <ac:chgData name="JESNA J S" userId="1cf9dc77da0791c6" providerId="LiveId" clId="{2CDCB667-0852-4795-96D8-9054D32BD8D5}" dt="2024-03-20T06:46:09.191" v="579" actId="9405"/>
          <ac:inkMkLst>
            <pc:docMk/>
            <pc:sldMk cId="822024127" sldId="262"/>
            <ac:inkMk id="23" creationId="{F3EF9484-18A6-8FC4-BC3B-D0E65829F837}"/>
          </ac:inkMkLst>
        </pc:inkChg>
        <pc:inkChg chg="add">
          <ac:chgData name="JESNA J S" userId="1cf9dc77da0791c6" providerId="LiveId" clId="{2CDCB667-0852-4795-96D8-9054D32BD8D5}" dt="2024-03-20T06:46:09.557" v="580" actId="9405"/>
          <ac:inkMkLst>
            <pc:docMk/>
            <pc:sldMk cId="822024127" sldId="262"/>
            <ac:inkMk id="24" creationId="{F89AC952-0540-C3BD-6E90-96AD79606CD0}"/>
          </ac:inkMkLst>
        </pc:inkChg>
        <pc:inkChg chg="add">
          <ac:chgData name="JESNA J S" userId="1cf9dc77da0791c6" providerId="LiveId" clId="{2CDCB667-0852-4795-96D8-9054D32BD8D5}" dt="2024-03-20T06:46:20.200" v="581" actId="9405"/>
          <ac:inkMkLst>
            <pc:docMk/>
            <pc:sldMk cId="822024127" sldId="262"/>
            <ac:inkMk id="25" creationId="{DE7BF74A-30CC-C87D-7E97-8DEA9FEDA15A}"/>
          </ac:inkMkLst>
        </pc:inkChg>
        <pc:cxnChg chg="add mod">
          <ac:chgData name="JESNA J S" userId="1cf9dc77da0791c6" providerId="LiveId" clId="{2CDCB667-0852-4795-96D8-9054D32BD8D5}" dt="2024-03-20T06:44:06.479" v="566" actId="1582"/>
          <ac:cxnSpMkLst>
            <pc:docMk/>
            <pc:sldMk cId="822024127" sldId="262"/>
            <ac:cxnSpMk id="13" creationId="{31EB1F8F-6F6C-65CE-0AAA-104274603E32}"/>
          </ac:cxnSpMkLst>
        </pc:cxnChg>
        <pc:cxnChg chg="add mod">
          <ac:chgData name="JESNA J S" userId="1cf9dc77da0791c6" providerId="LiveId" clId="{2CDCB667-0852-4795-96D8-9054D32BD8D5}" dt="2024-03-20T06:44:18.646" v="569" actId="14100"/>
          <ac:cxnSpMkLst>
            <pc:docMk/>
            <pc:sldMk cId="822024127" sldId="262"/>
            <ac:cxnSpMk id="14" creationId="{80DD2854-B1A1-64F4-1329-7F6D500DA9B5}"/>
          </ac:cxnSpMkLst>
        </pc:cxnChg>
        <pc:cxnChg chg="add mod">
          <ac:chgData name="JESNA J S" userId="1cf9dc77da0791c6" providerId="LiveId" clId="{2CDCB667-0852-4795-96D8-9054D32BD8D5}" dt="2024-03-20T06:44:57.927" v="572" actId="14100"/>
          <ac:cxnSpMkLst>
            <pc:docMk/>
            <pc:sldMk cId="822024127" sldId="262"/>
            <ac:cxnSpMk id="16" creationId="{1E4A426C-D502-DF9B-43B6-A8108F8B56A7}"/>
          </ac:cxnSpMkLst>
        </pc:cxnChg>
        <pc:cxnChg chg="add mod">
          <ac:chgData name="JESNA J S" userId="1cf9dc77da0791c6" providerId="LiveId" clId="{2CDCB667-0852-4795-96D8-9054D32BD8D5}" dt="2024-03-20T06:45:07.447" v="575" actId="1076"/>
          <ac:cxnSpMkLst>
            <pc:docMk/>
            <pc:sldMk cId="822024127" sldId="262"/>
            <ac:cxnSpMk id="18" creationId="{DAAF435C-9901-5300-DFF4-E399A865C5D3}"/>
          </ac:cxnSpMkLst>
        </pc:cxnChg>
      </pc:sldChg>
      <pc:sldChg chg="modSp new mod">
        <pc:chgData name="JESNA J S" userId="1cf9dc77da0791c6" providerId="LiveId" clId="{2CDCB667-0852-4795-96D8-9054D32BD8D5}" dt="2024-03-21T05:39:57.762" v="894" actId="20577"/>
        <pc:sldMkLst>
          <pc:docMk/>
          <pc:sldMk cId="720103663" sldId="263"/>
        </pc:sldMkLst>
        <pc:spChg chg="mod">
          <ac:chgData name="JESNA J S" userId="1cf9dc77da0791c6" providerId="LiveId" clId="{2CDCB667-0852-4795-96D8-9054D32BD8D5}" dt="2024-03-20T07:24:09.291" v="779" actId="1076"/>
          <ac:spMkLst>
            <pc:docMk/>
            <pc:sldMk cId="720103663" sldId="263"/>
            <ac:spMk id="2" creationId="{8132163C-3EC0-8115-CFCD-5A610425FE46}"/>
          </ac:spMkLst>
        </pc:spChg>
        <pc:spChg chg="mod">
          <ac:chgData name="JESNA J S" userId="1cf9dc77da0791c6" providerId="LiveId" clId="{2CDCB667-0852-4795-96D8-9054D32BD8D5}" dt="2024-03-21T05:39:57.762" v="894" actId="20577"/>
          <ac:spMkLst>
            <pc:docMk/>
            <pc:sldMk cId="720103663" sldId="263"/>
            <ac:spMk id="3" creationId="{DF101548-EF30-9CC6-387B-8456717AD5C4}"/>
          </ac:spMkLst>
        </pc:spChg>
      </pc:sldChg>
      <pc:sldChg chg="addSp delSp modSp new mod">
        <pc:chgData name="JESNA J S" userId="1cf9dc77da0791c6" providerId="LiveId" clId="{2CDCB667-0852-4795-96D8-9054D32BD8D5}" dt="2024-03-20T07:28:08.005" v="802" actId="1076"/>
        <pc:sldMkLst>
          <pc:docMk/>
          <pc:sldMk cId="1675146032" sldId="264"/>
        </pc:sldMkLst>
        <pc:spChg chg="del">
          <ac:chgData name="JESNA J S" userId="1cf9dc77da0791c6" providerId="LiveId" clId="{2CDCB667-0852-4795-96D8-9054D32BD8D5}" dt="2024-03-20T07:27:22.310" v="792" actId="478"/>
          <ac:spMkLst>
            <pc:docMk/>
            <pc:sldMk cId="1675146032" sldId="264"/>
            <ac:spMk id="2" creationId="{7B7FB2AE-96AD-DAD2-58E5-050752729D75}"/>
          </ac:spMkLst>
        </pc:spChg>
        <pc:spChg chg="del">
          <ac:chgData name="JESNA J S" userId="1cf9dc77da0791c6" providerId="LiveId" clId="{2CDCB667-0852-4795-96D8-9054D32BD8D5}" dt="2024-03-20T07:27:24.792" v="793" actId="478"/>
          <ac:spMkLst>
            <pc:docMk/>
            <pc:sldMk cId="1675146032" sldId="264"/>
            <ac:spMk id="3" creationId="{5021E77F-107D-D28B-CC1B-B2A4FBF590AF}"/>
          </ac:spMkLst>
        </pc:spChg>
        <pc:picChg chg="add mod modCrop">
          <ac:chgData name="JESNA J S" userId="1cf9dc77da0791c6" providerId="LiveId" clId="{2CDCB667-0852-4795-96D8-9054D32BD8D5}" dt="2024-03-20T07:28:08.005" v="802" actId="1076"/>
          <ac:picMkLst>
            <pc:docMk/>
            <pc:sldMk cId="1675146032" sldId="264"/>
            <ac:picMk id="5" creationId="{742EDCFE-0281-641A-2072-FE6D631F8B7B}"/>
          </ac:picMkLst>
        </pc:picChg>
      </pc:sldChg>
      <pc:sldChg chg="delSp modSp new mod">
        <pc:chgData name="JESNA J S" userId="1cf9dc77da0791c6" providerId="LiveId" clId="{2CDCB667-0852-4795-96D8-9054D32BD8D5}" dt="2024-03-20T07:41:39.802" v="821" actId="13926"/>
        <pc:sldMkLst>
          <pc:docMk/>
          <pc:sldMk cId="3825403932" sldId="265"/>
        </pc:sldMkLst>
        <pc:spChg chg="del">
          <ac:chgData name="JESNA J S" userId="1cf9dc77da0791c6" providerId="LiveId" clId="{2CDCB667-0852-4795-96D8-9054D32BD8D5}" dt="2024-03-20T07:35:20.760" v="807" actId="478"/>
          <ac:spMkLst>
            <pc:docMk/>
            <pc:sldMk cId="3825403932" sldId="265"/>
            <ac:spMk id="2" creationId="{435648C9-CB4A-199E-25FD-DCD8BF1B0735}"/>
          </ac:spMkLst>
        </pc:spChg>
        <pc:spChg chg="mod">
          <ac:chgData name="JESNA J S" userId="1cf9dc77da0791c6" providerId="LiveId" clId="{2CDCB667-0852-4795-96D8-9054D32BD8D5}" dt="2024-03-20T07:41:39.802" v="821" actId="13926"/>
          <ac:spMkLst>
            <pc:docMk/>
            <pc:sldMk cId="3825403932" sldId="265"/>
            <ac:spMk id="3" creationId="{2FA72844-CA33-1541-DB2D-79639225B939}"/>
          </ac:spMkLst>
        </pc:spChg>
      </pc:sldChg>
      <pc:sldChg chg="addSp delSp modSp new mod">
        <pc:chgData name="JESNA J S" userId="1cf9dc77da0791c6" providerId="LiveId" clId="{2CDCB667-0852-4795-96D8-9054D32BD8D5}" dt="2024-03-20T07:46:50.018" v="869" actId="14100"/>
        <pc:sldMkLst>
          <pc:docMk/>
          <pc:sldMk cId="684877098" sldId="266"/>
        </pc:sldMkLst>
        <pc:spChg chg="mod">
          <ac:chgData name="JESNA J S" userId="1cf9dc77da0791c6" providerId="LiveId" clId="{2CDCB667-0852-4795-96D8-9054D32BD8D5}" dt="2024-03-20T07:46:50.018" v="869" actId="14100"/>
          <ac:spMkLst>
            <pc:docMk/>
            <pc:sldMk cId="684877098" sldId="266"/>
            <ac:spMk id="2" creationId="{8C5BE7A6-5E1C-537E-BF76-85EDA19AC927}"/>
          </ac:spMkLst>
        </pc:spChg>
        <pc:spChg chg="del">
          <ac:chgData name="JESNA J S" userId="1cf9dc77da0791c6" providerId="LiveId" clId="{2CDCB667-0852-4795-96D8-9054D32BD8D5}" dt="2024-03-20T07:44:10.960" v="844" actId="478"/>
          <ac:spMkLst>
            <pc:docMk/>
            <pc:sldMk cId="684877098" sldId="266"/>
            <ac:spMk id="3" creationId="{C84D2516-C0EB-F3A7-50A4-A44F5F8901CE}"/>
          </ac:spMkLst>
        </pc:spChg>
        <pc:picChg chg="add mod modCrop">
          <ac:chgData name="JESNA J S" userId="1cf9dc77da0791c6" providerId="LiveId" clId="{2CDCB667-0852-4795-96D8-9054D32BD8D5}" dt="2024-03-20T07:44:40.943" v="852" actId="14100"/>
          <ac:picMkLst>
            <pc:docMk/>
            <pc:sldMk cId="684877098" sldId="266"/>
            <ac:picMk id="5" creationId="{3446E360-F9F8-AB3F-D258-284159849EA2}"/>
          </ac:picMkLst>
        </pc:picChg>
      </pc:sldChg>
      <pc:sldChg chg="addSp delSp modSp new mod">
        <pc:chgData name="JESNA J S" userId="1cf9dc77da0791c6" providerId="LiveId" clId="{2CDCB667-0852-4795-96D8-9054D32BD8D5}" dt="2024-03-20T07:56:46.487" v="880" actId="1038"/>
        <pc:sldMkLst>
          <pc:docMk/>
          <pc:sldMk cId="2720409391" sldId="267"/>
        </pc:sldMkLst>
        <pc:spChg chg="mod">
          <ac:chgData name="JESNA J S" userId="1cf9dc77da0791c6" providerId="LiveId" clId="{2CDCB667-0852-4795-96D8-9054D32BD8D5}" dt="2024-03-20T07:46:54.716" v="871" actId="20577"/>
          <ac:spMkLst>
            <pc:docMk/>
            <pc:sldMk cId="2720409391" sldId="267"/>
            <ac:spMk id="2" creationId="{141A5D21-1B20-C02C-95A8-EAD1A5CEFDA7}"/>
          </ac:spMkLst>
        </pc:spChg>
        <pc:spChg chg="del">
          <ac:chgData name="JESNA J S" userId="1cf9dc77da0791c6" providerId="LiveId" clId="{2CDCB667-0852-4795-96D8-9054D32BD8D5}" dt="2024-03-20T07:46:59.168" v="872" actId="478"/>
          <ac:spMkLst>
            <pc:docMk/>
            <pc:sldMk cId="2720409391" sldId="267"/>
            <ac:spMk id="3" creationId="{BDB924CF-77E7-BC9F-7833-B0B749AB82F2}"/>
          </ac:spMkLst>
        </pc:spChg>
        <pc:picChg chg="add mod modCrop">
          <ac:chgData name="JESNA J S" userId="1cf9dc77da0791c6" providerId="LiveId" clId="{2CDCB667-0852-4795-96D8-9054D32BD8D5}" dt="2024-03-20T07:56:46.487" v="880" actId="1038"/>
          <ac:picMkLst>
            <pc:docMk/>
            <pc:sldMk cId="2720409391" sldId="267"/>
            <ac:picMk id="5" creationId="{A8D7FEE2-09C7-802A-6512-8E1664BA7522}"/>
          </ac:picMkLst>
        </pc:picChg>
      </pc:sldChg>
      <pc:sldChg chg="new">
        <pc:chgData name="JESNA J S" userId="1cf9dc77da0791c6" providerId="LiveId" clId="{2CDCB667-0852-4795-96D8-9054D32BD8D5}" dt="2024-03-21T07:24:39.011" v="895" actId="680"/>
        <pc:sldMkLst>
          <pc:docMk/>
          <pc:sldMk cId="2801720292" sldId="26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2:55.01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1,'34'2,"1"2,-1 1,51 14,49 7,-81-22,74-5,37 3,-144 1,33 8,-35-6,1-1,23 2,-27-5,2 0,-1 0,0 1,27 7,-23-2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2:57.322"/>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1,'12'1,"1"0,0 2,-1 0,0 0,0 1,20 9,-15-6,1-1,20 5,8-5,0-1,1-3,59-5,-14 1,-12 3,79-3,-77-11,5-1,104 11,-12 2,-153-2,32-7,-41 6,9-1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3:04.496"/>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0 274,'638'0,"-614"-1,1-2,-1-1,0-1,34-12,-25 8,43-8,8 3,-37 6,85-6,269 16,-369-4,63-11,0 0,327 10,-382 6,0 1,0 2,0 2,0 1,68 27,-25-11,-19-7,-32-8,0-1,0-2,41 4,102-5,264-8,-388 0,90-17,-80 9,165-38,-93 17,-89 25,0 1,0 3,49 3,-35 0,-43-1,80 1,142 17,-142-8,-60-8,53 11,-35-4,1-3,-1-2,86-4,-71-1,-39 0,0-2,0-1,0-1,56-18,-45 13,0 2,58-4,-24 3,19-5,-19 2,1 3,0 3,81 4,96 30,-137-13,148 2,103-20,-348 5,0 0,0 1,0 1,-1 0,1 2,19 8,27 7,-17-9,0-3,1-1,59 1,149-9,-108-3,300 3,-398-3,-1-2,60-14,-75 13,67-8,1 4,153 5,-205 5,32 2,128-15,-186 10,88-13,165-44,-179 33,52-17,-108 32,0 1,1 2,0 2,60-1,151 5,-188 4,-40 0,53 11,-6-1,342-3,-256-9,-143 1,0 2,0 0,-1 1,25 7,60 26,-52-17,5 3,86 51,-107-55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3:35.27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0 184,'36'-1,"48"-9,-34 4,263-21,95-11,-180-7,-147 26,1 4,117-7,206 21,-174 4,-179-4,-1 0,0 2,75 12,45 11,-70-11,3-3,185-7,-157-5,2057 1,-1126 2,-1015 1,-1 3,83 19,-74-12,81 7,-33-5,-65-8,45 2,28-6,-56-2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3:38.75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1 122,'243'1,"267"-3,-386-4,222-40,-246 25,98-15,237 24,-308 14,-85 1,-1 1,0 3,-1 1,48 16,-45-11,0-2,1-2,59 4,-77-12,-13-1,-1 0,0 1,15 3,-7 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5:32.968"/>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5:42.966"/>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93,'4'2,"0"1,-1 0,1-1,0 0,0 0,0 0,1-1,-1 1,0-1,1 0,4 1,52 3,-46-5,20 2,13 0,49 8,-44-1,42 8,121 6,251-22,-228-2,-221 0,0 0,0-1,0-1,0-1,0 0,-1-2,0 0,0 0,22-13,-5 4,0 2,1 2,52-11,-61 17,0 2,27-1,-24 3,36-8,117-20,-143 22,-1 1,79-1,-85 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5:51.321"/>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92,'758'0,"-730"1,0 2,36 8,-32-5,40 3,-15-5,61 11,-52-7,1-3,111-5,-76-2,1226 2,-1283-1,1-2,-1-2,0-2,43-12,-21 4,105-8,-100 15,63-2,162 8,-136 4,-35-4,154 5,59 35,-133-11,169-3,-265-20,-5 10,0-1,52 2,36 2,523-16,-321-3,-173-12,-42 1,65 9,152-8,116-6,-437 17,109-15,263-23,6 32,-169 26,-175-8,-6-7,0-4,128-18,-166 11,157-19,1-4,-182 25,78 0,-81 5,-1-1,60-11,-37 3,0 3,120 2,-152 5,-3-1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6:09.190"/>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0 95,'396'0,"-370"-2,1 0,34-9,-29 5,33-2,51-7,9-1,201 14,-168 4,-136-1,0 1,38 9,16 2,121 16,-109-14,102 5,306-19,-240-3,-156 4,115-4,-166-5,66-16,-73 13,2 2,54-4,295 10,-187 4,-77 0,144-4,-164-13,-72 8,55-2,-62 8,22 1,69-11,-45 1,88-1,78 12,-86 1,-51-3,123 3,-195 1,0 3,51 14,-52-11,1-1,48 5,49-11,-11-1,-22 13,-67-8,48 2,-51-6,-1 0,52 13,-53-11,0-1,0 0,27-2,20 1,-51 1,32 8,-34-6,1-1,20 2,-4-5,-15 0,-1 0,0 1,21 6,-14-2,0-1,0-1,0-2,0 0,1-2,-1-1,0-1,40-9,-7 0,-34 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6:09.554"/>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3-20T06:46:20.200"/>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1 1,'6'5,"1"1,0-1,0 0,1 0,-1 0,1-1,0-1,0 1,1-1,-1-1,1 0,9 2,13 0,61 2,-12 0,-1 4,148 37,-202-41,12 1,0-1,54 1,76-7,33 1,-88 13,29 1,365-14,-241-3,-225 0,62-10,10-2,-1-2,-76 9,57-3,448 9,-257 3,-275-2,25 0,-1 0,1 2,-1 2,35 8,136 22,-127-24,-42-3,49 15,-56-13,-1-2,1-1,46 5,133-13,38 3,-158 12,-56-7,40 3,346-7,-214-4,578 2,-745-2,1-2,-1-2,52-14,-24 5,3 0,0 3,133-7,463 20,-235 0,-357-2,-24-1,70 7,-98-2,0 2,0 0,27 11,-28-9,0-1,1 0,30 5,105 9,-128-15,0-2,0-1,0-1,1-1,-1-1,0-1,0-1,0-2,27-8,-25 5,118-35,-116 37,0 1,0 1,35 0,-16 4,-13 1,0-2,58-8,-40 0,93-3,57 13,-77 1,-19 0,124-5,-208 0,36-8,-38 5,40-3,222 9,-253 3,0 0,-1 3,1 0,-1 2,54 22,106 36,-74-28,-77-26,1-1,0-3,79 9,119-12,-208-6,679 1,-680-2,1-1,44-10,-19 2,12-3,-40 8,1 0,32-1,127 6,-102 2,-74-2,0 0,0-1,0 0,-1-1,1 0,-1 0,0-1,12-6,-10 4,0 1,1 0,0 1,-1 1,17-4,29 3,94 5,-58 1,-67-2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4E0B-5023-8168-6862-9E46F13830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342B68-DC78-7E48-8BF0-FF4BF89731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C01F21-55BC-5AF9-1158-D2AF785DF2A8}"/>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A65E5585-06B9-F7CF-316E-B0FDA09A2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B8F819-C732-7BB0-E711-3707AC6F7255}"/>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1579551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DF6A9-E304-AC55-981E-6E9BDFDA2D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E0661C-3977-4E09-0DAF-78257A5390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3C7377-499E-FB23-B386-2729AD5B9E8E}"/>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F3BB8362-24A6-9741-C3E7-F2391916B7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A775F-6325-A5F9-16EC-845327BFCFAA}"/>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411868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13BC-9DB1-B17C-5FBD-B6CFB8B3FB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0FA943-816A-6F45-651E-A07A4C6FDC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11E2C9-197A-B7F0-BCD6-DF58C0605AFD}"/>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36205468-397D-F34A-370E-BF0D3D8320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8AB6A9-FF99-7FAB-DEC3-B9D4F730DEAF}"/>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3458230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F632-5E13-DD72-4071-C2DC1FD226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7ACF26-0AE0-D65E-B740-EDDEC1E6AF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5F849B-6D30-2B64-3856-091E010303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7439DD-B315-5D77-CA30-B15596ED45FB}"/>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6" name="Footer Placeholder 5">
            <a:extLst>
              <a:ext uri="{FF2B5EF4-FFF2-40B4-BE49-F238E27FC236}">
                <a16:creationId xmlns:a16="http://schemas.microsoft.com/office/drawing/2014/main" id="{41023D59-561F-2DAC-48E0-E71A308E03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8D23C6-C195-BC3B-D638-AF113F63CB47}"/>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4099911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FA51D-BBAC-E9EA-4DD1-AA42DC0080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700D21-5214-3320-689A-C2A072895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25B614-E61F-B037-FF12-A03A7C5F4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C93C8-C91F-F373-ABB8-2C3259D0B2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CD83A-659B-9A01-BA98-79A581F090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4FE8F9-2F5E-7F73-2E90-C81ACD801C64}"/>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8" name="Footer Placeholder 7">
            <a:extLst>
              <a:ext uri="{FF2B5EF4-FFF2-40B4-BE49-F238E27FC236}">
                <a16:creationId xmlns:a16="http://schemas.microsoft.com/office/drawing/2014/main" id="{B43B0025-5DD9-A078-9979-BCAD824906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D1D2C2-104F-99AA-1F8F-FAB3BC05BB20}"/>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4017948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6412A-4410-4B35-2FA1-766F87DFDB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4194EA-9386-060F-DC13-146038B761CE}"/>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4" name="Footer Placeholder 3">
            <a:extLst>
              <a:ext uri="{FF2B5EF4-FFF2-40B4-BE49-F238E27FC236}">
                <a16:creationId xmlns:a16="http://schemas.microsoft.com/office/drawing/2014/main" id="{95239D55-32B5-E772-DE84-307015965F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9A938E-5CB2-8619-A622-39706D639BD0}"/>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2416946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A263F7-944C-6A80-E443-78FB964531AA}"/>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3" name="Footer Placeholder 2">
            <a:extLst>
              <a:ext uri="{FF2B5EF4-FFF2-40B4-BE49-F238E27FC236}">
                <a16:creationId xmlns:a16="http://schemas.microsoft.com/office/drawing/2014/main" id="{1896FB76-C4F6-4613-513C-6289832953E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B1B0F6-5497-0FF5-058B-0CDBCAA590E5}"/>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63174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A753-2BFA-A852-5AF9-65FCCAF32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518569-D078-6C43-1452-98892C908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B49201-9B0C-2BC6-7237-34FA104B5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D04D1-EAA8-AC2B-6CF1-85673B76BD0C}"/>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6" name="Footer Placeholder 5">
            <a:extLst>
              <a:ext uri="{FF2B5EF4-FFF2-40B4-BE49-F238E27FC236}">
                <a16:creationId xmlns:a16="http://schemas.microsoft.com/office/drawing/2014/main" id="{0AD5174D-E223-C6D1-C72A-835A824244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8BF2E4-4B96-8E03-A752-45F32B04F6E8}"/>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3131095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2080C-A5D0-2754-4D8D-6FEBD3CCED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A36B1E-6DFA-6034-4BD9-0CC228E502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DDC429B-948F-2575-0908-B6A2D9F885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24E0FF-6991-BA14-FEDB-95796400C5CA}"/>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6" name="Footer Placeholder 5">
            <a:extLst>
              <a:ext uri="{FF2B5EF4-FFF2-40B4-BE49-F238E27FC236}">
                <a16:creationId xmlns:a16="http://schemas.microsoft.com/office/drawing/2014/main" id="{1EF13A01-25A3-FE96-25AC-9CEB2859AE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8151FB-ED57-E6A6-4FF1-F456C46D4925}"/>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1054393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0583-542A-153D-D01C-4A45374E15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B1EF15-AFFF-00FA-BA57-F887E8C92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84931C-0897-B246-A225-A3DC2026F028}"/>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6E61629B-C0FF-9C9C-EB53-FD4C8DEC8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EFCEE8-82EA-C05D-FFBA-CEF5D73171E7}"/>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2592563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653F75-0980-2353-F054-300530850C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AE1E8-B776-8F7B-C35D-9F449B0762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CD5CBF-016E-01B3-5599-E06E8C54E31E}"/>
              </a:ext>
            </a:extLst>
          </p:cNvPr>
          <p:cNvSpPr>
            <a:spLocks noGrp="1"/>
          </p:cNvSpPr>
          <p:nvPr>
            <p:ph type="dt" sz="half" idx="10"/>
          </p:nvPr>
        </p:nvSpPr>
        <p:spPr/>
        <p:txBody>
          <a:body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CF8B31FD-2D3F-380A-CFD4-3B9C56086B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634814-3BD0-4DE3-A198-687D853C80A1}"/>
              </a:ext>
            </a:extLst>
          </p:cNvPr>
          <p:cNvSpPr>
            <a:spLocks noGrp="1"/>
          </p:cNvSpPr>
          <p:nvPr>
            <p:ph type="sldNum" sz="quarter" idx="12"/>
          </p:nvPr>
        </p:nvSpPr>
        <p:spPr/>
        <p:txBody>
          <a:bodyPr/>
          <a:lstStyle/>
          <a:p>
            <a:fld id="{6FFFE4F3-8042-4C61-99A1-BC37536C2A64}" type="slidenum">
              <a:rPr lang="en-IN" smtClean="0"/>
              <a:t>‹#›</a:t>
            </a:fld>
            <a:endParaRPr lang="en-IN"/>
          </a:p>
        </p:txBody>
      </p:sp>
    </p:spTree>
    <p:extLst>
      <p:ext uri="{BB962C8B-B14F-4D97-AF65-F5344CB8AC3E}">
        <p14:creationId xmlns:p14="http://schemas.microsoft.com/office/powerpoint/2010/main" val="38009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F5B575-AA3B-1944-973F-80694FB8FB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6BF3D0-97DD-44C0-FCEA-9E407C4DDC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69D0C2-324C-64D8-CA63-0670FFE9FA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CE5601-ACE2-4353-B711-26CB4798107A}" type="datetimeFigureOut">
              <a:rPr lang="en-IN" smtClean="0"/>
              <a:t>17-04-2024</a:t>
            </a:fld>
            <a:endParaRPr lang="en-IN"/>
          </a:p>
        </p:txBody>
      </p:sp>
      <p:sp>
        <p:nvSpPr>
          <p:cNvPr id="5" name="Footer Placeholder 4">
            <a:extLst>
              <a:ext uri="{FF2B5EF4-FFF2-40B4-BE49-F238E27FC236}">
                <a16:creationId xmlns:a16="http://schemas.microsoft.com/office/drawing/2014/main" id="{A57ECF40-08EF-1095-EDE7-3D75C0DE36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FA3785-8C82-732F-798D-7846ABB999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FFE4F3-8042-4C61-99A1-BC37536C2A64}" type="slidenum">
              <a:rPr lang="en-IN" smtClean="0"/>
              <a:t>‹#›</a:t>
            </a:fld>
            <a:endParaRPr lang="en-IN"/>
          </a:p>
        </p:txBody>
      </p:sp>
    </p:spTree>
    <p:extLst>
      <p:ext uri="{BB962C8B-B14F-4D97-AF65-F5344CB8AC3E}">
        <p14:creationId xmlns:p14="http://schemas.microsoft.com/office/powerpoint/2010/main" val="31073032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6.xml"/><Relationship Id="rId18" Type="http://schemas.openxmlformats.org/officeDocument/2006/relationships/image" Target="../media/image9.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6.png"/><Relationship Id="rId17" Type="http://schemas.openxmlformats.org/officeDocument/2006/relationships/customXml" Target="../ink/ink8.xml"/><Relationship Id="rId2" Type="http://schemas.openxmlformats.org/officeDocument/2006/relationships/image" Target="../media/image1.png"/><Relationship Id="rId16" Type="http://schemas.openxmlformats.org/officeDocument/2006/relationships/image" Target="../media/image8.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image" Target="../media/image11.png"/><Relationship Id="rId10" Type="http://schemas.openxmlformats.org/officeDocument/2006/relationships/image" Target="../media/image5.png"/><Relationship Id="rId19" Type="http://schemas.openxmlformats.org/officeDocument/2006/relationships/customXml" Target="../ink/ink9.xml"/><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image" Target="../media/image7.png"/><Relationship Id="rId22" Type="http://schemas.openxmlformats.org/officeDocument/2006/relationships/customXml" Target="../ink/ink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205D-8BE0-245D-FC26-08C2743D1A72}"/>
              </a:ext>
            </a:extLst>
          </p:cNvPr>
          <p:cNvSpPr>
            <a:spLocks noGrp="1"/>
          </p:cNvSpPr>
          <p:nvPr>
            <p:ph type="ctr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Distributed mutual exclusion algorithms</a:t>
            </a:r>
          </a:p>
        </p:txBody>
      </p:sp>
      <p:sp>
        <p:nvSpPr>
          <p:cNvPr id="3" name="Subtitle 2">
            <a:extLst>
              <a:ext uri="{FF2B5EF4-FFF2-40B4-BE49-F238E27FC236}">
                <a16:creationId xmlns:a16="http://schemas.microsoft.com/office/drawing/2014/main" id="{A6D1A9E3-37ED-F3CD-DC32-BBDCC08C99B0}"/>
              </a:ext>
            </a:extLst>
          </p:cNvPr>
          <p:cNvSpPr>
            <a:spLocks noGrp="1"/>
          </p:cNvSpPr>
          <p:nvPr>
            <p:ph type="subTitle" idx="1"/>
          </p:nvPr>
        </p:nvSpPr>
        <p:spPr/>
        <p:txBody>
          <a:bodyPr>
            <a:normAutofit/>
          </a:bodyPr>
          <a:lstStyle/>
          <a:p>
            <a:pPr algn="r"/>
            <a:r>
              <a:rPr lang="en-IN" sz="2000" i="1" dirty="0">
                <a:latin typeface="Times New Roman" panose="02020603050405020304" pitchFamily="18" charset="0"/>
                <a:cs typeface="Times New Roman" panose="02020603050405020304" pitchFamily="18" charset="0"/>
              </a:rPr>
              <a:t>Prepared by</a:t>
            </a:r>
          </a:p>
          <a:p>
            <a:pPr algn="r"/>
            <a:r>
              <a:rPr lang="en-IN" sz="2000" i="1" dirty="0" err="1">
                <a:latin typeface="Times New Roman" panose="02020603050405020304" pitchFamily="18" charset="0"/>
                <a:cs typeface="Times New Roman" panose="02020603050405020304" pitchFamily="18" charset="0"/>
              </a:rPr>
              <a:t>Jesna</a:t>
            </a:r>
            <a:r>
              <a:rPr lang="en-IN" sz="2000" i="1" dirty="0">
                <a:latin typeface="Times New Roman" panose="02020603050405020304" pitchFamily="18" charset="0"/>
                <a:cs typeface="Times New Roman" panose="02020603050405020304" pitchFamily="18" charset="0"/>
              </a:rPr>
              <a:t> J S</a:t>
            </a:r>
          </a:p>
          <a:p>
            <a:pPr algn="r"/>
            <a:r>
              <a:rPr lang="en-IN" sz="2000" i="1" dirty="0">
                <a:latin typeface="Times New Roman" panose="02020603050405020304" pitchFamily="18" charset="0"/>
                <a:cs typeface="Times New Roman" panose="02020603050405020304" pitchFamily="18" charset="0"/>
              </a:rPr>
              <a:t>Assistant Professor CSE, TKMCE</a:t>
            </a:r>
          </a:p>
        </p:txBody>
      </p:sp>
    </p:spTree>
    <p:extLst>
      <p:ext uri="{BB962C8B-B14F-4D97-AF65-F5344CB8AC3E}">
        <p14:creationId xmlns:p14="http://schemas.microsoft.com/office/powerpoint/2010/main" val="85023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A8445-2D77-D5B3-E59D-5A0F23021252}"/>
              </a:ext>
            </a:extLst>
          </p:cNvPr>
          <p:cNvSpPr>
            <a:spLocks noGrp="1"/>
          </p:cNvSpPr>
          <p:nvPr>
            <p:ph type="title"/>
          </p:nvPr>
        </p:nvSpPr>
        <p:spPr>
          <a:xfrm>
            <a:off x="838200" y="158297"/>
            <a:ext cx="10515600" cy="1325563"/>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6F81CBD-5D1A-2897-955C-F77D3938F2C1}"/>
              </a:ext>
            </a:extLst>
          </p:cNvPr>
          <p:cNvSpPr>
            <a:spLocks noGrp="1"/>
          </p:cNvSpPr>
          <p:nvPr>
            <p:ph idx="1"/>
          </p:nvPr>
        </p:nvSpPr>
        <p:spPr>
          <a:xfrm>
            <a:off x="838200" y="1197429"/>
            <a:ext cx="10428514" cy="5377541"/>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Mutual exclusion is a fundamental problem in distributed computing systems. </a:t>
            </a:r>
          </a:p>
          <a:p>
            <a:pPr algn="just"/>
            <a:r>
              <a:rPr lang="en-US" dirty="0">
                <a:latin typeface="Times New Roman" panose="02020603050405020304" pitchFamily="18" charset="0"/>
                <a:cs typeface="Times New Roman" panose="02020603050405020304" pitchFamily="18" charset="0"/>
              </a:rPr>
              <a:t>Mutual exclusion in a distributed system states that </a:t>
            </a:r>
            <a:r>
              <a:rPr lang="en-US" dirty="0">
                <a:highlight>
                  <a:srgbClr val="FFFF00"/>
                </a:highlight>
                <a:latin typeface="Times New Roman" panose="02020603050405020304" pitchFamily="18" charset="0"/>
                <a:cs typeface="Times New Roman" panose="02020603050405020304" pitchFamily="18" charset="0"/>
              </a:rPr>
              <a:t>only one process is allowed to execute the critical section (CS) at any given time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In a distributed system, shared variables (semaphores) or a local kernel cannot be used to implement mutual exclusion.</a:t>
            </a:r>
          </a:p>
          <a:p>
            <a:pPr algn="just"/>
            <a:r>
              <a:rPr lang="en-US" dirty="0">
                <a:solidFill>
                  <a:srgbClr val="FF0000"/>
                </a:solidFill>
                <a:latin typeface="Times New Roman" panose="02020603050405020304" pitchFamily="18" charset="0"/>
                <a:cs typeface="Times New Roman" panose="02020603050405020304" pitchFamily="18" charset="0"/>
              </a:rPr>
              <a:t>Message passing is the sole means for implementing distributed mutual exclusion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decision as to which process is allowed access to the CS next is arrived at by message passing, in which each process learns about the state of all other processes in some consistent way.</a:t>
            </a:r>
          </a:p>
          <a:p>
            <a:pPr algn="just"/>
            <a:r>
              <a:rPr lang="en-US" dirty="0">
                <a:latin typeface="Times New Roman" panose="02020603050405020304" pitchFamily="18" charset="0"/>
                <a:cs typeface="Times New Roman" panose="02020603050405020304" pitchFamily="18" charset="0"/>
              </a:rPr>
              <a:t>The </a:t>
            </a:r>
            <a:r>
              <a:rPr lang="en-US" dirty="0">
                <a:highlight>
                  <a:srgbClr val="FFFF00"/>
                </a:highlight>
                <a:latin typeface="Times New Roman" panose="02020603050405020304" pitchFamily="18" charset="0"/>
                <a:cs typeface="Times New Roman" panose="02020603050405020304" pitchFamily="18" charset="0"/>
              </a:rPr>
              <a:t>design of distributed mutual exclusion algorithms is complex </a:t>
            </a:r>
            <a:r>
              <a:rPr lang="en-US" dirty="0">
                <a:latin typeface="Times New Roman" panose="02020603050405020304" pitchFamily="18" charset="0"/>
                <a:cs typeface="Times New Roman" panose="02020603050405020304" pitchFamily="18" charset="0"/>
              </a:rPr>
              <a:t>because these algorithms have to deal with </a:t>
            </a:r>
            <a:r>
              <a:rPr lang="en-US"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unpredictable message delays </a:t>
            </a:r>
            <a:r>
              <a:rPr lang="en-US" dirty="0">
                <a:latin typeface="Times New Roman" panose="02020603050405020304" pitchFamily="18" charset="0"/>
                <a:cs typeface="Times New Roman" panose="02020603050405020304" pitchFamily="18" charset="0"/>
              </a:rPr>
              <a:t>and </a:t>
            </a:r>
            <a:r>
              <a:rPr lang="en-US"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incomplete knowledge of the system state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69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234563-E980-DE75-67E0-F9AC1D6CEA6F}"/>
              </a:ext>
            </a:extLst>
          </p:cNvPr>
          <p:cNvSpPr>
            <a:spLocks noGrp="1"/>
          </p:cNvSpPr>
          <p:nvPr>
            <p:ph idx="1"/>
          </p:nvPr>
        </p:nvSpPr>
        <p:spPr>
          <a:xfrm>
            <a:off x="838200" y="457200"/>
            <a:ext cx="10341429" cy="5719763"/>
          </a:xfrm>
        </p:spPr>
        <p:txBody>
          <a:bodyPr>
            <a:normAutofit/>
          </a:bodyPr>
          <a:lstStyle/>
          <a:p>
            <a:pPr algn="l"/>
            <a:r>
              <a:rPr lang="en-US" sz="2600" b="0" i="0" u="none" strike="noStrike" baseline="0" dirty="0">
                <a:latin typeface="Times New Roman" panose="02020603050405020304" pitchFamily="18" charset="0"/>
                <a:cs typeface="Times New Roman" panose="02020603050405020304" pitchFamily="18" charset="0"/>
              </a:rPr>
              <a:t>There are three basic approaches for </a:t>
            </a:r>
            <a:r>
              <a:rPr lang="en-IN" sz="2600" b="0" i="0" u="none" strike="noStrike" baseline="0" dirty="0">
                <a:latin typeface="Times New Roman" panose="02020603050405020304" pitchFamily="18" charset="0"/>
                <a:cs typeface="Times New Roman" panose="02020603050405020304" pitchFamily="18" charset="0"/>
              </a:rPr>
              <a:t>implementing distributed mutual exclusion:</a:t>
            </a:r>
          </a:p>
          <a:p>
            <a:pPr marL="971550" lvl="1" indent="-514350">
              <a:buAutoNum type="arabicPeriod"/>
            </a:pPr>
            <a:r>
              <a:rPr lang="en-IN" sz="2600" b="1" i="0" u="none" strike="noStrike" baseline="0" dirty="0">
                <a:latin typeface="Times New Roman" panose="02020603050405020304" pitchFamily="18" charset="0"/>
                <a:cs typeface="Times New Roman" panose="02020603050405020304" pitchFamily="18" charset="0"/>
              </a:rPr>
              <a:t>Token-based approach</a:t>
            </a:r>
            <a:r>
              <a:rPr lang="en-IN" sz="2600" b="0" i="0" u="none" strike="noStrike" baseline="0" dirty="0">
                <a:latin typeface="Times New Roman" panose="02020603050405020304" pitchFamily="18" charset="0"/>
                <a:cs typeface="Times New Roman" panose="02020603050405020304" pitchFamily="18" charset="0"/>
              </a:rPr>
              <a:t>.</a:t>
            </a:r>
          </a:p>
          <a:p>
            <a:pPr lvl="2"/>
            <a:r>
              <a:rPr lang="en-US" sz="2200" b="0" i="0" u="none" strike="noStrike" baseline="0" dirty="0">
                <a:latin typeface="Times New Roman" panose="02020603050405020304" pitchFamily="18" charset="0"/>
                <a:cs typeface="Times New Roman" panose="02020603050405020304" pitchFamily="18" charset="0"/>
              </a:rPr>
              <a:t>In the token-based approach, a unique token (also known as the PRIVILEGE message) is shared among the sites. </a:t>
            </a:r>
          </a:p>
          <a:p>
            <a:pPr lvl="2"/>
            <a:r>
              <a:rPr lang="en-US" sz="2200" b="0" i="1" u="none" strike="noStrike" baseline="0" dirty="0">
                <a:solidFill>
                  <a:srgbClr val="FF0000"/>
                </a:solidFill>
                <a:latin typeface="Times New Roman" panose="02020603050405020304" pitchFamily="18" charset="0"/>
                <a:cs typeface="Times New Roman" panose="02020603050405020304" pitchFamily="18" charset="0"/>
              </a:rPr>
              <a:t>A site is allowed to enter its CS if it possesses the token and it continues to hold the token until the execution of the CS is over</a:t>
            </a:r>
            <a:r>
              <a:rPr lang="en-US" sz="2200" b="0" i="0" u="none" strike="noStrike" baseline="0" dirty="0">
                <a:latin typeface="Times New Roman" panose="02020603050405020304" pitchFamily="18" charset="0"/>
                <a:cs typeface="Times New Roman" panose="02020603050405020304" pitchFamily="18" charset="0"/>
              </a:rPr>
              <a:t>.</a:t>
            </a:r>
          </a:p>
          <a:p>
            <a:pPr lvl="2"/>
            <a:r>
              <a:rPr lang="en-US" sz="2200" b="0" i="0" u="none" strike="noStrike" baseline="0" dirty="0">
                <a:latin typeface="Times New Roman" panose="02020603050405020304" pitchFamily="18" charset="0"/>
                <a:cs typeface="Times New Roman" panose="02020603050405020304" pitchFamily="18" charset="0"/>
              </a:rPr>
              <a:t>Mutual exclusion is ensured because the token is unique.</a:t>
            </a:r>
            <a:endParaRPr lang="en-IN" sz="2200" b="0" i="0" u="none" strike="noStrike" baseline="0" dirty="0">
              <a:latin typeface="Times New Roman" panose="02020603050405020304" pitchFamily="18" charset="0"/>
              <a:cs typeface="Times New Roman" panose="02020603050405020304" pitchFamily="18" charset="0"/>
            </a:endParaRPr>
          </a:p>
          <a:p>
            <a:pPr marL="457200" lvl="1" indent="0">
              <a:buNone/>
            </a:pPr>
            <a:r>
              <a:rPr lang="en-IN" sz="2600" b="0" i="0" u="none" strike="noStrike" baseline="0" dirty="0">
                <a:latin typeface="Times New Roman" panose="02020603050405020304" pitchFamily="18" charset="0"/>
                <a:cs typeface="Times New Roman" panose="02020603050405020304" pitchFamily="18" charset="0"/>
              </a:rPr>
              <a:t>2. </a:t>
            </a:r>
            <a:r>
              <a:rPr lang="en-IN" sz="2600" b="1" i="0" u="none" strike="noStrike" baseline="0" dirty="0">
                <a:latin typeface="Times New Roman" panose="02020603050405020304" pitchFamily="18" charset="0"/>
                <a:cs typeface="Times New Roman" panose="02020603050405020304" pitchFamily="18" charset="0"/>
              </a:rPr>
              <a:t>Non-token-based approach</a:t>
            </a:r>
            <a:r>
              <a:rPr lang="en-IN" sz="2600" b="0" i="0" u="none" strike="noStrike" baseline="0" dirty="0">
                <a:latin typeface="Times New Roman" panose="02020603050405020304" pitchFamily="18" charset="0"/>
                <a:cs typeface="Times New Roman" panose="02020603050405020304" pitchFamily="18" charset="0"/>
              </a:rPr>
              <a:t>.</a:t>
            </a:r>
          </a:p>
          <a:p>
            <a:pPr lvl="2"/>
            <a:r>
              <a:rPr lang="en-US" sz="2200" b="0" i="0" u="none" strike="noStrike" baseline="0" dirty="0">
                <a:latin typeface="Times New Roman" panose="02020603050405020304" pitchFamily="18" charset="0"/>
                <a:cs typeface="Times New Roman" panose="02020603050405020304" pitchFamily="18" charset="0"/>
              </a:rPr>
              <a:t>In the non-token-based approach, two or more successive rounds of messages are exchanged among the sites to determine which site will enter the CS next.</a:t>
            </a:r>
          </a:p>
          <a:p>
            <a:pPr lvl="2"/>
            <a:r>
              <a:rPr lang="en-US" sz="2200" b="0" i="0" u="none" strike="noStrike" baseline="0" dirty="0">
                <a:latin typeface="Times New Roman" panose="02020603050405020304" pitchFamily="18" charset="0"/>
                <a:cs typeface="Times New Roman" panose="02020603050405020304" pitchFamily="18" charset="0"/>
              </a:rPr>
              <a:t>A site enters the critical section (CS) when an assertion, defined on its local variables, becomes true.</a:t>
            </a:r>
          </a:p>
          <a:p>
            <a:pPr lvl="2"/>
            <a:r>
              <a:rPr lang="en-US" sz="2200" b="0" i="0" u="none" strike="noStrike" baseline="0" dirty="0">
                <a:latin typeface="Times New Roman" panose="02020603050405020304" pitchFamily="18" charset="0"/>
                <a:cs typeface="Times New Roman" panose="02020603050405020304" pitchFamily="18" charset="0"/>
              </a:rPr>
              <a:t>Mutual exclusion is enforced because the assertion becomes true only at one site at any given time.</a:t>
            </a:r>
            <a:endParaRPr lang="en-IN" sz="2200" b="0" i="0" u="none" strike="noStrike" baseline="0" dirty="0">
              <a:latin typeface="Times New Roman" panose="02020603050405020304" pitchFamily="18" charset="0"/>
              <a:cs typeface="Times New Roman" panose="02020603050405020304" pitchFamily="18" charset="0"/>
            </a:endParaRPr>
          </a:p>
          <a:p>
            <a:pPr marL="457200" lvl="1" indent="0">
              <a:buNone/>
            </a:pP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165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7E89D-BF78-050E-3537-4571B07F8E8F}"/>
              </a:ext>
            </a:extLst>
          </p:cNvPr>
          <p:cNvSpPr>
            <a:spLocks noGrp="1"/>
          </p:cNvSpPr>
          <p:nvPr>
            <p:ph idx="1"/>
          </p:nvPr>
        </p:nvSpPr>
        <p:spPr>
          <a:xfrm>
            <a:off x="838200" y="478971"/>
            <a:ext cx="10406743" cy="5697992"/>
          </a:xfrm>
        </p:spPr>
        <p:txBody>
          <a:bodyPr>
            <a:normAutofit/>
          </a:bodyPr>
          <a:lstStyle/>
          <a:p>
            <a:pPr marL="0" indent="0" algn="just">
              <a:buNone/>
            </a:pPr>
            <a:r>
              <a:rPr lang="en-IN" b="0" i="0" u="none" strike="noStrike" baseline="0" dirty="0">
                <a:latin typeface="Times New Roman" panose="02020603050405020304" pitchFamily="18" charset="0"/>
                <a:cs typeface="Times New Roman" panose="02020603050405020304" pitchFamily="18" charset="0"/>
              </a:rPr>
              <a:t>3.</a:t>
            </a:r>
            <a:r>
              <a:rPr lang="en-IN" b="1" i="0" u="none" strike="noStrike" baseline="0" dirty="0">
                <a:latin typeface="Times New Roman" panose="02020603050405020304" pitchFamily="18" charset="0"/>
                <a:cs typeface="Times New Roman" panose="02020603050405020304" pitchFamily="18" charset="0"/>
              </a:rPr>
              <a:t> Quorum-based approach</a:t>
            </a:r>
            <a:r>
              <a:rPr lang="en-IN" b="0" i="0" u="none" strike="noStrike" baseline="0" dirty="0">
                <a:latin typeface="Times New Roman" panose="02020603050405020304" pitchFamily="18" charset="0"/>
                <a:cs typeface="Times New Roman" panose="02020603050405020304" pitchFamily="18" charset="0"/>
              </a:rPr>
              <a:t>.</a:t>
            </a:r>
          </a:p>
          <a:p>
            <a:pPr lvl="1" algn="just"/>
            <a:r>
              <a:rPr lang="en-US" sz="2800" b="0" i="0" u="none" strike="noStrike" baseline="0" dirty="0">
                <a:latin typeface="Times New Roman" panose="02020603050405020304" pitchFamily="18" charset="0"/>
                <a:cs typeface="Times New Roman" panose="02020603050405020304" pitchFamily="18" charset="0"/>
              </a:rPr>
              <a:t>In the quorum-based approach, each site requests permission to execute</a:t>
            </a: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CS from a subset of sites (called a quorum).</a:t>
            </a:r>
          </a:p>
          <a:p>
            <a:pPr lvl="1" algn="just"/>
            <a:r>
              <a:rPr lang="en-US" sz="2800" dirty="0">
                <a:latin typeface="Times New Roman" panose="02020603050405020304" pitchFamily="18" charset="0"/>
                <a:cs typeface="Times New Roman" panose="02020603050405020304" pitchFamily="18" charset="0"/>
              </a:rPr>
              <a:t>The quorums are formed in such a way that when two sites concurrently request access to the CS, at least one site receives both the requests and this site is responsible to make sure that only one request executes the CS at any time.</a:t>
            </a:r>
            <a:endParaRPr lang="en-IN" sz="2800" b="0" i="0" u="none" strike="noStrike" baseline="0"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347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BCDD-1105-3F3D-A4E6-299C57F2DD9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Model</a:t>
            </a:r>
          </a:p>
        </p:txBody>
      </p:sp>
      <p:sp>
        <p:nvSpPr>
          <p:cNvPr id="3" name="Content Placeholder 2">
            <a:extLst>
              <a:ext uri="{FF2B5EF4-FFF2-40B4-BE49-F238E27FC236}">
                <a16:creationId xmlns:a16="http://schemas.microsoft.com/office/drawing/2014/main" id="{73DF5A06-694E-881E-880E-A43EA7B15F5B}"/>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system consists of </a:t>
            </a:r>
            <a:r>
              <a:rPr lang="en-US" i="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N sites</a:t>
            </a:r>
            <a:r>
              <a:rPr lang="en-US" dirty="0">
                <a:latin typeface="Times New Roman" panose="02020603050405020304" pitchFamily="18" charset="0"/>
                <a:cs typeface="Times New Roman" panose="02020603050405020304" pitchFamily="18" charset="0"/>
              </a:rPr>
              <a:t>, S</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S</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S</a:t>
            </a:r>
            <a:r>
              <a:rPr lang="en-US" baseline="-25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Without loss of generality, we assume that </a:t>
            </a:r>
            <a:r>
              <a:rPr lang="en-US" dirty="0">
                <a:highlight>
                  <a:srgbClr val="FFFF00"/>
                </a:highlight>
                <a:latin typeface="Times New Roman" panose="02020603050405020304" pitchFamily="18" charset="0"/>
                <a:cs typeface="Times New Roman" panose="02020603050405020304" pitchFamily="18" charset="0"/>
              </a:rPr>
              <a:t>a single process is running on each site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process at site S</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denoted by p</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All these </a:t>
            </a:r>
            <a:r>
              <a:rPr lang="en-US" dirty="0">
                <a:highlight>
                  <a:srgbClr val="FFFF00"/>
                </a:highlight>
                <a:latin typeface="Times New Roman" panose="02020603050405020304" pitchFamily="18" charset="0"/>
                <a:cs typeface="Times New Roman" panose="02020603050405020304" pitchFamily="18" charset="0"/>
              </a:rPr>
              <a:t>processes communicate asynchronously</a:t>
            </a:r>
            <a:r>
              <a:rPr lang="en-US" dirty="0">
                <a:latin typeface="Times New Roman" panose="02020603050405020304" pitchFamily="18" charset="0"/>
                <a:cs typeface="Times New Roman" panose="02020603050405020304" pitchFamily="18" charset="0"/>
              </a:rPr>
              <a:t> over an underlying communication network. </a:t>
            </a:r>
          </a:p>
          <a:p>
            <a:pPr algn="just"/>
            <a:r>
              <a:rPr lang="en-US" dirty="0">
                <a:latin typeface="Times New Roman" panose="02020603050405020304" pitchFamily="18" charset="0"/>
                <a:cs typeface="Times New Roman" panose="02020603050405020304" pitchFamily="18" charset="0"/>
              </a:rPr>
              <a:t>A process wishing to enter the CS requests all other or a subset of processes by sending </a:t>
            </a:r>
            <a:r>
              <a:rPr lang="en-US" dirty="0">
                <a:highlight>
                  <a:srgbClr val="FFFF00"/>
                </a:highlight>
                <a:latin typeface="Times New Roman" panose="02020603050405020304" pitchFamily="18" charset="0"/>
                <a:cs typeface="Times New Roman" panose="02020603050405020304" pitchFamily="18" charset="0"/>
              </a:rPr>
              <a:t>REQUEST messages</a:t>
            </a:r>
            <a:r>
              <a:rPr lang="en-US" dirty="0">
                <a:latin typeface="Times New Roman" panose="02020603050405020304" pitchFamily="18" charset="0"/>
                <a:cs typeface="Times New Roman" panose="02020603050405020304" pitchFamily="18" charset="0"/>
              </a:rPr>
              <a:t>, and waits for appropriate replies before entering the CS.</a:t>
            </a:r>
          </a:p>
          <a:p>
            <a:pPr algn="just"/>
            <a:r>
              <a:rPr lang="en-US" dirty="0">
                <a:latin typeface="Times New Roman" panose="02020603050405020304" pitchFamily="18" charset="0"/>
                <a:cs typeface="Times New Roman" panose="02020603050405020304" pitchFamily="18" charset="0"/>
              </a:rPr>
              <a:t>While waiting the process is not allowed to make further requests to enter the 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816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48A4AB-1CBB-4FFC-E380-1E936DB6B05C}"/>
              </a:ext>
            </a:extLst>
          </p:cNvPr>
          <p:cNvSpPr>
            <a:spLocks noGrp="1"/>
          </p:cNvSpPr>
          <p:nvPr>
            <p:ph idx="1"/>
          </p:nvPr>
        </p:nvSpPr>
        <p:spPr>
          <a:xfrm>
            <a:off x="838200" y="478971"/>
            <a:ext cx="10395857" cy="5697992"/>
          </a:xfrm>
        </p:spPr>
        <p:txBody>
          <a:bodyPr>
            <a:normAutofit/>
          </a:bodyPr>
          <a:lstStyle/>
          <a:p>
            <a:pPr algn="l"/>
            <a:r>
              <a:rPr lang="en-IN" sz="2600" b="0" i="0" u="none" strike="noStrike" baseline="0" dirty="0">
                <a:latin typeface="Times New Roman" panose="02020603050405020304" pitchFamily="18" charset="0"/>
                <a:cs typeface="Times New Roman" panose="02020603050405020304" pitchFamily="18" charset="0"/>
              </a:rPr>
              <a:t>A site can </a:t>
            </a:r>
            <a:r>
              <a:rPr lang="en-US" sz="2600" b="0" i="0" u="none" strike="noStrike" baseline="0" dirty="0">
                <a:latin typeface="Times New Roman" panose="02020603050405020304" pitchFamily="18" charset="0"/>
                <a:cs typeface="Times New Roman" panose="02020603050405020304" pitchFamily="18" charset="0"/>
              </a:rPr>
              <a:t>be in one of the following three states: </a:t>
            </a:r>
          </a:p>
          <a:p>
            <a:pPr marL="800100" lvl="1" indent="-342900">
              <a:buFont typeface="+mj-lt"/>
              <a:buAutoNum type="arabicPeriod"/>
            </a:pPr>
            <a:r>
              <a:rPr lang="en-US" sz="2600" b="0" i="0" u="none" strike="noStrike" baseline="0" dirty="0">
                <a:latin typeface="Times New Roman" panose="02020603050405020304" pitchFamily="18" charset="0"/>
                <a:cs typeface="Times New Roman" panose="02020603050405020304" pitchFamily="18" charset="0"/>
              </a:rPr>
              <a:t>requesting the CS</a:t>
            </a:r>
          </a:p>
          <a:p>
            <a:pPr marL="800100" lvl="1" indent="-342900">
              <a:buFont typeface="+mj-lt"/>
              <a:buAutoNum type="arabicPeriod"/>
            </a:pPr>
            <a:r>
              <a:rPr lang="en-US" sz="2600" b="0" i="0" u="none" strike="noStrike" baseline="0" dirty="0">
                <a:latin typeface="Times New Roman" panose="02020603050405020304" pitchFamily="18" charset="0"/>
                <a:cs typeface="Times New Roman" panose="02020603050405020304" pitchFamily="18" charset="0"/>
              </a:rPr>
              <a:t>executing the CS</a:t>
            </a:r>
          </a:p>
          <a:p>
            <a:pPr marL="800100" lvl="1" indent="-342900">
              <a:buFont typeface="+mj-lt"/>
              <a:buAutoNum type="arabicPeriod"/>
            </a:pPr>
            <a:r>
              <a:rPr lang="en-US" sz="2600" b="0" i="0" u="none" strike="noStrike" baseline="0" dirty="0">
                <a:latin typeface="Times New Roman" panose="02020603050405020304" pitchFamily="18" charset="0"/>
                <a:cs typeface="Times New Roman" panose="02020603050405020304" pitchFamily="18" charset="0"/>
              </a:rPr>
              <a:t>neither requesting nor executing the CS (i.e., idle).</a:t>
            </a:r>
          </a:p>
          <a:p>
            <a:pPr marL="0" indent="0">
              <a:buNone/>
            </a:pPr>
            <a:r>
              <a:rPr lang="en-US" sz="2600" dirty="0">
                <a:latin typeface="Times New Roman" panose="02020603050405020304" pitchFamily="18" charset="0"/>
                <a:cs typeface="Times New Roman" panose="02020603050405020304" pitchFamily="18" charset="0"/>
              </a:rPr>
              <a:t>Following notations are used</a:t>
            </a:r>
            <a:endParaRPr lang="en-IN" sz="2600" b="0" i="0" u="none" strike="noStrike" baseline="0" dirty="0">
              <a:latin typeface="Times New Roman" panose="02020603050405020304" pitchFamily="18" charset="0"/>
              <a:cs typeface="Times New Roman" panose="02020603050405020304" pitchFamily="18" charset="0"/>
            </a:endParaRPr>
          </a:p>
          <a:p>
            <a:r>
              <a:rPr lang="en-US" sz="2600" b="1" i="0" u="none" strike="noStrike" baseline="0" dirty="0">
                <a:solidFill>
                  <a:srgbClr val="FF0000"/>
                </a:solidFill>
                <a:latin typeface="Times New Roman" panose="02020603050405020304" pitchFamily="18" charset="0"/>
                <a:cs typeface="Times New Roman" panose="02020603050405020304" pitchFamily="18" charset="0"/>
              </a:rPr>
              <a:t>N</a:t>
            </a:r>
            <a:r>
              <a:rPr lang="en-US" sz="2600" b="0" i="0" u="none" strike="noStrike" baseline="0" dirty="0">
                <a:latin typeface="Times New Roman" panose="02020603050405020304" pitchFamily="18" charset="0"/>
                <a:cs typeface="Times New Roman" panose="02020603050405020304" pitchFamily="18" charset="0"/>
              </a:rPr>
              <a:t> denotes the </a:t>
            </a:r>
            <a:r>
              <a:rPr lang="en-US" sz="2600" b="0" i="0" u="none" strike="noStrike" baseline="0" dirty="0">
                <a:highlight>
                  <a:srgbClr val="FFFF00"/>
                </a:highlight>
                <a:latin typeface="Times New Roman" panose="02020603050405020304" pitchFamily="18" charset="0"/>
                <a:cs typeface="Times New Roman" panose="02020603050405020304" pitchFamily="18" charset="0"/>
              </a:rPr>
              <a:t>number of processes </a:t>
            </a:r>
            <a:r>
              <a:rPr lang="en-US" sz="2600" b="0" i="0" u="none" strike="noStrike" baseline="0" dirty="0">
                <a:latin typeface="Times New Roman" panose="02020603050405020304" pitchFamily="18" charset="0"/>
                <a:cs typeface="Times New Roman" panose="02020603050405020304" pitchFamily="18" charset="0"/>
              </a:rPr>
              <a:t>or sites involved in invoking the critical section</a:t>
            </a:r>
          </a:p>
          <a:p>
            <a:r>
              <a:rPr lang="en-US" sz="2600" b="1" i="0" u="none" strike="noStrike" baseline="0" dirty="0">
                <a:solidFill>
                  <a:srgbClr val="FF0000"/>
                </a:solidFill>
                <a:latin typeface="Times New Roman" panose="02020603050405020304" pitchFamily="18" charset="0"/>
                <a:cs typeface="Times New Roman" panose="02020603050405020304" pitchFamily="18" charset="0"/>
              </a:rPr>
              <a:t>T</a:t>
            </a:r>
            <a:r>
              <a:rPr lang="en-US" sz="2600" b="0" i="0" u="none" strike="noStrike" baseline="0" dirty="0">
                <a:latin typeface="Times New Roman" panose="02020603050405020304" pitchFamily="18" charset="0"/>
                <a:cs typeface="Times New Roman" panose="02020603050405020304" pitchFamily="18" charset="0"/>
              </a:rPr>
              <a:t> denotes the </a:t>
            </a:r>
            <a:r>
              <a:rPr lang="en-US" sz="2600" b="0" i="0" u="none" strike="noStrike" baseline="0" dirty="0">
                <a:highlight>
                  <a:srgbClr val="FFFF00"/>
                </a:highlight>
                <a:latin typeface="Times New Roman" panose="02020603050405020304" pitchFamily="18" charset="0"/>
                <a:cs typeface="Times New Roman" panose="02020603050405020304" pitchFamily="18" charset="0"/>
              </a:rPr>
              <a:t>average message delay</a:t>
            </a:r>
          </a:p>
          <a:p>
            <a:r>
              <a:rPr lang="en-US" sz="2600" b="1" i="0" u="none" strike="noStrike" baseline="0" dirty="0">
                <a:solidFill>
                  <a:srgbClr val="FF0000"/>
                </a:solidFill>
                <a:latin typeface="Times New Roman" panose="02020603050405020304" pitchFamily="18" charset="0"/>
                <a:cs typeface="Times New Roman" panose="02020603050405020304" pitchFamily="18" charset="0"/>
              </a:rPr>
              <a:t>E</a:t>
            </a:r>
            <a:r>
              <a:rPr lang="en-US" sz="2600" b="0" i="0" u="none" strike="noStrike" baseline="0" dirty="0">
                <a:latin typeface="Times New Roman" panose="02020603050405020304" pitchFamily="18" charset="0"/>
                <a:cs typeface="Times New Roman" panose="02020603050405020304" pitchFamily="18" charset="0"/>
              </a:rPr>
              <a:t> denotes the </a:t>
            </a:r>
            <a:r>
              <a:rPr lang="en-US" sz="2600" b="0" i="0" u="none" strike="noStrike" baseline="0" dirty="0">
                <a:highlight>
                  <a:srgbClr val="FFFF00"/>
                </a:highlight>
                <a:latin typeface="Times New Roman" panose="02020603050405020304" pitchFamily="18" charset="0"/>
                <a:cs typeface="Times New Roman" panose="02020603050405020304" pitchFamily="18" charset="0"/>
              </a:rPr>
              <a:t>average critical section execution time</a:t>
            </a:r>
            <a:r>
              <a:rPr lang="en-US" sz="2600" b="0" i="0" u="none" strike="noStrike" baseline="0" dirty="0">
                <a:latin typeface="Times New Roman" panose="02020603050405020304" pitchFamily="18" charset="0"/>
                <a:cs typeface="Times New Roman" panose="02020603050405020304" pitchFamily="18" charset="0"/>
              </a:rPr>
              <a:t>.</a:t>
            </a:r>
            <a:endParaRPr lang="en-IN" sz="2600" b="0" i="0" u="none" strike="noStrike" baseline="0" dirty="0">
              <a:latin typeface="Times New Roman" panose="02020603050405020304" pitchFamily="18" charset="0"/>
              <a:cs typeface="Times New Roman" panose="02020603050405020304" pitchFamily="18" charset="0"/>
            </a:endParaRPr>
          </a:p>
          <a:p>
            <a:pPr marL="0" indent="0">
              <a:buNone/>
            </a:pPr>
            <a:endParaRPr lang="en-US" sz="26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111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2D3F-3E01-1741-8198-DE5AF9744C86}"/>
              </a:ext>
            </a:extLst>
          </p:cNvPr>
          <p:cNvSpPr>
            <a:spLocks noGrp="1"/>
          </p:cNvSpPr>
          <p:nvPr>
            <p:ph type="title"/>
          </p:nvPr>
        </p:nvSpPr>
        <p:spPr>
          <a:xfrm>
            <a:off x="838200" y="240393"/>
            <a:ext cx="10515600" cy="44948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Requirements of mutual exclusion algorithms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C124DC-4980-4513-02E0-423B0C665885}"/>
              </a:ext>
            </a:extLst>
          </p:cNvPr>
          <p:cNvSpPr>
            <a:spLocks noGrp="1"/>
          </p:cNvSpPr>
          <p:nvPr>
            <p:ph idx="1"/>
          </p:nvPr>
        </p:nvSpPr>
        <p:spPr>
          <a:xfrm>
            <a:off x="587828" y="914626"/>
            <a:ext cx="10515600" cy="449489"/>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A mutual exclusion algorithm should satisfy the following properties: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65A8037-8632-1BB9-2D9A-060B10F45969}"/>
              </a:ext>
            </a:extLst>
          </p:cNvPr>
          <p:cNvPicPr>
            <a:picLocks noChangeAspect="1"/>
          </p:cNvPicPr>
          <p:nvPr/>
        </p:nvPicPr>
        <p:blipFill>
          <a:blip r:embed="rId2"/>
          <a:stretch>
            <a:fillRect/>
          </a:stretch>
        </p:blipFill>
        <p:spPr>
          <a:xfrm>
            <a:off x="1659911" y="1346866"/>
            <a:ext cx="8964545" cy="5386106"/>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F5464D38-A0AB-7D0F-43C8-6CE496A83236}"/>
                  </a:ext>
                </a:extLst>
              </p14:cNvPr>
              <p14:cNvContentPartPr/>
              <p14:nvPr/>
            </p14:nvContentPartPr>
            <p14:xfrm>
              <a:off x="9905777" y="1534560"/>
              <a:ext cx="340560" cy="40320"/>
            </p14:xfrm>
          </p:contentPart>
        </mc:Choice>
        <mc:Fallback xmlns="">
          <p:pic>
            <p:nvPicPr>
              <p:cNvPr id="6" name="Ink 5">
                <a:extLst>
                  <a:ext uri="{FF2B5EF4-FFF2-40B4-BE49-F238E27FC236}">
                    <a16:creationId xmlns:a16="http://schemas.microsoft.com/office/drawing/2014/main" id="{F5464D38-A0AB-7D0F-43C8-6CE496A83236}"/>
                  </a:ext>
                </a:extLst>
              </p:cNvPr>
              <p:cNvPicPr/>
              <p:nvPr/>
            </p:nvPicPr>
            <p:blipFill>
              <a:blip r:embed="rId4"/>
              <a:stretch>
                <a:fillRect/>
              </a:stretch>
            </p:blipFill>
            <p:spPr>
              <a:xfrm>
                <a:off x="9834137" y="1390920"/>
                <a:ext cx="48420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8061741F-AB0F-ACDF-7600-AE8870EEB9FC}"/>
                  </a:ext>
                </a:extLst>
              </p14:cNvPr>
              <p14:cNvContentPartPr/>
              <p14:nvPr/>
            </p14:nvContentPartPr>
            <p14:xfrm>
              <a:off x="9383057" y="1578480"/>
              <a:ext cx="511920" cy="23760"/>
            </p14:xfrm>
          </p:contentPart>
        </mc:Choice>
        <mc:Fallback xmlns="">
          <p:pic>
            <p:nvPicPr>
              <p:cNvPr id="7" name="Ink 6">
                <a:extLst>
                  <a:ext uri="{FF2B5EF4-FFF2-40B4-BE49-F238E27FC236}">
                    <a16:creationId xmlns:a16="http://schemas.microsoft.com/office/drawing/2014/main" id="{8061741F-AB0F-ACDF-7600-AE8870EEB9FC}"/>
                  </a:ext>
                </a:extLst>
              </p:cNvPr>
              <p:cNvPicPr/>
              <p:nvPr/>
            </p:nvPicPr>
            <p:blipFill>
              <a:blip r:embed="rId6"/>
              <a:stretch>
                <a:fillRect/>
              </a:stretch>
            </p:blipFill>
            <p:spPr>
              <a:xfrm>
                <a:off x="9311417" y="1434840"/>
                <a:ext cx="65556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D9D0E60A-CD67-29A3-D367-3AD0CDE8DCF1}"/>
                  </a:ext>
                </a:extLst>
              </p14:cNvPr>
              <p14:cNvContentPartPr/>
              <p14:nvPr/>
            </p14:nvContentPartPr>
            <p14:xfrm>
              <a:off x="2274857" y="1839120"/>
              <a:ext cx="4330800" cy="109800"/>
            </p14:xfrm>
          </p:contentPart>
        </mc:Choice>
        <mc:Fallback xmlns="">
          <p:pic>
            <p:nvPicPr>
              <p:cNvPr id="8" name="Ink 7">
                <a:extLst>
                  <a:ext uri="{FF2B5EF4-FFF2-40B4-BE49-F238E27FC236}">
                    <a16:creationId xmlns:a16="http://schemas.microsoft.com/office/drawing/2014/main" id="{D9D0E60A-CD67-29A3-D367-3AD0CDE8DCF1}"/>
                  </a:ext>
                </a:extLst>
              </p:cNvPr>
              <p:cNvPicPr/>
              <p:nvPr/>
            </p:nvPicPr>
            <p:blipFill>
              <a:blip r:embed="rId8"/>
              <a:stretch>
                <a:fillRect/>
              </a:stretch>
            </p:blipFill>
            <p:spPr>
              <a:xfrm>
                <a:off x="2202857" y="1695480"/>
                <a:ext cx="447444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0B5DF195-25F7-48CF-4803-CED956FB4ED1}"/>
                  </a:ext>
                </a:extLst>
              </p14:cNvPr>
              <p14:cNvContentPartPr/>
              <p14:nvPr/>
            </p14:nvContentPartPr>
            <p14:xfrm>
              <a:off x="7587377" y="2491800"/>
              <a:ext cx="2613600" cy="66600"/>
            </p14:xfrm>
          </p:contentPart>
        </mc:Choice>
        <mc:Fallback xmlns="">
          <p:pic>
            <p:nvPicPr>
              <p:cNvPr id="10" name="Ink 9">
                <a:extLst>
                  <a:ext uri="{FF2B5EF4-FFF2-40B4-BE49-F238E27FC236}">
                    <a16:creationId xmlns:a16="http://schemas.microsoft.com/office/drawing/2014/main" id="{0B5DF195-25F7-48CF-4803-CED956FB4ED1}"/>
                  </a:ext>
                </a:extLst>
              </p:cNvPr>
              <p:cNvPicPr/>
              <p:nvPr/>
            </p:nvPicPr>
            <p:blipFill>
              <a:blip r:embed="rId10"/>
              <a:stretch>
                <a:fillRect/>
              </a:stretch>
            </p:blipFill>
            <p:spPr>
              <a:xfrm>
                <a:off x="7515377" y="2347800"/>
                <a:ext cx="275724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86ED6884-6ADF-311C-F8E6-54B059F5FFE4}"/>
                  </a:ext>
                </a:extLst>
              </p14:cNvPr>
              <p14:cNvContentPartPr/>
              <p14:nvPr/>
            </p14:nvContentPartPr>
            <p14:xfrm>
              <a:off x="2405537" y="2840640"/>
              <a:ext cx="964440" cy="44640"/>
            </p14:xfrm>
          </p:contentPart>
        </mc:Choice>
        <mc:Fallback xmlns="">
          <p:pic>
            <p:nvPicPr>
              <p:cNvPr id="11" name="Ink 10">
                <a:extLst>
                  <a:ext uri="{FF2B5EF4-FFF2-40B4-BE49-F238E27FC236}">
                    <a16:creationId xmlns:a16="http://schemas.microsoft.com/office/drawing/2014/main" id="{86ED6884-6ADF-311C-F8E6-54B059F5FFE4}"/>
                  </a:ext>
                </a:extLst>
              </p:cNvPr>
              <p:cNvPicPr/>
              <p:nvPr/>
            </p:nvPicPr>
            <p:blipFill>
              <a:blip r:embed="rId12"/>
              <a:stretch>
                <a:fillRect/>
              </a:stretch>
            </p:blipFill>
            <p:spPr>
              <a:xfrm>
                <a:off x="2333897" y="2696640"/>
                <a:ext cx="1108080" cy="332280"/>
              </a:xfrm>
              <a:prstGeom prst="rect">
                <a:avLst/>
              </a:prstGeom>
            </p:spPr>
          </p:pic>
        </mc:Fallback>
      </mc:AlternateContent>
      <p:cxnSp>
        <p:nvCxnSpPr>
          <p:cNvPr id="13" name="Straight Connector 12">
            <a:extLst>
              <a:ext uri="{FF2B5EF4-FFF2-40B4-BE49-F238E27FC236}">
                <a16:creationId xmlns:a16="http://schemas.microsoft.com/office/drawing/2014/main" id="{31EB1F8F-6F6C-65CE-0AAA-104274603E32}"/>
              </a:ext>
            </a:extLst>
          </p:cNvPr>
          <p:cNvCxnSpPr/>
          <p:nvPr/>
        </p:nvCxnSpPr>
        <p:spPr>
          <a:xfrm>
            <a:off x="3603171" y="3048000"/>
            <a:ext cx="6597806"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80DD2854-B1A1-64F4-1329-7F6D500DA9B5}"/>
              </a:ext>
            </a:extLst>
          </p:cNvPr>
          <p:cNvCxnSpPr>
            <a:cxnSpLocks/>
          </p:cNvCxnSpPr>
          <p:nvPr/>
        </p:nvCxnSpPr>
        <p:spPr>
          <a:xfrm>
            <a:off x="2274857" y="3363686"/>
            <a:ext cx="1916143"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1E4A426C-D502-DF9B-43B6-A8108F8B56A7}"/>
              </a:ext>
            </a:extLst>
          </p:cNvPr>
          <p:cNvCxnSpPr>
            <a:cxnSpLocks/>
          </p:cNvCxnSpPr>
          <p:nvPr/>
        </p:nvCxnSpPr>
        <p:spPr>
          <a:xfrm>
            <a:off x="2274857" y="4093029"/>
            <a:ext cx="7926120"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DAAF435C-9901-5300-DFF4-E399A865C5D3}"/>
              </a:ext>
            </a:extLst>
          </p:cNvPr>
          <p:cNvCxnSpPr>
            <a:cxnSpLocks/>
          </p:cNvCxnSpPr>
          <p:nvPr/>
        </p:nvCxnSpPr>
        <p:spPr>
          <a:xfrm>
            <a:off x="8722080" y="3777344"/>
            <a:ext cx="1524257"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88FB2D82-D8E0-9B8C-C3CA-BEAB18C3F44E}"/>
                  </a:ext>
                </a:extLst>
              </p14:cNvPr>
              <p14:cNvContentPartPr/>
              <p14:nvPr/>
            </p14:nvContentPartPr>
            <p14:xfrm>
              <a:off x="13302017" y="4691400"/>
              <a:ext cx="360" cy="360"/>
            </p14:xfrm>
          </p:contentPart>
        </mc:Choice>
        <mc:Fallback xmlns="">
          <p:pic>
            <p:nvPicPr>
              <p:cNvPr id="20" name="Ink 19">
                <a:extLst>
                  <a:ext uri="{FF2B5EF4-FFF2-40B4-BE49-F238E27FC236}">
                    <a16:creationId xmlns:a16="http://schemas.microsoft.com/office/drawing/2014/main" id="{88FB2D82-D8E0-9B8C-C3CA-BEAB18C3F44E}"/>
                  </a:ext>
                </a:extLst>
              </p:cNvPr>
              <p:cNvPicPr/>
              <p:nvPr/>
            </p:nvPicPr>
            <p:blipFill>
              <a:blip r:embed="rId14"/>
              <a:stretch>
                <a:fillRect/>
              </a:stretch>
            </p:blipFill>
            <p:spPr>
              <a:xfrm>
                <a:off x="13230377" y="4547760"/>
                <a:ext cx="1440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28A1D462-2D79-8D7C-AA03-A0D89AAA4412}"/>
                  </a:ext>
                </a:extLst>
              </p14:cNvPr>
              <p14:cNvContentPartPr/>
              <p14:nvPr/>
            </p14:nvContentPartPr>
            <p14:xfrm>
              <a:off x="9230777" y="4310160"/>
              <a:ext cx="855360" cy="66960"/>
            </p14:xfrm>
          </p:contentPart>
        </mc:Choice>
        <mc:Fallback xmlns="">
          <p:pic>
            <p:nvPicPr>
              <p:cNvPr id="21" name="Ink 20">
                <a:extLst>
                  <a:ext uri="{FF2B5EF4-FFF2-40B4-BE49-F238E27FC236}">
                    <a16:creationId xmlns:a16="http://schemas.microsoft.com/office/drawing/2014/main" id="{28A1D462-2D79-8D7C-AA03-A0D89AAA4412}"/>
                  </a:ext>
                </a:extLst>
              </p:cNvPr>
              <p:cNvPicPr/>
              <p:nvPr/>
            </p:nvPicPr>
            <p:blipFill>
              <a:blip r:embed="rId16"/>
              <a:stretch>
                <a:fillRect/>
              </a:stretch>
            </p:blipFill>
            <p:spPr>
              <a:xfrm>
                <a:off x="9158777" y="4166160"/>
                <a:ext cx="9990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996B8907-E1B9-E814-EAE2-759824AF132D}"/>
                  </a:ext>
                </a:extLst>
              </p14:cNvPr>
              <p14:cNvContentPartPr/>
              <p14:nvPr/>
            </p14:nvContentPartPr>
            <p14:xfrm>
              <a:off x="2340017" y="4604280"/>
              <a:ext cx="4299120" cy="77760"/>
            </p14:xfrm>
          </p:contentPart>
        </mc:Choice>
        <mc:Fallback xmlns="">
          <p:pic>
            <p:nvPicPr>
              <p:cNvPr id="22" name="Ink 21">
                <a:extLst>
                  <a:ext uri="{FF2B5EF4-FFF2-40B4-BE49-F238E27FC236}">
                    <a16:creationId xmlns:a16="http://schemas.microsoft.com/office/drawing/2014/main" id="{996B8907-E1B9-E814-EAE2-759824AF132D}"/>
                  </a:ext>
                </a:extLst>
              </p:cNvPr>
              <p:cNvPicPr/>
              <p:nvPr/>
            </p:nvPicPr>
            <p:blipFill>
              <a:blip r:embed="rId18"/>
              <a:stretch>
                <a:fillRect/>
              </a:stretch>
            </p:blipFill>
            <p:spPr>
              <a:xfrm>
                <a:off x="2268377" y="4460280"/>
                <a:ext cx="444276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F3EF9484-18A6-8FC4-BC3B-D0E65829F837}"/>
                  </a:ext>
                </a:extLst>
              </p14:cNvPr>
              <p14:cNvContentPartPr/>
              <p14:nvPr/>
            </p14:nvContentPartPr>
            <p14:xfrm>
              <a:off x="7521857" y="4929720"/>
              <a:ext cx="2720520" cy="67680"/>
            </p14:xfrm>
          </p:contentPart>
        </mc:Choice>
        <mc:Fallback xmlns="">
          <p:pic>
            <p:nvPicPr>
              <p:cNvPr id="23" name="Ink 22">
                <a:extLst>
                  <a:ext uri="{FF2B5EF4-FFF2-40B4-BE49-F238E27FC236}">
                    <a16:creationId xmlns:a16="http://schemas.microsoft.com/office/drawing/2014/main" id="{F3EF9484-18A6-8FC4-BC3B-D0E65829F837}"/>
                  </a:ext>
                </a:extLst>
              </p:cNvPr>
              <p:cNvPicPr/>
              <p:nvPr/>
            </p:nvPicPr>
            <p:blipFill>
              <a:blip r:embed="rId20"/>
              <a:stretch>
                <a:fillRect/>
              </a:stretch>
            </p:blipFill>
            <p:spPr>
              <a:xfrm>
                <a:off x="7449857" y="4786080"/>
                <a:ext cx="28641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F89AC952-0540-C3BD-6E90-96AD79606CD0}"/>
                  </a:ext>
                </a:extLst>
              </p14:cNvPr>
              <p14:cNvContentPartPr/>
              <p14:nvPr/>
            </p14:nvContentPartPr>
            <p14:xfrm>
              <a:off x="10253897" y="4985880"/>
              <a:ext cx="360" cy="360"/>
            </p14:xfrm>
          </p:contentPart>
        </mc:Choice>
        <mc:Fallback xmlns="">
          <p:pic>
            <p:nvPicPr>
              <p:cNvPr id="24" name="Ink 23">
                <a:extLst>
                  <a:ext uri="{FF2B5EF4-FFF2-40B4-BE49-F238E27FC236}">
                    <a16:creationId xmlns:a16="http://schemas.microsoft.com/office/drawing/2014/main" id="{F89AC952-0540-C3BD-6E90-96AD79606CD0}"/>
                  </a:ext>
                </a:extLst>
              </p:cNvPr>
              <p:cNvPicPr/>
              <p:nvPr/>
            </p:nvPicPr>
            <p:blipFill>
              <a:blip r:embed="rId14"/>
              <a:stretch>
                <a:fillRect/>
              </a:stretch>
            </p:blipFill>
            <p:spPr>
              <a:xfrm>
                <a:off x="10182257" y="4841880"/>
                <a:ext cx="1440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DE7BF74A-30CC-C87D-7E97-8DEA9FEDA15A}"/>
                  </a:ext>
                </a:extLst>
              </p14:cNvPr>
              <p14:cNvContentPartPr/>
              <p14:nvPr/>
            </p14:nvContentPartPr>
            <p14:xfrm>
              <a:off x="2383937" y="5257320"/>
              <a:ext cx="4886640" cy="120960"/>
            </p14:xfrm>
          </p:contentPart>
        </mc:Choice>
        <mc:Fallback xmlns="">
          <p:pic>
            <p:nvPicPr>
              <p:cNvPr id="25" name="Ink 24">
                <a:extLst>
                  <a:ext uri="{FF2B5EF4-FFF2-40B4-BE49-F238E27FC236}">
                    <a16:creationId xmlns:a16="http://schemas.microsoft.com/office/drawing/2014/main" id="{DE7BF74A-30CC-C87D-7E97-8DEA9FEDA15A}"/>
                  </a:ext>
                </a:extLst>
              </p:cNvPr>
              <p:cNvPicPr/>
              <p:nvPr/>
            </p:nvPicPr>
            <p:blipFill>
              <a:blip r:embed="rId23"/>
              <a:stretch>
                <a:fillRect/>
              </a:stretch>
            </p:blipFill>
            <p:spPr>
              <a:xfrm>
                <a:off x="2312297" y="5113680"/>
                <a:ext cx="5030280" cy="408600"/>
              </a:xfrm>
              <a:prstGeom prst="rect">
                <a:avLst/>
              </a:prstGeom>
            </p:spPr>
          </p:pic>
        </mc:Fallback>
      </mc:AlternateContent>
    </p:spTree>
    <p:extLst>
      <p:ext uri="{BB962C8B-B14F-4D97-AF65-F5344CB8AC3E}">
        <p14:creationId xmlns:p14="http://schemas.microsoft.com/office/powerpoint/2010/main" val="822024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2163C-3EC0-8115-CFCD-5A610425FE46}"/>
              </a:ext>
            </a:extLst>
          </p:cNvPr>
          <p:cNvSpPr>
            <a:spLocks noGrp="1"/>
          </p:cNvSpPr>
          <p:nvPr>
            <p:ph type="title"/>
          </p:nvPr>
        </p:nvSpPr>
        <p:spPr>
          <a:xfrm>
            <a:off x="838200" y="18255"/>
            <a:ext cx="10515600" cy="1325563"/>
          </a:xfrm>
        </p:spPr>
        <p:txBody>
          <a:bodyPr/>
          <a:lstStyle/>
          <a:p>
            <a:pPr algn="ctr"/>
            <a:r>
              <a:rPr lang="en-IN" b="1" dirty="0" err="1">
                <a:latin typeface="Times New Roman" panose="02020603050405020304" pitchFamily="18" charset="0"/>
                <a:cs typeface="Times New Roman" panose="02020603050405020304" pitchFamily="18" charset="0"/>
              </a:rPr>
              <a:t>Lamport’s</a:t>
            </a:r>
            <a:r>
              <a:rPr lang="en-IN" b="1" dirty="0">
                <a:latin typeface="Times New Roman" panose="02020603050405020304" pitchFamily="18" charset="0"/>
                <a:cs typeface="Times New Roman" panose="02020603050405020304" pitchFamily="18" charset="0"/>
              </a:rPr>
              <a:t> algorithm</a:t>
            </a:r>
          </a:p>
        </p:txBody>
      </p:sp>
      <p:sp>
        <p:nvSpPr>
          <p:cNvPr id="3" name="Content Placeholder 2">
            <a:extLst>
              <a:ext uri="{FF2B5EF4-FFF2-40B4-BE49-F238E27FC236}">
                <a16:creationId xmlns:a16="http://schemas.microsoft.com/office/drawing/2014/main" id="{DF101548-EF30-9CC6-387B-8456717AD5C4}"/>
              </a:ext>
            </a:extLst>
          </p:cNvPr>
          <p:cNvSpPr>
            <a:spLocks noGrp="1"/>
          </p:cNvSpPr>
          <p:nvPr>
            <p:ph idx="1"/>
          </p:nvPr>
        </p:nvSpPr>
        <p:spPr>
          <a:xfrm>
            <a:off x="838200" y="1240972"/>
            <a:ext cx="10515600" cy="4935992"/>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Lamport developed a distributed mutual exclusion algorithm as an </a:t>
            </a:r>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illustration of his clock synchronization scheme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The algorithm is fair in the sense that </a:t>
            </a:r>
            <a:r>
              <a:rPr lang="en-US" dirty="0">
                <a:highlight>
                  <a:srgbClr val="FFFF00"/>
                </a:highlight>
                <a:latin typeface="Times New Roman" panose="02020603050405020304" pitchFamily="18" charset="0"/>
                <a:cs typeface="Times New Roman" panose="02020603050405020304" pitchFamily="18" charset="0"/>
              </a:rPr>
              <a:t>a request for CS are executed in the order of their timestamps and time is determined by logical clocks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When a site processes a request for the CS, it updates its local clock and assigns the request as timestamp. </a:t>
            </a:r>
          </a:p>
          <a:p>
            <a:pPr algn="just"/>
            <a:r>
              <a:rPr lang="en-US" dirty="0">
                <a:latin typeface="Times New Roman" panose="02020603050405020304" pitchFamily="18" charset="0"/>
                <a:cs typeface="Times New Roman" panose="02020603050405020304" pitchFamily="18" charset="0"/>
              </a:rPr>
              <a:t>The algorithm </a:t>
            </a:r>
            <a:r>
              <a:rPr lang="en-US" dirty="0">
                <a:solidFill>
                  <a:srgbClr val="FF0000"/>
                </a:solidFill>
                <a:latin typeface="Times New Roman" panose="02020603050405020304" pitchFamily="18" charset="0"/>
                <a:cs typeface="Times New Roman" panose="02020603050405020304" pitchFamily="18" charset="0"/>
              </a:rPr>
              <a:t>executes CS requests in the increasing order of timestamps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 site Si keeps a queue called </a:t>
            </a:r>
            <a:r>
              <a:rPr lang="en-US" dirty="0" err="1">
                <a:highlight>
                  <a:srgbClr val="FFFF00"/>
                </a:highlight>
                <a:latin typeface="Times New Roman" panose="02020603050405020304" pitchFamily="18" charset="0"/>
                <a:cs typeface="Times New Roman" panose="02020603050405020304" pitchFamily="18" charset="0"/>
              </a:rPr>
              <a:t>request_queue</a:t>
            </a:r>
            <a:r>
              <a:rPr lang="en-US" dirty="0">
                <a:highlight>
                  <a:srgbClr val="FFFF00"/>
                </a:highlight>
                <a:latin typeface="Times New Roman" panose="02020603050405020304" pitchFamily="18" charset="0"/>
                <a:cs typeface="Times New Roman" panose="02020603050405020304" pitchFamily="18" charset="0"/>
              </a:rPr>
              <a:t> </a:t>
            </a:r>
            <a:r>
              <a:rPr lang="en-US" baseline="-25000" dirty="0" err="1">
                <a:highlight>
                  <a:srgbClr val="FFFF00"/>
                </a:highlight>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which contains mutual exclusion requests ordered by their timestamps.</a:t>
            </a:r>
          </a:p>
          <a:p>
            <a:pPr algn="just"/>
            <a:r>
              <a:rPr lang="en-US" dirty="0">
                <a:latin typeface="Times New Roman" panose="02020603050405020304" pitchFamily="18" charset="0"/>
                <a:cs typeface="Times New Roman" panose="02020603050405020304" pitchFamily="18" charset="0"/>
              </a:rPr>
              <a:t>This algorithm requires communication channels to deliver messages in FIFO order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10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2EDCFE-0281-641A-2072-FE6D631F8B7B}"/>
              </a:ext>
            </a:extLst>
          </p:cNvPr>
          <p:cNvPicPr>
            <a:picLocks noChangeAspect="1"/>
          </p:cNvPicPr>
          <p:nvPr/>
        </p:nvPicPr>
        <p:blipFill rotWithShape="1">
          <a:blip r:embed="rId2"/>
          <a:srcRect l="3920" t="4147" r="4087" b="620"/>
          <a:stretch/>
        </p:blipFill>
        <p:spPr>
          <a:xfrm>
            <a:off x="1143000" y="0"/>
            <a:ext cx="9209314" cy="6793754"/>
          </a:xfrm>
          <a:prstGeom prst="rect">
            <a:avLst/>
          </a:prstGeom>
        </p:spPr>
      </p:pic>
    </p:spTree>
    <p:extLst>
      <p:ext uri="{BB962C8B-B14F-4D97-AF65-F5344CB8AC3E}">
        <p14:creationId xmlns:p14="http://schemas.microsoft.com/office/powerpoint/2010/main" val="167514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72844-CA33-1541-DB2D-79639225B939}"/>
              </a:ext>
            </a:extLst>
          </p:cNvPr>
          <p:cNvSpPr>
            <a:spLocks noGrp="1"/>
          </p:cNvSpPr>
          <p:nvPr>
            <p:ph idx="1"/>
          </p:nvPr>
        </p:nvSpPr>
        <p:spPr>
          <a:xfrm>
            <a:off x="838200" y="457200"/>
            <a:ext cx="10319657" cy="5719763"/>
          </a:xfrm>
        </p:spPr>
        <p:txBody>
          <a:bodyPr/>
          <a:lstStyle/>
          <a:p>
            <a:pPr algn="just"/>
            <a:r>
              <a:rPr lang="en-US" dirty="0">
                <a:latin typeface="Times New Roman" panose="02020603050405020304" pitchFamily="18" charset="0"/>
                <a:cs typeface="Times New Roman" panose="02020603050405020304" pitchFamily="18" charset="0"/>
              </a:rPr>
              <a:t>When a site removes a request from its request queue, its own request may come at the top of the queue, enabling it to enter the CS. </a:t>
            </a:r>
          </a:p>
          <a:p>
            <a:pPr algn="just"/>
            <a:r>
              <a:rPr lang="en-US" dirty="0">
                <a:latin typeface="Times New Roman" panose="02020603050405020304" pitchFamily="18" charset="0"/>
                <a:cs typeface="Times New Roman" panose="02020603050405020304" pitchFamily="18" charset="0"/>
              </a:rPr>
              <a:t>Clearly, </a:t>
            </a:r>
            <a:r>
              <a:rPr lang="en-US" dirty="0">
                <a:highlight>
                  <a:srgbClr val="FFFF00"/>
                </a:highlight>
                <a:latin typeface="Times New Roman" panose="02020603050405020304" pitchFamily="18" charset="0"/>
                <a:cs typeface="Times New Roman" panose="02020603050405020304" pitchFamily="18" charset="0"/>
              </a:rPr>
              <a:t>when a site receives a REQUEST, REPLY, or RELEASE message, it updates its clock using the timestamp in the message.</a:t>
            </a:r>
            <a:endParaRPr lang="en-IN"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403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BE7A6-5E1C-537E-BF76-85EDA19AC927}"/>
              </a:ext>
            </a:extLst>
          </p:cNvPr>
          <p:cNvSpPr>
            <a:spLocks noGrp="1"/>
          </p:cNvSpPr>
          <p:nvPr>
            <p:ph type="title"/>
          </p:nvPr>
        </p:nvSpPr>
        <p:spPr>
          <a:xfrm>
            <a:off x="838200" y="365125"/>
            <a:ext cx="11059886" cy="1325563"/>
          </a:xfrm>
        </p:spPr>
        <p:txBody>
          <a:bodyPr>
            <a:normAutofit fontScale="90000"/>
          </a:bodyPr>
          <a:lstStyle/>
          <a:p>
            <a:r>
              <a:rPr lang="en-IN" sz="3600" b="1" dirty="0">
                <a:latin typeface="Times New Roman" panose="02020603050405020304" pitchFamily="18" charset="0"/>
                <a:cs typeface="Times New Roman" panose="02020603050405020304" pitchFamily="18" charset="0"/>
              </a:rPr>
              <a:t>Correctness</a:t>
            </a:r>
            <a:br>
              <a:rPr lang="en-IN" sz="3600" dirty="0">
                <a:latin typeface="Times New Roman" panose="02020603050405020304" pitchFamily="18" charset="0"/>
                <a:cs typeface="Times New Roman" panose="02020603050405020304" pitchFamily="18" charset="0"/>
              </a:rPr>
            </a:br>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Theorem 1: </a:t>
            </a:r>
            <a:r>
              <a:rPr lang="en-IN" sz="36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Lamport’s</a:t>
            </a:r>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algorithm achieves mutual exclusion</a:t>
            </a: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446E360-F9F8-AB3F-D258-284159849EA2}"/>
              </a:ext>
            </a:extLst>
          </p:cNvPr>
          <p:cNvPicPr>
            <a:picLocks noChangeAspect="1"/>
          </p:cNvPicPr>
          <p:nvPr/>
        </p:nvPicPr>
        <p:blipFill rotWithShape="1">
          <a:blip r:embed="rId2"/>
          <a:srcRect l="1820" t="3174"/>
          <a:stretch/>
        </p:blipFill>
        <p:spPr>
          <a:xfrm>
            <a:off x="1023256" y="1600200"/>
            <a:ext cx="10164201" cy="5070438"/>
          </a:xfrm>
          <a:prstGeom prst="rect">
            <a:avLst/>
          </a:prstGeom>
        </p:spPr>
      </p:pic>
    </p:spTree>
    <p:extLst>
      <p:ext uri="{BB962C8B-B14F-4D97-AF65-F5344CB8AC3E}">
        <p14:creationId xmlns:p14="http://schemas.microsoft.com/office/powerpoint/2010/main" val="68487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A5D21-1B20-C02C-95A8-EAD1A5CEFDA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Theorem 2:Lamport’s algorithm is fair</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8D7FEE2-09C7-802A-6512-8E1664BA7522}"/>
              </a:ext>
            </a:extLst>
          </p:cNvPr>
          <p:cNvPicPr>
            <a:picLocks noChangeAspect="1"/>
          </p:cNvPicPr>
          <p:nvPr/>
        </p:nvPicPr>
        <p:blipFill rotWithShape="1">
          <a:blip r:embed="rId2"/>
          <a:srcRect l="1234" t="4889" r="1"/>
          <a:stretch/>
        </p:blipFill>
        <p:spPr>
          <a:xfrm>
            <a:off x="979713" y="1556658"/>
            <a:ext cx="10370179" cy="4702628"/>
          </a:xfrm>
          <a:prstGeom prst="rect">
            <a:avLst/>
          </a:prstGeom>
        </p:spPr>
      </p:pic>
    </p:spTree>
    <p:extLst>
      <p:ext uri="{BB962C8B-B14F-4D97-AF65-F5344CB8AC3E}">
        <p14:creationId xmlns:p14="http://schemas.microsoft.com/office/powerpoint/2010/main" val="2720409391"/>
      </p:ext>
    </p:extLst>
  </p:cSld>
  <p:clrMapOvr>
    <a:masterClrMapping/>
  </p:clrMapOvr>
</p:sld>
</file>

<file path=ppt/theme/theme1.xml><?xml version="1.0" encoding="utf-8"?>
<a:theme xmlns:a="http://schemas.openxmlformats.org/drawingml/2006/main" name="Tim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meTheme" id="{CC95F659-84BC-4409-A4AD-5911A6904E2A}" vid="{C42C4D58-C8F1-4120-B694-1F43B0C6ABD4}"/>
    </a:ext>
  </a:extLst>
</a:theme>
</file>

<file path=docProps/app.xml><?xml version="1.0" encoding="utf-8"?>
<Properties xmlns="http://schemas.openxmlformats.org/officeDocument/2006/extended-properties" xmlns:vt="http://schemas.openxmlformats.org/officeDocument/2006/docPropsVTypes">
  <Template>TimeTheme</Template>
  <TotalTime>265</TotalTime>
  <Words>738</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TimeTheme</vt:lpstr>
      <vt:lpstr>   Distributed mutual exclusion algorithms</vt:lpstr>
      <vt:lpstr>Introduction</vt:lpstr>
      <vt:lpstr>PowerPoint Presentation</vt:lpstr>
      <vt:lpstr>PowerPoint Presentation</vt:lpstr>
      <vt:lpstr>System Model</vt:lpstr>
      <vt:lpstr>PowerPoint Presentation</vt:lpstr>
      <vt:lpstr>Requirements of mutual exclusion algorithms</vt:lpstr>
      <vt:lpstr>Lamport’s algorithm</vt:lpstr>
      <vt:lpstr>PowerPoint Presentation</vt:lpstr>
      <vt:lpstr>PowerPoint Presentation</vt:lpstr>
      <vt:lpstr>Correctness Theorem 1: Lamport’s algorithm achieves mutual exclusion.</vt:lpstr>
      <vt:lpstr>Theorem 2:Lamport’s algorithm is fair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Distributed mutual exclusion algorithms</dc:title>
  <dc:creator>JESNA J S</dc:creator>
  <cp:lastModifiedBy>JESNA J S</cp:lastModifiedBy>
  <cp:revision>1</cp:revision>
  <dcterms:created xsi:type="dcterms:W3CDTF">2024-03-20T05:47:08Z</dcterms:created>
  <dcterms:modified xsi:type="dcterms:W3CDTF">2024-04-17T15:53:48Z</dcterms:modified>
</cp:coreProperties>
</file>