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8" r:id="rId7"/>
    <p:sldId id="261" r:id="rId8"/>
    <p:sldId id="263" r:id="rId9"/>
    <p:sldId id="269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0B419-3ACD-4348-9D0A-4178D9C4663A}" v="7" dt="2024-03-31T16:30:54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NA J S" userId="1cf9dc77da0791c6" providerId="LiveId" clId="{0830B419-3ACD-4348-9D0A-4178D9C4663A}"/>
    <pc:docChg chg="undo redo custSel addSld delSld modSld">
      <pc:chgData name="JESNA J S" userId="1cf9dc77da0791c6" providerId="LiveId" clId="{0830B419-3ACD-4348-9D0A-4178D9C4663A}" dt="2024-03-31T16:43:41.196" v="479" actId="9405"/>
      <pc:docMkLst>
        <pc:docMk/>
      </pc:docMkLst>
      <pc:sldChg chg="modSp new mod">
        <pc:chgData name="JESNA J S" userId="1cf9dc77da0791c6" providerId="LiveId" clId="{0830B419-3ACD-4348-9D0A-4178D9C4663A}" dt="2024-03-26T14:08:36.443" v="81" actId="2711"/>
        <pc:sldMkLst>
          <pc:docMk/>
          <pc:sldMk cId="2270750506" sldId="256"/>
        </pc:sldMkLst>
        <pc:spChg chg="mod">
          <ac:chgData name="JESNA J S" userId="1cf9dc77da0791c6" providerId="LiveId" clId="{0830B419-3ACD-4348-9D0A-4178D9C4663A}" dt="2024-03-26T14:08:36.443" v="81" actId="2711"/>
          <ac:spMkLst>
            <pc:docMk/>
            <pc:sldMk cId="2270750506" sldId="256"/>
            <ac:spMk id="2" creationId="{005D8A7B-3511-BE32-601E-3F81B47FEA70}"/>
          </ac:spMkLst>
        </pc:spChg>
        <pc:spChg chg="mod">
          <ac:chgData name="JESNA J S" userId="1cf9dc77da0791c6" providerId="LiveId" clId="{0830B419-3ACD-4348-9D0A-4178D9C4663A}" dt="2024-03-26T14:08:27.522" v="80" actId="2711"/>
          <ac:spMkLst>
            <pc:docMk/>
            <pc:sldMk cId="2270750506" sldId="256"/>
            <ac:spMk id="3" creationId="{25AE05B6-E6D1-C238-7297-E2D0B66F377C}"/>
          </ac:spMkLst>
        </pc:spChg>
      </pc:sldChg>
      <pc:sldChg chg="addSp delSp modSp new mod">
        <pc:chgData name="JESNA J S" userId="1cf9dc77da0791c6" providerId="LiveId" clId="{0830B419-3ACD-4348-9D0A-4178D9C4663A}" dt="2024-03-31T15:49:33.340" v="423" actId="9405"/>
        <pc:sldMkLst>
          <pc:docMk/>
          <pc:sldMk cId="548513447" sldId="257"/>
        </pc:sldMkLst>
        <pc:spChg chg="mod">
          <ac:chgData name="JESNA J S" userId="1cf9dc77da0791c6" providerId="LiveId" clId="{0830B419-3ACD-4348-9D0A-4178D9C4663A}" dt="2024-03-26T14:58:04.468" v="96" actId="1076"/>
          <ac:spMkLst>
            <pc:docMk/>
            <pc:sldMk cId="548513447" sldId="257"/>
            <ac:spMk id="2" creationId="{57103807-D662-0002-4E1F-3D44B32B2929}"/>
          </ac:spMkLst>
        </pc:spChg>
        <pc:spChg chg="del">
          <ac:chgData name="JESNA J S" userId="1cf9dc77da0791c6" providerId="LiveId" clId="{0830B419-3ACD-4348-9D0A-4178D9C4663A}" dt="2024-03-26T14:57:58.691" v="94" actId="478"/>
          <ac:spMkLst>
            <pc:docMk/>
            <pc:sldMk cId="548513447" sldId="257"/>
            <ac:spMk id="3" creationId="{F4484431-5282-23F3-0FD4-18D85CCFE192}"/>
          </ac:spMkLst>
        </pc:spChg>
        <pc:picChg chg="add mod">
          <ac:chgData name="JESNA J S" userId="1cf9dc77da0791c6" providerId="LiveId" clId="{0830B419-3ACD-4348-9D0A-4178D9C4663A}" dt="2024-03-26T14:58:15.292" v="100" actId="14100"/>
          <ac:picMkLst>
            <pc:docMk/>
            <pc:sldMk cId="548513447" sldId="257"/>
            <ac:picMk id="5" creationId="{15B5851E-E24F-BA0F-B9C9-D5CFB42F3FBE}"/>
          </ac:picMkLst>
        </pc:picChg>
        <pc:inkChg chg="add">
          <ac:chgData name="JESNA J S" userId="1cf9dc77da0791c6" providerId="LiveId" clId="{0830B419-3ACD-4348-9D0A-4178D9C4663A}" dt="2024-03-31T15:49:29.656" v="422" actId="9405"/>
          <ac:inkMkLst>
            <pc:docMk/>
            <pc:sldMk cId="548513447" sldId="257"/>
            <ac:inkMk id="3" creationId="{9B006758-EC42-86E6-0962-A5EA97A5878C}"/>
          </ac:inkMkLst>
        </pc:inkChg>
        <pc:inkChg chg="add">
          <ac:chgData name="JESNA J S" userId="1cf9dc77da0791c6" providerId="LiveId" clId="{0830B419-3ACD-4348-9D0A-4178D9C4663A}" dt="2024-03-31T15:49:33.340" v="423" actId="9405"/>
          <ac:inkMkLst>
            <pc:docMk/>
            <pc:sldMk cId="548513447" sldId="257"/>
            <ac:inkMk id="4" creationId="{F113FF52-6C76-9F47-EDBF-B0561ADE341C}"/>
          </ac:inkMkLst>
        </pc:inkChg>
        <pc:inkChg chg="add">
          <ac:chgData name="JESNA J S" userId="1cf9dc77da0791c6" providerId="LiveId" clId="{0830B419-3ACD-4348-9D0A-4178D9C4663A}" dt="2024-03-26T14:58:51.296" v="101" actId="9405"/>
          <ac:inkMkLst>
            <pc:docMk/>
            <pc:sldMk cId="548513447" sldId="257"/>
            <ac:inkMk id="6" creationId="{887DBD5B-E358-69DB-777F-B79E92D40450}"/>
          </ac:inkMkLst>
        </pc:inkChg>
        <pc:inkChg chg="add">
          <ac:chgData name="JESNA J S" userId="1cf9dc77da0791c6" providerId="LiveId" clId="{0830B419-3ACD-4348-9D0A-4178D9C4663A}" dt="2024-03-26T14:58:55.777" v="102" actId="9405"/>
          <ac:inkMkLst>
            <pc:docMk/>
            <pc:sldMk cId="548513447" sldId="257"/>
            <ac:inkMk id="7" creationId="{CF4E000E-DED2-37BB-F4BE-2BCD01DC49B1}"/>
          </ac:inkMkLst>
        </pc:inkChg>
        <pc:inkChg chg="add">
          <ac:chgData name="JESNA J S" userId="1cf9dc77da0791c6" providerId="LiveId" clId="{0830B419-3ACD-4348-9D0A-4178D9C4663A}" dt="2024-03-26T14:59:15.499" v="103" actId="9405"/>
          <ac:inkMkLst>
            <pc:docMk/>
            <pc:sldMk cId="548513447" sldId="257"/>
            <ac:inkMk id="8" creationId="{5E6996DE-0A8D-34C4-2393-50B2E809792B}"/>
          </ac:inkMkLst>
        </pc:inkChg>
        <pc:inkChg chg="add">
          <ac:chgData name="JESNA J S" userId="1cf9dc77da0791c6" providerId="LiveId" clId="{0830B419-3ACD-4348-9D0A-4178D9C4663A}" dt="2024-03-26T14:59:23.136" v="104" actId="9405"/>
          <ac:inkMkLst>
            <pc:docMk/>
            <pc:sldMk cId="548513447" sldId="257"/>
            <ac:inkMk id="9" creationId="{357BF294-72D7-BCDE-7A53-9E1C29A2F3A4}"/>
          </ac:inkMkLst>
        </pc:inkChg>
        <pc:inkChg chg="add">
          <ac:chgData name="JESNA J S" userId="1cf9dc77da0791c6" providerId="LiveId" clId="{0830B419-3ACD-4348-9D0A-4178D9C4663A}" dt="2024-03-26T15:00:26.002" v="105" actId="9405"/>
          <ac:inkMkLst>
            <pc:docMk/>
            <pc:sldMk cId="548513447" sldId="257"/>
            <ac:inkMk id="10" creationId="{3250D13A-E204-69A7-544A-81A0A7F6F08F}"/>
          </ac:inkMkLst>
        </pc:inkChg>
        <pc:inkChg chg="add del">
          <ac:chgData name="JESNA J S" userId="1cf9dc77da0791c6" providerId="LiveId" clId="{0830B419-3ACD-4348-9D0A-4178D9C4663A}" dt="2024-03-26T15:00:36.149" v="107"/>
          <ac:inkMkLst>
            <pc:docMk/>
            <pc:sldMk cId="548513447" sldId="257"/>
            <ac:inkMk id="11" creationId="{2FE7D045-BC62-E81E-325B-1FE98F574F8C}"/>
          </ac:inkMkLst>
        </pc:inkChg>
        <pc:inkChg chg="add">
          <ac:chgData name="JESNA J S" userId="1cf9dc77da0791c6" providerId="LiveId" clId="{0830B419-3ACD-4348-9D0A-4178D9C4663A}" dt="2024-03-26T15:00:46.370" v="108" actId="9405"/>
          <ac:inkMkLst>
            <pc:docMk/>
            <pc:sldMk cId="548513447" sldId="257"/>
            <ac:inkMk id="12" creationId="{A9C94101-70D0-C73E-A338-EF853CD32896}"/>
          </ac:inkMkLst>
        </pc:inkChg>
      </pc:sldChg>
      <pc:sldChg chg="addSp delSp modSp new mod">
        <pc:chgData name="JESNA J S" userId="1cf9dc77da0791c6" providerId="LiveId" clId="{0830B419-3ACD-4348-9D0A-4178D9C4663A}" dt="2024-03-31T15:58:20.797" v="440" actId="9405"/>
        <pc:sldMkLst>
          <pc:docMk/>
          <pc:sldMk cId="4099313911" sldId="258"/>
        </pc:sldMkLst>
        <pc:spChg chg="del">
          <ac:chgData name="JESNA J S" userId="1cf9dc77da0791c6" providerId="LiveId" clId="{0830B419-3ACD-4348-9D0A-4178D9C4663A}" dt="2024-03-26T15:09:51.776" v="110" actId="478"/>
          <ac:spMkLst>
            <pc:docMk/>
            <pc:sldMk cId="4099313911" sldId="258"/>
            <ac:spMk id="2" creationId="{FA8586B9-F3FD-48A5-F078-B41178871EFC}"/>
          </ac:spMkLst>
        </pc:spChg>
        <pc:spChg chg="mod">
          <ac:chgData name="JESNA J S" userId="1cf9dc77da0791c6" providerId="LiveId" clId="{0830B419-3ACD-4348-9D0A-4178D9C4663A}" dt="2024-03-31T15:54:54.260" v="433" actId="20577"/>
          <ac:spMkLst>
            <pc:docMk/>
            <pc:sldMk cId="4099313911" sldId="258"/>
            <ac:spMk id="3" creationId="{CFDC1A93-5561-FED9-422D-1D26823508FF}"/>
          </ac:spMkLst>
        </pc:spChg>
        <pc:picChg chg="add mod">
          <ac:chgData name="JESNA J S" userId="1cf9dc77da0791c6" providerId="LiveId" clId="{0830B419-3ACD-4348-9D0A-4178D9C4663A}" dt="2024-03-26T15:23:56.386" v="148" actId="1076"/>
          <ac:picMkLst>
            <pc:docMk/>
            <pc:sldMk cId="4099313911" sldId="258"/>
            <ac:picMk id="5" creationId="{CCCF1432-A3C2-4D2A-EE47-4F6E033CDD32}"/>
          </ac:picMkLst>
        </pc:picChg>
        <pc:inkChg chg="add">
          <ac:chgData name="JESNA J S" userId="1cf9dc77da0791c6" providerId="LiveId" clId="{0830B419-3ACD-4348-9D0A-4178D9C4663A}" dt="2024-03-31T15:56:36.678" v="434" actId="9405"/>
          <ac:inkMkLst>
            <pc:docMk/>
            <pc:sldMk cId="4099313911" sldId="258"/>
            <ac:inkMk id="2" creationId="{3C52AD66-7AEE-D1F7-7684-C2034635C63E}"/>
          </ac:inkMkLst>
        </pc:inkChg>
        <pc:inkChg chg="add">
          <ac:chgData name="JESNA J S" userId="1cf9dc77da0791c6" providerId="LiveId" clId="{0830B419-3ACD-4348-9D0A-4178D9C4663A}" dt="2024-03-31T15:56:40.599" v="435" actId="9405"/>
          <ac:inkMkLst>
            <pc:docMk/>
            <pc:sldMk cId="4099313911" sldId="258"/>
            <ac:inkMk id="4" creationId="{0EA3FE42-2D7C-D201-271F-E227915CD3E5}"/>
          </ac:inkMkLst>
        </pc:inkChg>
        <pc:inkChg chg="add">
          <ac:chgData name="JESNA J S" userId="1cf9dc77da0791c6" providerId="LiveId" clId="{0830B419-3ACD-4348-9D0A-4178D9C4663A}" dt="2024-03-31T15:58:11.089" v="436" actId="9405"/>
          <ac:inkMkLst>
            <pc:docMk/>
            <pc:sldMk cId="4099313911" sldId="258"/>
            <ac:inkMk id="6" creationId="{6BE6646B-116A-81BE-8143-F46057DABA82}"/>
          </ac:inkMkLst>
        </pc:inkChg>
        <pc:inkChg chg="add">
          <ac:chgData name="JESNA J S" userId="1cf9dc77da0791c6" providerId="LiveId" clId="{0830B419-3ACD-4348-9D0A-4178D9C4663A}" dt="2024-03-31T15:58:18.383" v="437" actId="9405"/>
          <ac:inkMkLst>
            <pc:docMk/>
            <pc:sldMk cId="4099313911" sldId="258"/>
            <ac:inkMk id="7" creationId="{23347C26-58DA-56CA-C7C6-00F1995C8297}"/>
          </ac:inkMkLst>
        </pc:inkChg>
        <pc:inkChg chg="add">
          <ac:chgData name="JESNA J S" userId="1cf9dc77da0791c6" providerId="LiveId" clId="{0830B419-3ACD-4348-9D0A-4178D9C4663A}" dt="2024-03-31T15:58:18.733" v="438" actId="9405"/>
          <ac:inkMkLst>
            <pc:docMk/>
            <pc:sldMk cId="4099313911" sldId="258"/>
            <ac:inkMk id="8" creationId="{336E45C9-C1CB-7496-175C-5FA88A606E60}"/>
          </ac:inkMkLst>
        </pc:inkChg>
        <pc:inkChg chg="add">
          <ac:chgData name="JESNA J S" userId="1cf9dc77da0791c6" providerId="LiveId" clId="{0830B419-3ACD-4348-9D0A-4178D9C4663A}" dt="2024-03-31T15:58:19.069" v="439" actId="9405"/>
          <ac:inkMkLst>
            <pc:docMk/>
            <pc:sldMk cId="4099313911" sldId="258"/>
            <ac:inkMk id="9" creationId="{ACB7E943-2B36-337A-253B-E4AB137EF381}"/>
          </ac:inkMkLst>
        </pc:inkChg>
        <pc:inkChg chg="add">
          <ac:chgData name="JESNA J S" userId="1cf9dc77da0791c6" providerId="LiveId" clId="{0830B419-3ACD-4348-9D0A-4178D9C4663A}" dt="2024-03-31T15:58:20.797" v="440" actId="9405"/>
          <ac:inkMkLst>
            <pc:docMk/>
            <pc:sldMk cId="4099313911" sldId="258"/>
            <ac:inkMk id="10" creationId="{7CC77BB2-9343-6DC8-2EF1-8A801CA49E5C}"/>
          </ac:inkMkLst>
        </pc:inkChg>
      </pc:sldChg>
      <pc:sldChg chg="delSp modSp new del mod">
        <pc:chgData name="JESNA J S" userId="1cf9dc77da0791c6" providerId="LiveId" clId="{0830B419-3ACD-4348-9D0A-4178D9C4663A}" dt="2024-03-31T15:58:29.530" v="441" actId="47"/>
        <pc:sldMkLst>
          <pc:docMk/>
          <pc:sldMk cId="1206530134" sldId="259"/>
        </pc:sldMkLst>
        <pc:spChg chg="del">
          <ac:chgData name="JESNA J S" userId="1cf9dc77da0791c6" providerId="LiveId" clId="{0830B419-3ACD-4348-9D0A-4178D9C4663A}" dt="2024-03-26T15:28:01.056" v="150" actId="478"/>
          <ac:spMkLst>
            <pc:docMk/>
            <pc:sldMk cId="1206530134" sldId="259"/>
            <ac:spMk id="2" creationId="{BA8C2510-8D3B-7F2A-8C2C-853A3AA7E407}"/>
          </ac:spMkLst>
        </pc:spChg>
        <pc:spChg chg="mod">
          <ac:chgData name="JESNA J S" userId="1cf9dc77da0791c6" providerId="LiveId" clId="{0830B419-3ACD-4348-9D0A-4178D9C4663A}" dt="2024-03-26T15:28:46.788" v="174" actId="123"/>
          <ac:spMkLst>
            <pc:docMk/>
            <pc:sldMk cId="1206530134" sldId="259"/>
            <ac:spMk id="3" creationId="{C4BCD5F3-F7C5-79C5-D11D-1EDBA42FC491}"/>
          </ac:spMkLst>
        </pc:spChg>
      </pc:sldChg>
      <pc:sldChg chg="addSp delSp modSp new mod">
        <pc:chgData name="JESNA J S" userId="1cf9dc77da0791c6" providerId="LiveId" clId="{0830B419-3ACD-4348-9D0A-4178D9C4663A}" dt="2024-03-26T18:20:02.002" v="239" actId="2711"/>
        <pc:sldMkLst>
          <pc:docMk/>
          <pc:sldMk cId="2542541507" sldId="260"/>
        </pc:sldMkLst>
        <pc:spChg chg="mod">
          <ac:chgData name="JESNA J S" userId="1cf9dc77da0791c6" providerId="LiveId" clId="{0830B419-3ACD-4348-9D0A-4178D9C4663A}" dt="2024-03-26T18:06:13.948" v="183" actId="122"/>
          <ac:spMkLst>
            <pc:docMk/>
            <pc:sldMk cId="2542541507" sldId="260"/>
            <ac:spMk id="2" creationId="{E7BF205D-CF1D-BCB0-1497-1B8AB6E47776}"/>
          </ac:spMkLst>
        </pc:spChg>
        <pc:spChg chg="add del mod">
          <ac:chgData name="JESNA J S" userId="1cf9dc77da0791c6" providerId="LiveId" clId="{0830B419-3ACD-4348-9D0A-4178D9C4663A}" dt="2024-03-26T18:20:02.002" v="239" actId="2711"/>
          <ac:spMkLst>
            <pc:docMk/>
            <pc:sldMk cId="2542541507" sldId="260"/>
            <ac:spMk id="3" creationId="{CD73D797-94B8-F927-BE21-E6B37CEF5BFA}"/>
          </ac:spMkLst>
        </pc:spChg>
        <pc:picChg chg="add mod">
          <ac:chgData name="JESNA J S" userId="1cf9dc77da0791c6" providerId="LiveId" clId="{0830B419-3ACD-4348-9D0A-4178D9C4663A}" dt="2024-03-26T18:19:56.134" v="238" actId="1076"/>
          <ac:picMkLst>
            <pc:docMk/>
            <pc:sldMk cId="2542541507" sldId="260"/>
            <ac:picMk id="6" creationId="{5B47B59F-B13E-B6FC-8EA1-F1C91A21EFE7}"/>
          </ac:picMkLst>
        </pc:picChg>
        <pc:inkChg chg="add del">
          <ac:chgData name="JESNA J S" userId="1cf9dc77da0791c6" providerId="LiveId" clId="{0830B419-3ACD-4348-9D0A-4178D9C4663A}" dt="2024-03-26T18:18:13.331" v="218"/>
          <ac:inkMkLst>
            <pc:docMk/>
            <pc:sldMk cId="2542541507" sldId="260"/>
            <ac:inkMk id="4" creationId="{17A04702-348B-A2A0-6C10-A2C9933239C5}"/>
          </ac:inkMkLst>
        </pc:inkChg>
      </pc:sldChg>
      <pc:sldChg chg="addSp delSp modSp new mod">
        <pc:chgData name="JESNA J S" userId="1cf9dc77da0791c6" providerId="LiveId" clId="{0830B419-3ACD-4348-9D0A-4178D9C4663A}" dt="2024-03-26T18:16:51.542" v="216" actId="9405"/>
        <pc:sldMkLst>
          <pc:docMk/>
          <pc:sldMk cId="1571174194" sldId="261"/>
        </pc:sldMkLst>
        <pc:spChg chg="add del mod">
          <ac:chgData name="JESNA J S" userId="1cf9dc77da0791c6" providerId="LiveId" clId="{0830B419-3ACD-4348-9D0A-4178D9C4663A}" dt="2024-03-26T18:12:38.055" v="211" actId="1076"/>
          <ac:spMkLst>
            <pc:docMk/>
            <pc:sldMk cId="1571174194" sldId="261"/>
            <ac:spMk id="2" creationId="{38D13032-EA37-A121-687C-C0573FC14260}"/>
          </ac:spMkLst>
        </pc:spChg>
        <pc:spChg chg="del">
          <ac:chgData name="JESNA J S" userId="1cf9dc77da0791c6" providerId="LiveId" clId="{0830B419-3ACD-4348-9D0A-4178D9C4663A}" dt="2024-03-26T18:06:47.865" v="189" actId="478"/>
          <ac:spMkLst>
            <pc:docMk/>
            <pc:sldMk cId="1571174194" sldId="261"/>
            <ac:spMk id="3" creationId="{F4C413A5-707E-2F65-C815-10AAE6D6E826}"/>
          </ac:spMkLst>
        </pc:spChg>
        <pc:picChg chg="add mod modCrop">
          <ac:chgData name="JESNA J S" userId="1cf9dc77da0791c6" providerId="LiveId" clId="{0830B419-3ACD-4348-9D0A-4178D9C4663A}" dt="2024-03-26T18:12:51.758" v="214" actId="1076"/>
          <ac:picMkLst>
            <pc:docMk/>
            <pc:sldMk cId="1571174194" sldId="261"/>
            <ac:picMk id="5" creationId="{C948ACE1-8FED-4C8C-B936-AD39C94CC2D9}"/>
          </ac:picMkLst>
        </pc:picChg>
        <pc:inkChg chg="add">
          <ac:chgData name="JESNA J S" userId="1cf9dc77da0791c6" providerId="LiveId" clId="{0830B419-3ACD-4348-9D0A-4178D9C4663A}" dt="2024-03-26T18:16:44.947" v="215" actId="9405"/>
          <ac:inkMkLst>
            <pc:docMk/>
            <pc:sldMk cId="1571174194" sldId="261"/>
            <ac:inkMk id="6" creationId="{E49881E1-05B6-5C4C-A9AF-9F62BE376A98}"/>
          </ac:inkMkLst>
        </pc:inkChg>
        <pc:inkChg chg="add">
          <ac:chgData name="JESNA J S" userId="1cf9dc77da0791c6" providerId="LiveId" clId="{0830B419-3ACD-4348-9D0A-4178D9C4663A}" dt="2024-03-26T18:16:51.542" v="216" actId="9405"/>
          <ac:inkMkLst>
            <pc:docMk/>
            <pc:sldMk cId="1571174194" sldId="261"/>
            <ac:inkMk id="7" creationId="{71E3C3F5-C094-2099-463C-F011346984AE}"/>
          </ac:inkMkLst>
        </pc:inkChg>
      </pc:sldChg>
      <pc:sldChg chg="delSp modSp new mod">
        <pc:chgData name="JESNA J S" userId="1cf9dc77da0791c6" providerId="LiveId" clId="{0830B419-3ACD-4348-9D0A-4178D9C4663A}" dt="2024-03-26T18:33:35.925" v="306"/>
        <pc:sldMkLst>
          <pc:docMk/>
          <pc:sldMk cId="3250325986" sldId="262"/>
        </pc:sldMkLst>
        <pc:spChg chg="del">
          <ac:chgData name="JESNA J S" userId="1cf9dc77da0791c6" providerId="LiveId" clId="{0830B419-3ACD-4348-9D0A-4178D9C4663A}" dt="2024-03-26T18:27:36.231" v="241" actId="478"/>
          <ac:spMkLst>
            <pc:docMk/>
            <pc:sldMk cId="3250325986" sldId="262"/>
            <ac:spMk id="2" creationId="{0C7D095A-3034-0514-F2CD-271B1CC71208}"/>
          </ac:spMkLst>
        </pc:spChg>
        <pc:spChg chg="mod">
          <ac:chgData name="JESNA J S" userId="1cf9dc77da0791c6" providerId="LiveId" clId="{0830B419-3ACD-4348-9D0A-4178D9C4663A}" dt="2024-03-26T18:33:35.925" v="306"/>
          <ac:spMkLst>
            <pc:docMk/>
            <pc:sldMk cId="3250325986" sldId="262"/>
            <ac:spMk id="3" creationId="{779B3DAB-CAED-D627-89B1-910964BCB469}"/>
          </ac:spMkLst>
        </pc:spChg>
      </pc:sldChg>
      <pc:sldChg chg="addSp delSp modSp new mod">
        <pc:chgData name="JESNA J S" userId="1cf9dc77da0791c6" providerId="LiveId" clId="{0830B419-3ACD-4348-9D0A-4178D9C4663A}" dt="2024-03-26T18:35:54.558" v="313" actId="1076"/>
        <pc:sldMkLst>
          <pc:docMk/>
          <pc:sldMk cId="1159431591" sldId="263"/>
        </pc:sldMkLst>
        <pc:spChg chg="del">
          <ac:chgData name="JESNA J S" userId="1cf9dc77da0791c6" providerId="LiveId" clId="{0830B419-3ACD-4348-9D0A-4178D9C4663A}" dt="2024-03-26T18:35:24.883" v="308" actId="478"/>
          <ac:spMkLst>
            <pc:docMk/>
            <pc:sldMk cId="1159431591" sldId="263"/>
            <ac:spMk id="2" creationId="{A5FDE113-8E1D-ABBF-5E62-F995EBBAE40A}"/>
          </ac:spMkLst>
        </pc:spChg>
        <pc:spChg chg="del">
          <ac:chgData name="JESNA J S" userId="1cf9dc77da0791c6" providerId="LiveId" clId="{0830B419-3ACD-4348-9D0A-4178D9C4663A}" dt="2024-03-26T18:35:39.749" v="309" actId="478"/>
          <ac:spMkLst>
            <pc:docMk/>
            <pc:sldMk cId="1159431591" sldId="263"/>
            <ac:spMk id="3" creationId="{48E24AFF-3D43-0B35-64F7-0580160E72AB}"/>
          </ac:spMkLst>
        </pc:spChg>
        <pc:picChg chg="add mod">
          <ac:chgData name="JESNA J S" userId="1cf9dc77da0791c6" providerId="LiveId" clId="{0830B419-3ACD-4348-9D0A-4178D9C4663A}" dt="2024-03-26T18:35:54.558" v="313" actId="1076"/>
          <ac:picMkLst>
            <pc:docMk/>
            <pc:sldMk cId="1159431591" sldId="263"/>
            <ac:picMk id="5" creationId="{9278215A-BB9F-5E0B-D1ED-FAF7222E040D}"/>
          </ac:picMkLst>
        </pc:picChg>
      </pc:sldChg>
      <pc:sldChg chg="addSp delSp modSp new del mod">
        <pc:chgData name="JESNA J S" userId="1cf9dc77da0791c6" providerId="LiveId" clId="{0830B419-3ACD-4348-9D0A-4178D9C4663A}" dt="2024-03-31T16:19:10.779" v="448" actId="47"/>
        <pc:sldMkLst>
          <pc:docMk/>
          <pc:sldMk cId="11758101" sldId="264"/>
        </pc:sldMkLst>
        <pc:spChg chg="del">
          <ac:chgData name="JESNA J S" userId="1cf9dc77da0791c6" providerId="LiveId" clId="{0830B419-3ACD-4348-9D0A-4178D9C4663A}" dt="2024-03-26T18:37:08.767" v="315" actId="478"/>
          <ac:spMkLst>
            <pc:docMk/>
            <pc:sldMk cId="11758101" sldId="264"/>
            <ac:spMk id="2" creationId="{D3712E68-20E8-B9C0-7505-D18B44F7847B}"/>
          </ac:spMkLst>
        </pc:spChg>
        <pc:spChg chg="del">
          <ac:chgData name="JESNA J S" userId="1cf9dc77da0791c6" providerId="LiveId" clId="{0830B419-3ACD-4348-9D0A-4178D9C4663A}" dt="2024-03-26T18:37:11.290" v="316" actId="478"/>
          <ac:spMkLst>
            <pc:docMk/>
            <pc:sldMk cId="11758101" sldId="264"/>
            <ac:spMk id="3" creationId="{8DE4AB91-057A-1494-03A1-D04D76716AB2}"/>
          </ac:spMkLst>
        </pc:spChg>
        <pc:picChg chg="add del mod">
          <ac:chgData name="JESNA J S" userId="1cf9dc77da0791c6" providerId="LiveId" clId="{0830B419-3ACD-4348-9D0A-4178D9C4663A}" dt="2024-03-31T16:19:08.413" v="447" actId="478"/>
          <ac:picMkLst>
            <pc:docMk/>
            <pc:sldMk cId="11758101" sldId="264"/>
            <ac:picMk id="5" creationId="{80950D4A-901C-2D42-2494-6FA3A8928611}"/>
          </ac:picMkLst>
        </pc:picChg>
      </pc:sldChg>
      <pc:sldChg chg="addSp modSp new mod">
        <pc:chgData name="JESNA J S" userId="1cf9dc77da0791c6" providerId="LiveId" clId="{0830B419-3ACD-4348-9D0A-4178D9C4663A}" dt="2024-03-26T18:43:46.211" v="385" actId="1076"/>
        <pc:sldMkLst>
          <pc:docMk/>
          <pc:sldMk cId="3142408381" sldId="265"/>
        </pc:sldMkLst>
        <pc:spChg chg="mod">
          <ac:chgData name="JESNA J S" userId="1cf9dc77da0791c6" providerId="LiveId" clId="{0830B419-3ACD-4348-9D0A-4178D9C4663A}" dt="2024-03-26T18:43:06.057" v="378" actId="1076"/>
          <ac:spMkLst>
            <pc:docMk/>
            <pc:sldMk cId="3142408381" sldId="265"/>
            <ac:spMk id="2" creationId="{2F7F6D8D-7EFE-BD83-CB1F-1379827BAA47}"/>
          </ac:spMkLst>
        </pc:spChg>
        <pc:spChg chg="mod">
          <ac:chgData name="JESNA J S" userId="1cf9dc77da0791c6" providerId="LiveId" clId="{0830B419-3ACD-4348-9D0A-4178D9C4663A}" dt="2024-03-26T18:43:12.123" v="379" actId="1076"/>
          <ac:spMkLst>
            <pc:docMk/>
            <pc:sldMk cId="3142408381" sldId="265"/>
            <ac:spMk id="3" creationId="{49FDE214-066C-896C-800A-561FEFD3F6A3}"/>
          </ac:spMkLst>
        </pc:spChg>
        <pc:picChg chg="add mod modCrop">
          <ac:chgData name="JESNA J S" userId="1cf9dc77da0791c6" providerId="LiveId" clId="{0830B419-3ACD-4348-9D0A-4178D9C4663A}" dt="2024-03-26T18:43:46.211" v="385" actId="1076"/>
          <ac:picMkLst>
            <pc:docMk/>
            <pc:sldMk cId="3142408381" sldId="265"/>
            <ac:picMk id="5" creationId="{36B1B5FA-B185-DE80-0C46-805BB8BC5C2A}"/>
          </ac:picMkLst>
        </pc:picChg>
      </pc:sldChg>
      <pc:sldChg chg="addSp modSp new mod">
        <pc:chgData name="JESNA J S" userId="1cf9dc77da0791c6" providerId="LiveId" clId="{0830B419-3ACD-4348-9D0A-4178D9C4663A}" dt="2024-03-31T16:27:21.193" v="454" actId="9405"/>
        <pc:sldMkLst>
          <pc:docMk/>
          <pc:sldMk cId="3951926593" sldId="266"/>
        </pc:sldMkLst>
        <pc:spChg chg="mod">
          <ac:chgData name="JESNA J S" userId="1cf9dc77da0791c6" providerId="LiveId" clId="{0830B419-3ACD-4348-9D0A-4178D9C4663A}" dt="2024-03-26T18:46:42.145" v="420" actId="113"/>
          <ac:spMkLst>
            <pc:docMk/>
            <pc:sldMk cId="3951926593" sldId="266"/>
            <ac:spMk id="2" creationId="{F0044EED-BBD5-2E40-9AA4-52790583E999}"/>
          </ac:spMkLst>
        </pc:spChg>
        <pc:inkChg chg="add">
          <ac:chgData name="JESNA J S" userId="1cf9dc77da0791c6" providerId="LiveId" clId="{0830B419-3ACD-4348-9D0A-4178D9C4663A}" dt="2024-03-31T16:25:26.610" v="449" actId="9405"/>
          <ac:inkMkLst>
            <pc:docMk/>
            <pc:sldMk cId="3951926593" sldId="266"/>
            <ac:inkMk id="3" creationId="{3AACEFD1-FCC1-C09A-E050-8BC7FD5B3222}"/>
          </ac:inkMkLst>
        </pc:inkChg>
        <pc:inkChg chg="add">
          <ac:chgData name="JESNA J S" userId="1cf9dc77da0791c6" providerId="LiveId" clId="{0830B419-3ACD-4348-9D0A-4178D9C4663A}" dt="2024-03-31T16:25:32.969" v="450" actId="9405"/>
          <ac:inkMkLst>
            <pc:docMk/>
            <pc:sldMk cId="3951926593" sldId="266"/>
            <ac:inkMk id="4" creationId="{BD5387BA-26D3-7DDD-2C63-CA97DDBD5F89}"/>
          </ac:inkMkLst>
        </pc:inkChg>
        <pc:inkChg chg="add">
          <ac:chgData name="JESNA J S" userId="1cf9dc77da0791c6" providerId="LiveId" clId="{0830B419-3ACD-4348-9D0A-4178D9C4663A}" dt="2024-03-31T16:26:12.947" v="451" actId="9405"/>
          <ac:inkMkLst>
            <pc:docMk/>
            <pc:sldMk cId="3951926593" sldId="266"/>
            <ac:inkMk id="6" creationId="{DF761F31-7277-C8C5-D7EA-CFB0904F15E5}"/>
          </ac:inkMkLst>
        </pc:inkChg>
        <pc:inkChg chg="add">
          <ac:chgData name="JESNA J S" userId="1cf9dc77da0791c6" providerId="LiveId" clId="{0830B419-3ACD-4348-9D0A-4178D9C4663A}" dt="2024-03-31T16:26:17.581" v="452" actId="9405"/>
          <ac:inkMkLst>
            <pc:docMk/>
            <pc:sldMk cId="3951926593" sldId="266"/>
            <ac:inkMk id="7" creationId="{E393CDB9-05DF-806D-6368-DB436A057AD0}"/>
          </ac:inkMkLst>
        </pc:inkChg>
        <pc:inkChg chg="add">
          <ac:chgData name="JESNA J S" userId="1cf9dc77da0791c6" providerId="LiveId" clId="{0830B419-3ACD-4348-9D0A-4178D9C4663A}" dt="2024-03-31T16:27:16.247" v="453" actId="9405"/>
          <ac:inkMkLst>
            <pc:docMk/>
            <pc:sldMk cId="3951926593" sldId="266"/>
            <ac:inkMk id="8" creationId="{FF650267-1292-3152-7253-1D6C8316966D}"/>
          </ac:inkMkLst>
        </pc:inkChg>
        <pc:inkChg chg="add">
          <ac:chgData name="JESNA J S" userId="1cf9dc77da0791c6" providerId="LiveId" clId="{0830B419-3ACD-4348-9D0A-4178D9C4663A}" dt="2024-03-31T16:27:21.193" v="454" actId="9405"/>
          <ac:inkMkLst>
            <pc:docMk/>
            <pc:sldMk cId="3951926593" sldId="266"/>
            <ac:inkMk id="9" creationId="{CC47021D-B9CF-78A8-1162-5C7EDB4886AD}"/>
          </ac:inkMkLst>
        </pc:inkChg>
      </pc:sldChg>
      <pc:sldChg chg="addSp mod">
        <pc:chgData name="JESNA J S" userId="1cf9dc77da0791c6" providerId="LiveId" clId="{0830B419-3ACD-4348-9D0A-4178D9C4663A}" dt="2024-03-31T16:43:41.196" v="479" actId="9405"/>
        <pc:sldMkLst>
          <pc:docMk/>
          <pc:sldMk cId="428691889" sldId="267"/>
        </pc:sldMkLst>
        <pc:inkChg chg="add">
          <ac:chgData name="JESNA J S" userId="1cf9dc77da0791c6" providerId="LiveId" clId="{0830B419-3ACD-4348-9D0A-4178D9C4663A}" dt="2024-03-31T16:43:02.043" v="474" actId="9405"/>
          <ac:inkMkLst>
            <pc:docMk/>
            <pc:sldMk cId="428691889" sldId="267"/>
            <ac:inkMk id="2" creationId="{789D737C-A502-87AF-061F-54736863AE24}"/>
          </ac:inkMkLst>
        </pc:inkChg>
        <pc:inkChg chg="add">
          <ac:chgData name="JESNA J S" userId="1cf9dc77da0791c6" providerId="LiveId" clId="{0830B419-3ACD-4348-9D0A-4178D9C4663A}" dt="2024-03-31T16:43:07.740" v="475" actId="9405"/>
          <ac:inkMkLst>
            <pc:docMk/>
            <pc:sldMk cId="428691889" sldId="267"/>
            <ac:inkMk id="3" creationId="{9024B6C5-FE9F-9CB1-0C61-72F5BA3FBC47}"/>
          </ac:inkMkLst>
        </pc:inkChg>
        <pc:inkChg chg="add">
          <ac:chgData name="JESNA J S" userId="1cf9dc77da0791c6" providerId="LiveId" clId="{0830B419-3ACD-4348-9D0A-4178D9C4663A}" dt="2024-03-31T16:43:16.141" v="476" actId="9405"/>
          <ac:inkMkLst>
            <pc:docMk/>
            <pc:sldMk cId="428691889" sldId="267"/>
            <ac:inkMk id="4" creationId="{2567EE02-5656-42F0-15E6-A1E4DA0B8B30}"/>
          </ac:inkMkLst>
        </pc:inkChg>
        <pc:inkChg chg="add">
          <ac:chgData name="JESNA J S" userId="1cf9dc77da0791c6" providerId="LiveId" clId="{0830B419-3ACD-4348-9D0A-4178D9C4663A}" dt="2024-03-31T16:43:20.849" v="477" actId="9405"/>
          <ac:inkMkLst>
            <pc:docMk/>
            <pc:sldMk cId="428691889" sldId="267"/>
            <ac:inkMk id="6" creationId="{4E0ABED8-FEA5-9B57-4836-FFE3D8AA0F6A}"/>
          </ac:inkMkLst>
        </pc:inkChg>
        <pc:inkChg chg="add">
          <ac:chgData name="JESNA J S" userId="1cf9dc77da0791c6" providerId="LiveId" clId="{0830B419-3ACD-4348-9D0A-4178D9C4663A}" dt="2024-03-31T16:43:32.225" v="478" actId="9405"/>
          <ac:inkMkLst>
            <pc:docMk/>
            <pc:sldMk cId="428691889" sldId="267"/>
            <ac:inkMk id="7" creationId="{82AB0B25-9D89-D205-42F8-302CE5E31285}"/>
          </ac:inkMkLst>
        </pc:inkChg>
        <pc:inkChg chg="add">
          <ac:chgData name="JESNA J S" userId="1cf9dc77da0791c6" providerId="LiveId" clId="{0830B419-3ACD-4348-9D0A-4178D9C4663A}" dt="2024-03-31T16:43:41.196" v="479" actId="9405"/>
          <ac:inkMkLst>
            <pc:docMk/>
            <pc:sldMk cId="428691889" sldId="267"/>
            <ac:inkMk id="8" creationId="{DE104BD7-2A1E-3860-2E54-E55D0586A734}"/>
          </ac:inkMkLst>
        </pc:inkChg>
      </pc:sldChg>
      <pc:sldChg chg="addSp modSp mod">
        <pc:chgData name="JESNA J S" userId="1cf9dc77da0791c6" providerId="LiveId" clId="{0830B419-3ACD-4348-9D0A-4178D9C4663A}" dt="2024-03-31T16:19:02.178" v="446" actId="113"/>
        <pc:sldMkLst>
          <pc:docMk/>
          <pc:sldMk cId="3389045419" sldId="269"/>
        </pc:sldMkLst>
        <pc:spChg chg="mod">
          <ac:chgData name="JESNA J S" userId="1cf9dc77da0791c6" providerId="LiveId" clId="{0830B419-3ACD-4348-9D0A-4178D9C4663A}" dt="2024-03-31T16:19:02.178" v="446" actId="113"/>
          <ac:spMkLst>
            <pc:docMk/>
            <pc:sldMk cId="3389045419" sldId="269"/>
            <ac:spMk id="7" creationId="{F5752C50-2F91-D718-CF36-2E00D61727C2}"/>
          </ac:spMkLst>
        </pc:spChg>
        <pc:inkChg chg="add">
          <ac:chgData name="JESNA J S" userId="1cf9dc77da0791c6" providerId="LiveId" clId="{0830B419-3ACD-4348-9D0A-4178D9C4663A}" dt="2024-03-31T16:17:38.666" v="442" actId="9405"/>
          <ac:inkMkLst>
            <pc:docMk/>
            <pc:sldMk cId="3389045419" sldId="269"/>
            <ac:inkMk id="4" creationId="{27FA3A68-BC2E-CDD9-B49A-AFD2747DBB01}"/>
          </ac:inkMkLst>
        </pc:inkChg>
        <pc:inkChg chg="add">
          <ac:chgData name="JESNA J S" userId="1cf9dc77da0791c6" providerId="LiveId" clId="{0830B419-3ACD-4348-9D0A-4178D9C4663A}" dt="2024-03-31T16:17:40.364" v="443" actId="9405"/>
          <ac:inkMkLst>
            <pc:docMk/>
            <pc:sldMk cId="3389045419" sldId="269"/>
            <ac:inkMk id="5" creationId="{EBEF35CE-E480-DEF8-45CD-91B83C6AF830}"/>
          </ac:inkMkLst>
        </pc:inkChg>
        <pc:inkChg chg="add">
          <ac:chgData name="JESNA J S" userId="1cf9dc77da0791c6" providerId="LiveId" clId="{0830B419-3ACD-4348-9D0A-4178D9C4663A}" dt="2024-03-31T16:17:49.652" v="444" actId="9405"/>
          <ac:inkMkLst>
            <pc:docMk/>
            <pc:sldMk cId="3389045419" sldId="269"/>
            <ac:inkMk id="6" creationId="{A87C0D13-E0A5-2A1B-34B2-AC7560E30520}"/>
          </ac:inkMkLst>
        </pc:inkChg>
      </pc:sldChg>
      <pc:sldChg chg="delSp modSp new mod">
        <pc:chgData name="JESNA J S" userId="1cf9dc77da0791c6" providerId="LiveId" clId="{0830B419-3ACD-4348-9D0A-4178D9C4663A}" dt="2024-03-31T16:31:08.583" v="473" actId="13926"/>
        <pc:sldMkLst>
          <pc:docMk/>
          <pc:sldMk cId="3053084315" sldId="270"/>
        </pc:sldMkLst>
        <pc:spChg chg="del">
          <ac:chgData name="JESNA J S" userId="1cf9dc77da0791c6" providerId="LiveId" clId="{0830B419-3ACD-4348-9D0A-4178D9C4663A}" dt="2024-03-31T16:30:03.428" v="456" actId="478"/>
          <ac:spMkLst>
            <pc:docMk/>
            <pc:sldMk cId="3053084315" sldId="270"/>
            <ac:spMk id="2" creationId="{A9A1BA59-3237-9681-FD32-9854A50A15F0}"/>
          </ac:spMkLst>
        </pc:spChg>
        <pc:spChg chg="mod">
          <ac:chgData name="JESNA J S" userId="1cf9dc77da0791c6" providerId="LiveId" clId="{0830B419-3ACD-4348-9D0A-4178D9C4663A}" dt="2024-03-31T16:31:08.583" v="473" actId="13926"/>
          <ac:spMkLst>
            <pc:docMk/>
            <pc:sldMk cId="3053084315" sldId="270"/>
            <ac:spMk id="3" creationId="{A17E81D6-43FA-8A67-57D4-0FD0DC0E830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6T14:58:51.29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52,'83'37,"2"-3,175 44,-236-71,0 1,35 19,-35-16,0-1,28 8,-18-12,0-1,0-2,1-1,58-4,-20 0,-53 1,0-1,-1 0,0-2,20-5,73-29,-72 23,-16 8,-1 1,48-5,-4 0,64-19,223-84,-333 107,1 2,0 0,0 1,37-1,36-5,-77 7,1 0,-1 2,1 0,36 4,70 20,-88-15,530 116,-527-117,1-2,0-1,73-4,-91 1,-1 0,0 2,37 8,-9-1,72 16,-73-14,1-2,99 6,364-17,-324-12,95 35,-39-1,193-19,-247-4,13-14,-4 0,-113 16,313-10,0-27,127 23,-334 17,950-3,-1120 1,0 1,0 2,0 0,-1 1,1 2,38 16,-26-10,760 233,-503-194,-183-35,-86-13,8 2,0-2,51 1,-73-5,-1 0,1-1,-1 0,0-1,0 0,0 0,0 0,0-1,0-1,-1 1,1-1,-1 0,0-1,12-9,30-35,-32 30,2 1,0 1,1 0,1 2,27-17,-16 17,2 0,0 3,1 0,0 2,0 2,1 1,39-1,258 3,-174 9,-109-5,1 4,0 1,-1 2,0 3,-1 2,0 2,71 29,-88-28,0-2,68 18,-89-28,1 0,-1-1,0 0,0-1,0 0,1 0,-1-2,0 1,0-1,0-1,0 0,0-1,14-6,2-6,29-21,13-9,-21 18,2 3,0 2,2 2,0 2,1 2,1 3,0 3,1 1,58-1,15 11,8 1,-119-4,1 0,-1 0,0-2,29-11,-28 9,0 1,1 0,28-3,2 5,1 2,51 5,98 17,-91-8,211 19,186 19,-317-11,-126-24,-2-4,81 4,-91-11,564 13,-549-17,-15-3,62-10,-69 6,0 2,68 1,125 33,-54-3,66 1,-227-25,-1 0,1-2,-1 0,1-1,-1-1,31-8,4-5,53-22,9-3,-5 10,2 5,213-18,-173 39,-93 4,91-11,48-4,-105 10,8-9,16-1,356 13,-245 4,594-2,-801 2,0 0,0 2,-1 1,0 0,0 2,34 15,-22-9,46 12,-56-20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6T14:58:55.77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0,'3'3,"1"0,0-1,0 0,0 1,0-1,0-1,0 1,0-1,1 1,7 0,48 3,-50-4,353 1,-187-4,-151 4,1 0,38 10,-35-6,39 3,306-7,-190-4,1825 2,-1604 24,-270-7,-72-8,102 3,467-14,-616 2,1-2,-1 0,24-6,-14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6T14:59:15.49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1 155,'3'-3,"1"0,0 1,0 0,0 0,0 0,0 0,0 1,9-3,-2 1,123-29,-50 15,-46 10,0 2,1 1,54 2,4 0,-69-1,35-8,-36 5,38-2,110-11,-90 9,0 5,104 7,-61 0,295-2,-382 2,-1 3,0 1,69 19,-45-9,221 40,-229-48,1-4,-1-1,65-6,-9-15,-49 7,6-2,-30 5,62-4,-37 10,-26 2,-1-2,0-1,0-1,52-14,-63 10,0 1,0 1,1 2,0 0,0 2,0 1,-1 1,1 2,42 7,140 31,214 35,-305-60,195 0,-192-19,-10 1,134 11,220 18,5-25,-259-2,-15 16,-8 0,146-17,139 3,-230 15,69-1,-267-15,425-24,-86-24,1 26,-167 39,-42-1,297-16,-319-15,39-2,233 19,-223 12,-43-1,538-7,-392-8,-271 1,-1 3,1 0,52 12,-59-9,0-1,33 0,-30-3,50 10,-35-3,1-2,51 1,95-8,-70-2,866 4,-951 0,62 12,17 1,313-11,-220-5,-184 2,3 1,1-1,0-2,-1-1,1-1,42-11,-35 4,1 2,0 2,1 1,-1 2,70 2,-97 2,8 1,0-1,1-1,-1 0,32-8,-17 2,0 2,1 1,0 2,52 3,33-3,-20-13,-71 10,54-5,-79 10,30-1,0-1,0-1,41-10,21-16,-67 19,0 1,0 1,1 2,60-6,180 15,-242-2,-1 2,34 8,23 2,-54-12,0 2,0 2,-1 0,0 2,36 14,-47-15,39 8,-42-10,1-1,-1 2,24 9,-13-1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6T14:59:23.13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2,'109'-2,"118"5,-189 1,0 3,49 14,-26-5,-4-5,-33-7,38 11,-4 5,66 21,-105-37,0-1,0-1,39 0,20 1,-67 0,0 0,0 0,-1 1,1 0,9 5,-8-3,-1-1,2 0,15 4,36 0,-44-7,-1 1,36 10,-26-3,-9-3,1 0,-1-2,29 5,163 21,-145-17,-54-10,1 0,0-2,0 1,0-2,0 0,0-1,0 0,19-3,101-21,81-18,-185 36,39-3,1 0,-47 4,41-15,-41 12,43-10,4 2,-45 10,-1 0,42-3,274 8,-166 3,-162-1,0 0,0 1,0 1,0 0,-1 1,1 0,11 6,-7-3,0-1,27 7,-19-10,-1 0,36-2,-38-1,-1 0,0 2,1 0,20 5,-10 2,6 2,0-2,1-1,0-2,41 2,449-10,-503 1,0-1,40-10,-38 6,54-4,172 9,-113 3,-124-2,0 1,1 1,23 7,-14-3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6T15:00:26.00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0 274,'6'-4,"-1"0,1 1,0 0,0 0,0 0,0 0,1 1,-1 0,9-1,5-2,165-48,-75 24,144-60,-222 76,0 1,0 1,1 2,1 2,53-6,-62 11,0 1,0 2,0 1,-1 0,1 2,-1 1,1 1,30 12,44 22,96 53,-95-24,110 34,11-18,-93-37,-53-23,2-4,148 21,-76-16,-102-18,-1-3,71 1,-91-5,-1 1,37 9,-32-5,37 2,-37-8,0-1,0-2,0-1,-1-1,1-2,-2-1,1-1,-1-1,0-1,49-30,-2 3,2 2,149-46,-204 76,1 1,0 1,46-2,73 8,-51 0,45-3,130 3,-245 0,-1 1,1 1,21 8,23 4,-50-14,1-1,-1 0,1-1,-1-1,1 0,23-5,96-29,-103 25,232-80,-108 35,-125 47,1 0,1 2,-1 2,45-2,-71 6,93-12,7 0,113 11,-123 1,-56 3,0 1,42 10,-33-6,98 24,-50-4,-76-20,1-1,0-1,0-1,35 3,-26-6,0 2,0 2,-1 0,47 17,-57-17,1-1,0-1,30 2,27 5,-45-4,-1 2,1 1,43 21,-47-19,1-2,40 10,8 1,-55-14,-2-1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6T15:00:46.37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0,'13'1,"0"0,0 0,-1 2,1-1,0 2,-1 0,0 0,0 1,12 6,94 40,-57-25,-44-20,-1 0,28 17,-18-6,-9-6,0 0,22 9,-23-13,1 0,0-1,0-1,0-1,0-1,1 0,0-1,19 0,358-4,-368 3,0 2,34 7,35 4,-23-10,96-8,-33-22,-116 25,4-1,1-1,29-7,-20 1,56-23,-57 19,1 0,1 2,0 2,0 1,1 2,0 1,70 1,-94 3,-1 1,1 1,0-1,0 2,0 0,0 1,-1 0,1 0,-1 1,0 1,0 0,19 12,8 7,51 24,-56-32,-14-7,1-1,0-1,0-1,0 0,1-2,30 3,-5-4,85-5,-8-11,44-2,-139 13,48-9,7-2,-58 12,-1-1,1-1,-1-2,1 0,29-12,-11 3,1 1,66-11,-48 17,0 2,107 6,-61 1,-82-2,0 1,0 1,0 1,0 1,-1 1,0 2,25 9,-32-10,1 0,30 4,14 4,-39-8,0-1,1-1,38 1,77-6,-57-1,526 10,-8 48,-578-53,142 19,-129-19,1-2,55-5,-76 1,0-1,0 0,0-1,0-1,-1-1,0 0,0-1,20-14,-17 11,4 0,43-17,-8 5,-35 14,1 1,0 1,0 1,1 0,-1 2,28-1,27-7,-46 6,40-3,-67 9,33-3,1 2,-1 2,1 1,55 11,-40 1,-18-4,1-2,0-1,58 3,87-11,-177 1,-1 0,1 0,-1 0,1 1,-1 0,1 0,-1 0,1 0,-1 1,5 2,11 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49:29.64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0 120,'102'0,"-1"-5,165-29,-186 16,-32 6,1 3,61-5,-77 12,39-10,-46 7,-1 1,1 1,36 1,7 10,0 3,118 34,-186-44,293 85,-254-73,0 1,-1 2,73 41,16 36,-111-82,1-1,0 0,1-1,0-1,1-1,0 0,0-2,0 0,1-1,38 1,142-6,-66-1,-94 0,0-1,0-2,0-2,68-21,152-70,-237 89,1 1,0 1,0 2,1 0,38-2,133 8,-93 1,269-1,-347 0,-2 2,1 1,0 1,36 12,-35-9,1-1,0-1,40 3,224-8,-137-2,-130-1,1 0,39-10,-35 6,38-3,60 7,-78 3,1-3,85-13,-100 8,42-8,88-31,-128 34,-3 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49:33.33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35,'13'4,"-1"0,1 0,0-2,0 1,0-1,26-1,-10 1,55 3,-44-4,1 2,-1 1,56 15,-60-9,0-2,1-1,0-1,64 0,464-8,-523-1,0-1,0-2,55-16,-41 9,70-5,-32 5,87-11,-104 14,89-1,79 13,-84 0,297-2,-427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56:36.67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56:40.59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92,'102'0,"130"18,73 23,-225-27,-48-7,67 5,-27-11,157 10,-3 18,-164-19,98 2,65-12,-81-2,-103 0,-27 1,1 0,-1 1,0 1,0 0,0 1,1 0,18 6,-6 3,0-2,0 0,0-2,1-2,1 0,52 1,74-8,80 2,-102 18,-66-8,75 20,-101-20,0-1,0-2,51 1,-52-7,229-4,-171-12,-63 9,38-3,-48 7,-1 0,1-2,-1-1,0-2,0 0,34-15,84-29,-96 37,-1-3,72-36,-78 31,0 1,1 2,1 1,85-22,-80 30,1 2,1 2,51 0,102-5,65-8,1 19,-97 2,409-2,-553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58:11.08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1 334,'19'-17,"2"1,-1 1,2 1,29-14,-16 8,-30 17,49-29,3 1,83-31,-97 46,-17 6,1 1,0 0,0 3,1 0,36-3,86-6,20 0,251 14,-193 2,-203 0,1 2,-1 0,0 1,37 12,97 41,-88-30,-44-17,-12-3,0-2,1 0,20 3,43 6,-30-5,89 5,8 1,-4-1,-8-16,66 4,-114 12,-58-8,40 3,199-6,-139-5,-102 3,-1 2,39 8,-35-5,42 3,-21-6,0 2,-1 2,67 18,-77-16,1-2,0-2,0-1,0-3,0 0,48-7,0-10,-25 3,318-59,-337 64,-1 2,1 2,45 1,-4 1,-44-2,0-3,-1-1,0-1,0-3,-1-1,46-22,-64 27,28-7,-7 3,-16 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58:18.38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34,'59'-1,"-19"0,0 1,0 2,55 10,87 26,-121-29,-39-6,0 0,-1 2,34 11,214 78,-107-42,-68-37,-32-6,-2 0,89 2,62-12,-68-1,-128 0,1 0,-1-1,0 0,0-1,-1-1,1-1,-1 0,17-10,-9 6,0 0,35-10,-22 9,59-26,-12 4,-61 27,0 0,28-2,2-1,135-26,-27 11,-108 16,-19 3,43-12,-57 12,0 0,0 1,1 1,-1 1,1 1,-1 0,1 2,-1 0,1 1,-1 0,20 7,-17-3,0 1,36 18,-49-21,0 1,0 0,-1 1,0 0,0 0,-1 0,0 1,0 0,8 12,1 5,-1 0,-1 1,-1 1,-1 0,-1 0,-2 1,-1 0,0 1,-3 0,0 0,0 49,-5-50,1 25,0-51,0-1,0 0,0 1,0-1,0 1,0-1,0 1,0-1,0 1,0-1,1 1,-1-1,0 1,0-1,0 0,0 1,1-1,-1 1,0-1,0 0,1 1,-1-1,0 0,1 1,-1-1,1 0,-1 1,0-1,1 0,-1 0,1 0,-1 1,0-1,1 0,-1 0,1 0,-1 0,1 0,-1 0,1 0,-1 0,1 0,-1 0,1 0,-1 0,0 0,1 0,-1 0,1 0,-1-1,1 1,-1 0,0 0,1 0,-1-1,1 1,-1 0,0-1,1 1,-1 0,0-1,1 1,-1-1,22-25,-8 4,2 0,0 2,1 0,21-18,3-4,0 5,-31 29,-1 0,-1 0,1 0,9-14,-5 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58:18.73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58:19.0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5:58:20.79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1,'825'0,"-794"2,0 1,0 2,56 16,23 4,-83-21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8T16:16:03.57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94,'207'-11,"-101"3,934-34,-489 43,-522-2,0-2,39-8,-37 5,58-4,-54 10,-1 2,0 1,48 12,100 33,-86-20,-60-18,9 3,0-2,88 9,162-17,-162-5,38-13,-16 1,-61 14,165 23,86 39,-182-31,341 57,-392-80,-78-7,63 10,-90-9,1-1,-1-1,0 1,0-1,1 0,-1-1,13-2,-1-2,29-12,-36 12,213-85,-68 26,196-53,-286 101,1 3,1 3,0 3,96 3,-149 4,224 16,330 82,-542-94,37 1,-36-3,30 4,-44-2,-1 0,25 11,-25-9,1 0,24 5,12-5,0-1,98-5,-72-2,1326 0,-1188-11,-83 2,-7 1,166-35,-139 19,-102 18,0 1,0 3,72 4,-58 0,82-9,9-5,232 9,-216 6,323-1,-468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6T18:16:44.94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29,'49'1,"4"0,1-3,68-10,-74 5,-1 2,1 2,0 2,0 2,90 13,-21-2,-73-9,47 9,-9 3,84 20,-130-26,1-2,-1-1,49 1,115-7,-89-2,438 2,-517 2,0 2,-1 0,54 17,-51-12,0-2,62 7,84-15,33 2,-106 15,-37-4,-2-2,-7 0,83 2,4 4,-3-1,380-14,-248-3,-253 2,30 1,0-3,54-9,-21 0,-1 4,110 6,-123 1,-44-1,0-2,33-7,-29 4,37-2,68 6,-82 4,0-4,-1-1,60-12,147-47,147-27,-321 79,1 3,135 9,-63 2,-132-3,0 2,0 0,0 3,0 0,35 14,-39-14,0 0,1-1,48 2,80-8,-64-2,1255 3,-1310 2,63 11,-1 0,-77-12,0 1,0 0,-1 2,1 0,30 11,-30-7,1-2,0 0,0-1,41 4,87-7,-142-2,23 2,-1 1,0 1,45 13,-46-11,20 4,1-2,0-2,64-1,-79-3,0 1,49 12,-47-8,75 18,-63-13,1-2,52 4,147-12,-150-3,-71 0,0-2,32-7,-28 4,36-2,20 7,18 0,-85-2,33-9,-34 8,0 0,22-2,-3 2,1-1,-1-2,57-18,-7 5,-59 15,48-16,-48 12,0 0,1 3,0 0,-1 2,2 1,52 2,-59 0,0-1,-1-1,23-6,19-3,73-15,-89 16,0 1,60-3,-29 14,-54 0,0-1,0-1,0-1,38-8,-10-2,-25 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6T18:16:51.54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0,'379'0,"-349"2,0 1,42 10,8 0,-2 0,-34-6,44 2,358-7,-226-4,313 2,-509 2,1 0,-1 1,0 1,0 2,0 0,31 14,-40-15,1-1,-1 0,1-1,32 2,67-5,-65-1,563 0,-558 3,59 11,50 2,-99-14,110-14,-26-10,220-5,-274 28,159 3,-141 11,19 1,87-10,68 3,192 29,-441-34,-6-1,0 2,0 0,-1 3,49 15,-55-14,-1-1,1-1,30 3,-47-8,15 4,0 0,31 13,-34-10,0-2,0 0,31 4,30-5,87-6,-53-1,-86 1,1-2,-1 0,-1-2,30-9,110-41,-121 38,-39 14,36-13,93-20,-123 33,47-8,109-5,-130 14,57-11,-55 6,46-1,-41 4,-1-1,1-3,56-17,-69 18,0 1,66-3,73 11,-67 0,-105-2,31 0,0 1,60 10,-53-5,68 3,-43-5,22 10,-56-8,36 3,272-7,-174-4,-129 2,-13-1,-1 1,0 1,1 1,40 8,-38-4,1-1,-1-2,38 1,-8-1,-26 1,37 10,-32-7,14 5,-23-6,0 0,26 1,121 17,-127-16,18 3,-23-4,60 5,-59-7,0 1,-1 2,0 1,66 27,-1-2,39 3,-120-31,2-2,-1 0,35 1,75-6,-62-1,-41 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7T04:24:20.03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0 124,'33'-7,"-10"2,39-5,0 4,0 2,76 5,-114 1,0 2,-1 1,0 1,32 13,-26-9,-5-3,37 6,11 2,332 133,-400-146,24 10,-16-6,1-1,-1 0,1-1,0-1,19 4,-3-3,0 1,54 19,-35-9,-35-11,1-1,0 0,0-1,1 0,-1-1,16-1,-24-1,0 1,-1-1,1 0,-1 0,1-1,-1 1,0-1,0 0,0-1,0 1,0-1,0 0,-1-1,1 1,-1-1,0 1,0-1,5-7,35-47,67-70,-95 114,1 1,0 0,1 1,1 1,30-14,-6 3,-15 9,1 0,0 2,0 1,1 1,1 2,0 1,33-2,222 3,-162 7,-57-3,77 3,-127 0,1 1,-1 1,1 1,19 8,63 32,-84-37,-10-5,0 1,0 0,0 1,9 8,-11-9,0 0,0 0,1-1,-1 0,1 0,0 0,0 0,0-1,8 4,193 42,-157-39,1-3,62 0,591-7,-646-2,64-10,49-3,496 17,-646-2,-1-1,1-1,19-6,-16 4,38-4,-6 7,-26 2,0-2,39-7,-24 1,1 2,48-1,93 8,-71 1,189-2,-289 1,-1 1,0 0,0 1,0 1,0 0,-1 0,15 9,30 8,-53-18,-6-2,-16 2,-26-2,12-2,-1 1,1 2,-36 7,-68 28,100-31,26-5,0 0,1 1,-1 0,0 0,-8 4,16-5,-1 0,0 0,0 1,0-1,0 0,1 0,-1 1,1-1,-1 1,1 0,-1-1,1 1,0 0,0 0,0 0,0 0,0 0,0 0,1 0,-1 0,0 0,1 0,0 0,0 0,-1 4,2-2,-1 0,1 0,0 0,0 0,0 0,0 0,1 0,0 0,0 0,0-1,0 1,0-1,1 1,-1-1,1 0,0 0,0 0,0 0,1-1,-1 1,1-1,-1 0,8 3,3 2,1 0,0-2,0 0,0-1,19 3,25 0,0-3,100-6,-51 0,-63 1,-6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7T04:24:29.01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1 122,'88'0,"406"18,-414-10,85-2,-148-6,0 2,0 0,0 1,32 9,66 32,-66-25,80 35,-60-23,104 31,-139-56,0-1,0-1,0-2,61-5,-32 1,-17-1,-1-2,1-2,57-17,-58 13,60-6,-69 12,60-15,-59 10,2 2,-1 2,1 1,0 2,46 3,-53-2,-1-1,59-13,-62 10,9-2,-7 2,55-6,526 5,-403 8,-164-2,70-13,-67 6,48 0,269 10,-301 4,-1 4,0 2,77 25,91 19,-152-43,135 4,-188-17,124 5,-124-3,0 1,0 2,45 14,-30-6,1-2,1-1,64 6,129-9,-191-7,-1-3,0-1,0-2,80-23,-63 12,-36 11,43-16,210-86,-210 77,-36 16,1 1,0 1,58-13,-23 11,-32 7,-1 1,71-5,361 13,-188 0,-244 1,67 11,9 2,171-15,-189-14,-9 1,-39 7,-1-3,51-16,-51 13,-14 6,1 2,0 1,0 1,60 4,-52-1,1-1,42-5,-29-3,-19 2,0 1,0 2,1 1,-1 1,40 5,130 23,-177-22,-1 1,0 1,35 15,-39-13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27T04:24:40.02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60,'6'6,"0"-1,1 0,-1 0,1-1,0 0,1 0,-1-1,1 0,9 3,11 1,37 5,1 0,-4 6,-40-10,0-2,0-1,40 5,206-9,-129-3,694 2,-792 2,-1 2,46 11,-45-7,15 3,-24-4,51 4,248-8,-183-4,60-14,1 0,1203 16,-977-30,-414 27,1-2,0 0,-1-1,0-2,0 0,-1-1,21-11,-17 8,1 1,0 1,35-7,0 0,-23 6,1 1,0 2,0 2,0 1,48 2,1243 4,-1072-2,-239 1,0 0,0 2,0 0,0 0,-1 2,0 0,0 1,26 13,4 7,66 48,-78-50,-1-4,53 25,-27-15,-38-18,2-2,-1 0,1-2,0 0,1-2,0 0,0-2,45 2,211-9,-257-1,-1-1,28-9,20-4,219-31,-248 42,53-17,0 0,-57 15,63-26,-70 23,1 1,66-14,-91 24,105-15,135-3,-151 20,1 5,131 23,-169-18,0 2,72 26,201 100,-294-121,171 73,-189-84,-1-2,1-1,0 0,38 1,84-8,-45-1,-31 1,0-2,-1-3,0-3,94-29,-63 20,-73 16,1 0,-1-2,45-16,-40 9,-1 0,1-3,-2 0,45-37,36-34,-94 78,1 0,0 1,1 0,28-9,-9 5,42-7,-46 13,185-33,-182 36,0 1,0 1,0 2,55 8,-26 2,13 4,1-4,103 3,-121-14,106-13,-126 6,0 2,0 2,0 1,0 2,75 10,-23 7,-34-5,1-3,91 4,-117-11,0 1,32 7,-29-4,49 3,-39-9,-24 0,1 0,-1 1,0 1,23 6,-13-1,0-2,0-1,32 1,93-7,-58 0,359 2,-415 2,64 12,19 0,-51-11,1-4,135-19,-123 11,1 3,106 7,-65 1,-12-3,135 3,-106 13,40 1,-139-13,56 10,37 2,438-14,-274-3,-252 0,-1-2,75-16,-20-9,-80 20,1 1,0 1,1 1,34-2,205 8,-116 2,63-3,228 3,-365 3,-1 4,95 23,-136-26,0-2,0-2,49-1,29 1,-90 0,31 9,17 2,-8-8,1-3,63-6,-34-10,12 0,340 9,-248 7,92-2,-257-2,1-1,-1-2,55-16,-54 12,1 2,0 1,49-3,-25 7,0 3,91 14,-87-7,111 2,26 2,85 9,3-22,-99-1,-153 2,101 3,-112-1,0 1,1 2,38 11,-34-7,34 7,-36-11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17:38.66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0 379,'13'0,"27"1,0-2,0-2,71-13,-28-7,108-21,-124 38,0 2,73 7,-32-1,-69-2,37 1,118-14,19-24,-166 31,93-2,-88 8,73-11,208-62,81-12,-12 44,-362 33,-32 6,1 1,-1-1,0 1,1 0,-1 1,1 0,-1 1,13 1,0 4,-1 1,1 1,-1 1,34 19,72 56,-105-69,401 230,-409-238,18 10,-21-11,-1 0,2-1,-1 0,1-1,-1 0,18 3,47 7,0-4,81 0,-16-15,-117 3,0-2,0-1,0-1,22-8,92-42,65-22,-104 37,-73 29,1 2,0 0,52-12,-16 13,-30 5,-1-1,52-16,-37 5,95-19,-121 32,0 1,1 0,0 2,-1 0,1 2,-1 0,34 8,246 93,-2 0,-167-72,40 11,-133-29,-23-7,0-1,0-1,1 0,17 2,48-2,125-8,-179 1,1-2,51-16,-48 12,57-10,-2 12,24-3,-79 5,182-40,-188 38,2 2,-1 1,0 0,28 2,104 6,-111-1,716 15,-552-16,190-5,-217-14,-81 6,-64 5,-1-1,39-13,36-7,-65 18,-4 0,75-4,-82 12,128-11,-77 3,105 2,-57 3,-14-10,-1 0,311 12,-223 4,-94-4,132 4,-114 14,-82-9,59 2,-30-9,186 11,-89 3,222-8,-226-8,-121 0,60-11,25-2,-76 13,84 7,-118-2,0 2,0 0,0 2,-1 0,37 17,-36-11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17:40.36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17:49.64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1 274,'83'4,"151"27,-99-10,-59-15,130-5,-92-3,-32 3,96-2,-85-14,-61 9,36-3,44 9,18-1,-111-2,37-10,-6 1,134-38,-149 39,140-55,-91 29,2-1,-82 37,155-49,-129 43,0 1,0 2,46-2,389 9,-446-2,1 1,-1 1,20 5,-16-3,38 4,38-9,-66-1,64 5,-82-1,0 1,-1 0,22 10,24 7,96 13,-110-28,1-1,-1-2,69-6,-28 1,717 2,-563-12,-78 1,120 4,197-12,56 7,-402 13,-109 0,0 2,35 7,23 4,266-9,-195-7,264 2,-376-2,65-12,18-1,57 15,26-1,-105-14,7 1,151 12,-134 3,-79 0,0 3,51 10,94 29,-132-28,39 12,-52-13,74 12,-21-17,171-8,-112-4,988 3,-800-15,-36 0,-259 14,129 3,-158 1,33 8,-35-6,40 4,244-6,-156-5,176 16,-86 0,-182-13,163 13,-192-10,122 17,205 4,536-27,-722-6,179-31,19-2,-3 9,-246 18,94-5,-159 20,-18 0,68-7,-63 2,0 1,67 5,83 18,69 3,-232-21,53 10,-50-6,36 1,-27-6,-17-1,0 2,0 0,31 7,-34-5,1 0,0-1,-1-1,1-1,0-1,0 0,37-7,50-5,177 4,59-5,-214-3,226-17,77 35,-373 1,0 3,68 15,-65-9,115 7,-144-18,218-4,-140-11,30-1,446 14,-281 3,-247-1,71-3,-110-1,31-9,-34 8,0 0,25-3,14 6,-31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25:26.61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34,'0'0,"1"0,0 0,0 0,-1 0,1 0,0 1,-1-1,1 0,0 0,-1 1,1-1,0 1,-1-1,1 0,-1 1,1-1,-1 1,1-1,-1 1,1 0,-1-1,1 1,-1-1,0 1,1 0,-1-1,0 2,6 24,-6-23,1 0,-1 0,1 0,-1 0,1 0,0 0,0-1,3 6,-4-7,1 0,0 0,0-1,0 1,0 0,0 0,0-1,0 1,0 0,0-1,0 1,1-1,-1 1,0-1,0 0,0 0,1 1,-1-1,0 0,0 0,1 0,-1 0,0-1,0 1,1 0,1-1,4-1,-1-1,1 0,-1 0,6-5,23-10,9 6,0 3,1 1,61-3,139 7,-178 5,-18-1,53 8,-78-5,-1 2,0 1,0 0,29 14,6 7,-32-14,-1-1,36 10,15 1,28 8,156 25,-184-45,24 4,163 2,844-19,-600 3,-340 14,-22-1,411-12,-287-3,92 1,-342-2,0-1,0 0,0-1,0-2,-1 1,0-2,19-10,11-2,432-159,-281 114,-159 55,0 1,0 3,45-1,252 7,-110 1,-162 1,121 23,-146-16,55 19,31 8,284 35,-347-56,-43-10,1-1,0-1,24 1,83-2,73 5,-48 13,105 7,-174-25,0 4,91 19,-130-17,0-2,87 3,-78-8,63 12,-38-4,134 21,-30-4,78 10,-172-29,171 11,176-18,-226-2,-33-14,-2 0,-152 15,0 0,0-2,0 0,0-2,38-11,14-10,1 3,0 3,86-9,513-5,-218 33,-451 0,0 0,0-1,0 0,0 0,0 0,0-1,-1 0,1 0,-1 0,1-1,9-6,4-4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25:32.96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1 273,'43'-2,"62"-11,-59 6,49-1,558 7,-309 3,-295 1,85 15,-119-16,58 15,-48-11,1 0,41 2,248-9,-293-2,0-1,0-1,36-13,-37 11,0 0,1 2,41-6,216 10,-135 3,883-2,-791-16,-27 0,-164 16,-12 0,0-1,-1-1,1-2,46-11,-41 4,-1 2,2 2,-1 2,1 1,40 1,-10 3,-11 0,0 1,69 12,-9 7,0-5,181-1,-147-13,93-4,-118-11,23-1,-18 14,174-9,-134-6,195-27,-316 34,0 3,74-1,-108 6,-1-1,1-1,-1 0,0-1,29-12,-25 9,0 0,1 2,31-5,115 4,-35 4,530-21,-654 23,53-1,0 3,0 3,65 13,-74-6,0-2,0-2,76 1,-49-9,112-4,-98-9,1-1,359 9,-250 7,258-2,-271 16,-112-7,15 4,-1 3,-1 5,146 53,-161-49,1-4,0-2,132 12,-127-18,-49-7,59 4,-64-10,0-2,0 0,0-2,0-1,-1-1,0-2,0-1,-1 0,44-24,-17 6,-11 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26:12.94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89,'181'-15,"-37"0,-75 14,-38 1,0-1,-1-1,32-7,-21 1,1 2,52-1,86 8,-71 0,502-1,-547 3,-1 2,-1 3,1 3,-2 2,91 33,-2-6,-20-6,73 20,-123-29,-58-17,1-1,0-1,0-1,29 3,14-8,0-2,94-16,-94 10,371-26,-410 36,0 1,-1 1,1 1,30 11,-20-6,40 6,67 5,-14-1,222 7,207-29,-530 4,-1 1,0 1,0 1,42 14,-13-3,-42-13,0-1,0 0,1-1,-1 0,0-2,1 1,20-5,102-30,-107 27,108-35,60-16,-155 48,1 3,73-5,188 15,-105 1,-190-3,8 1,-1-2,1 0,-1-1,33-7,12-7,1 3,0 3,1 3,121 2,-87 7,0 3,134 26,-85 4,12 2,-123-30,-1-3,57 1,287-8,-360 2,-1 0,0-2,0 0,34-11,71-33,-79 29,110-59,-118 56,1 1,1 2,0 2,56-15,-76 28,1 0,-1 2,23 1,-24 0,1 0,-1-2,30-5,-26 3,1 0,0 1,0 1,29 2,92 14,-48-3,-42-6,78 17,-63-8,1-3,0-3,0-3,77-5,-124 1,-1 1,0 1,1 1,-2 0,1 2,30 13,-40-16,0-1,1 0,-1 0,0-1,1-1,-1 0,21-3,-2 1,75-3,160-6,-1 22,110 10,1-21,-144-2,-200 2,268 12,39 9,3-23,-116 0,377 2,-540-3,118-22,-54 5,-7 10,129 7,-183 4,-27 1,66 12,-63-7,49 2,409-8,-239-3,-188 1,101 3,-143 1,-1 0,0 2,50 15,-20-4,1-2,103 10,130-18,-193-7,-68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26:17.57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4,'76'-2,"-33"0,-1 2,68 9,-85-3,-1 0,-1 2,26 12,-26-10,0-1,0-2,32 8,76 10,-64-10,131 10,-168-24,0 1,-1 2,1 0,33 11,-54-11,0 0,-1 0,14 9,-15-8,1 0,0 0,0-1,13 4,61 15,149 22,-141-39,116-6,-88-2,1157 2,-1234-2,60-10,-3 0,-72 8,0-1,0-2,-1 0,0-2,36-17,91-52,-127 68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27:16.24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0,'6'1,"1"0,0 0,-1 0,1 1,11 5,23 4,42 6,111 37,-166-46,1-1,0-2,0 0,1-2,36-1,-49-1,1 0,0 1,-1 1,0 0,0 2,32 12,92 52,-128-62,13 6,41 13,-40-17,43 22,-56-23,0 0,1-1,0-1,0-1,0 0,0-1,1 0,0-2,25 3,92 9,14 1,194-15,-321 0,1-1,-1-1,0-1,0 0,0-2,-1 0,1-1,-1-1,25-13,21-9,-50 24,-1-1,0 0,-1-1,1 0,-1-1,21-17,-20 13,0 1,1 0,0 2,1 0,0 0,1 2,-1 0,24-7,4 3,1 1,50-4,-4 7,119 8,-85 1,-47 1,78 13,-19-5,189-8,-165-5,-46 0,127 5,-214 0,-1 1,0 1,36 12,75 35,-97-35,-13-7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27:21.19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1,'410'17,"-60"-4,-168 2,-69-3,213 36,-2 25,295 104,-480-135,-11-4,-115-34,1-1,-1 0,1-1,0-1,0 0,0 0,25-4,0-2,57-16,16-16,-72 22,56-13,-65 20,0-2,38-17,-45 16,1 1,1 1,0 1,34-5,35 6,23-3,-39 0,82 0,80 10,-109 2,423-1,-504-4,52-8,21-2,80-3,55-1,76 16,-171 2,-146-3,0 1,-1-2,26-7,-22 5,41-5,274 8,-173 4,-111 0,63 12,-63-7,60 2,-8-10,-76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43:02.04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0 304,'9'4,"0"-1,0-1,0 0,0 0,0 0,19-1,-10 1,679 12,-453-17,-42 5,213-4,-316-7,164-34,-116 16,-103 22,0 1,52 4,27-2,-102-1,0-1,-1 0,28-11,33-7,126-10,-131 24,1 3,92 6,-65 1,-65-1,0-2,0-1,0-2,59-14,-57 7,1 1,0 3,1 1,72 0,-91 7,-1-2,0 0,0-1,0-2,0 0,32-11,-28 7,1 0,0 2,0 1,47-2,119 7,-91 2,163-13,237-8,-399 19,-89 1,1 0,0 2,24 6,-20-4,32 4,-28-6,-1 1,0 1,0 1,0 2,28 12,-24-8,139 52,-139-55,0-2,0-1,0-2,41 3,-27-3,0 1,0 2,42 14,-42-10,-39-11,1 0,0 1,0 0,0 0,0 0,0 0,0 0,0 1,3 2,-6-4,0 0,1 0,-1 1,0-1,0 0,0 1,1-1,-1 0,0 0,0 1,0-1,0 0,0 1,0-1,0 0,0 1,0-1,0 0,0 1,0-1,0 0,0 1,0-1,0 0,0 1,0-1,0 0,-1 1,1-1,0 1,-17 14,-18 5,0-1,-1-2,-72 23,-124 19,138-43,-149 6,58 0,-106 8,239-20,-53 18,38-9,-46 2,3 0,84-13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43:07.73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0 304,'1050'0,"-1018"-2,0-2,0 0,54-17,20-3,200-31,-231 45,24-4,-50 6,91-4,54 13,-77 1,-90-4,-1-1,1-1,-1-1,30-10,51-10,63-2,-111 20,1 2,109 5,-76 2,304-2,-377-1,0-1,36-8,21-3,57-1,36-3,177 13,-217 5,299 35,-278-18,43-10,-182-7,0 0,0 1,0 0,-1 1,1 1,-1 0,16 7,-11-4,1 0,24 5,-35-11,48 11,1-3,101 5,-136-12,0 0,-1 1,1 1,37 13,7 2,-34-13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43:16.13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64,'6'4,"0"0,0-1,0 0,0 0,1 0,-1 0,1-1,0 0,11 1,2 2,49 12,0-3,1-3,139 4,-189-13,-1 0,0 0,0 2,0 0,-1 2,29 11,-28-11,0-1,0 0,0-2,36 3,81-7,-65-1,38 3,-8 0,135-16,57-6,2 22,-104 1,-92 0,110-5,-109-13,-31 4,113-26,-14 2,-92 27,128 2,-40 4,-65-11,-67 8,36-2,54-8,-81 9,55-3,423 9,-243 3,2249-2,-2491 2,66 12,10 0,255-11,-187-5,1738 2,-1867-2,64-12,35-2,452 15,-287 3,-154-4,176 5,-233 12,-68-9,34 2,-36-6,-3-2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43:20.84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0,'1261'0,"-1064"15,-20 0,-122-15,-28 0,1 0,-1 2,42 8,-26-2,1-3,0-1,54-1,-66-4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43:32.22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32,'107'-1,"121"3,-128 12,22 1,359-12,-243-5,953 2,-1137-2,61-11,29-2,363 12,-259 5,1602-2,-1806 3,71 12,-41-4,-11-3,175 15,-32-24,67 3,-123 12,22 1,320-12,-253-5,-139 2,156-19,-113-1,190-3,-177 9,-12 0,27 13,31 0,-171-2,42-9,-46 6,52-3,207 10,-95 26,34-25,9 0,-31 24,-47-4,603 22,-491-25,-192-12,-62-6,66 10,-71-10,-1 1,0 1,0-1,0 2,0-1,-1 1,10 5,-7-2,0-1,0 0,1 0,0-1,0-1,0 0,14 3,-2-3,-1-1,45 0,-33-3,399-4,-364 0,-24 0,70 4,-41 5,-22-2,62 11,-96-11,80 13,-89-15,0-1,1 0,-1 0,0-1,1 0,-1-1,0 0,11-3,-2-2,0-1,-1-1,0 0,0-1,-1 0,24-22,-18 10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3-31T16:43:41.19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0 232,'11'0,"1"1,17 4,4 1,373 41,-139-14,-192-21,21 2,29 2,-76-8,59 1,364-8,-216-2,-216-2,0-2,0-1,0-2,62-21,-9 2,5 9,-65 14,59-17,-46 9,82-11,-75 15,112-15,50-9,-140 21,0 3,120 3,1113 7,-696-3,-588-1,0 0,0-2,32-9,-2 1,124-14,-65 12,7 2,181 5,-255 8,1-3,67-11,-14 0,-28 4,32-3,-31 13,0 4,135 26,-170-25,315 63,14 2,-188-30,-69-14,-64-20,1-2,0-2,80-5,-37 0,985 2,-780-16,-8-1,190 4,-382 9,586 12,-166 3,72-11,-554 1,60 12,9 0,277-10,-210-18,-41 2,13 0,196-9,726 24,-676-2,-370 1,1 1,-1 0,23 7,28 5,-38-12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1955-C7FC-327F-AF5B-B6A49029B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C012F-68E3-7E95-D5F6-9F378A372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F9859-2CE6-AFB1-D409-E29400F42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62AF-1226-3102-93DE-53616B975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FF01B-4F04-690C-BD75-42C3CF31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88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FFEF-422B-E54F-A145-514B33B6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E2D45-AD28-E827-95C6-4A9F2C45D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39BDF-AFBA-CAA8-D8E8-ADAD67DC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5AB56-88BE-984E-1DCA-D03D40BD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4E5BC-AD86-358C-AEAB-95E87427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66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BD62F-805F-777D-0C59-A1E63499D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AE235-1EC9-75DD-C02C-6C6E8985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B005A-069E-B23E-E790-08C4F6EE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63FE-D1C9-17A4-9603-3BBE9E59D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A43D8-4373-EB6B-E61F-524A83F31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85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5867-DD84-2BDC-7E43-AB1E94A40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7F38C-30B0-83B6-3735-B6304BA17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F0862-E238-6201-58C9-5419A0CE6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FC142-A9EC-A09A-D7A6-BC2602F2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16D25-2A6E-3645-0171-16C5C4E07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01F7A-09E1-07E7-93EE-87BBD3BA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85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68FCF-58E0-BD66-EE6B-924F8C00D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3209-FB05-68DC-67F3-E2EEA2256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CB0E1-6A44-B637-22EC-7A5AE42DE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57534-0B01-BCA3-0ED3-3DF2596A4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A4894-8221-0BEC-C4F1-86CCE5F9B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461E6E-79E2-F0E9-5553-AF93565F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C54133-0EDC-A0E3-DD95-EBD83BD6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50502-16C0-29F2-C95C-072C2D00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744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98FB0-2160-E7A1-3208-1788383ED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7E9B6-F2BD-1269-6146-481C16495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068E14-5F7A-A975-7B55-6CA8568D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115D4-9EE5-3E23-E1C1-15CC88B0F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80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6598F-C05D-6A83-85A0-79DE55C0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555154-F82F-8209-AA37-D6C3052D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A7BA9-14F0-1295-1375-63FC3695C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798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60DE-8BDA-580B-D242-C5B03A02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D7055-5FE2-86F6-3BE8-8D7A5EE18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B297E-75CA-0163-8E8D-119581219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BD2C9-57F7-9582-2C85-77657C54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9296D-D1DD-785D-746F-6B25BCA88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98C2B-6673-22ED-B05F-6849E5B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68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8D42-8B57-3494-885E-4A90DC1C4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E5FB6A-A85D-A273-78D0-16C262CDB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0028F-3DBD-FC53-1BE4-004A058A9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AFC8C-4114-B08C-90BB-AFE93ECE9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CA64A-6214-757C-457E-DF5D402A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4D39F-0D1C-2EB1-9953-E61AAC77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96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F28E-7390-59F1-A295-B019CC10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856CB-15B8-B6E7-2239-F7BE9AEE20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92A35-3075-5167-BB78-89CFE6D5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338B3-F923-BE95-F7E7-3739D275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3CECB-CF70-CB2F-B9B9-CC3971CB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9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56B2F-5C4F-1244-2931-F632A3DB1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0CFD9-741C-EA79-8E4B-41DA5359E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80110-A788-CFDF-E762-D3BEC5CE9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19722-7A65-98C7-AFEE-6BC563E9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A836C-176B-37AF-1A2A-EF48901C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23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67C1F6-363A-F9C8-2EF8-42CDE77E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A38A7-0A25-1533-169A-16EC2E77B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CE8D-A0FD-292A-C8A4-BE2D3BF88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5B17D-4874-4584-8BAE-E4903DD625AE}" type="datetimeFigureOut">
              <a:rPr lang="en-IN" smtClean="0"/>
              <a:t>31-03-2024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5B97F-1029-7B5C-1101-CA7E3D0EDE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7DF9-B59C-3BCE-C27F-7864ED61D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B1DCC-FC5A-4D78-B11C-9883F59677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71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15.xml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2" Type="http://schemas.openxmlformats.org/officeDocument/2006/relationships/customXml" Target="../ink/ink1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12.xml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customXml" Target="../ink/ink18.xml"/><Relationship Id="rId4" Type="http://schemas.openxmlformats.org/officeDocument/2006/relationships/image" Target="../media/image1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customXml" Target="../ink/ink19.xml"/><Relationship Id="rId7" Type="http://schemas.openxmlformats.org/officeDocument/2006/relationships/customXml" Target="../ink/ink21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customXml" Target="../ink/ink20.xml"/><Relationship Id="rId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11.png"/><Relationship Id="rId4" Type="http://schemas.openxmlformats.org/officeDocument/2006/relationships/customXml" Target="../ink/ink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customXml" Target="../ink/ink30.xml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12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customXml" Target="../ink/ink29.xml"/><Relationship Id="rId5" Type="http://schemas.openxmlformats.org/officeDocument/2006/relationships/customXml" Target="../ink/ink26.xml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customXml" Target="../ink/ink28.xml"/><Relationship Id="rId1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customXml" Target="../ink/ink36.xml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12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customXml" Target="../ink/ink35.xml"/><Relationship Id="rId5" Type="http://schemas.openxmlformats.org/officeDocument/2006/relationships/customXml" Target="../ink/ink32.xml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customXml" Target="../ink/ink34.xml"/><Relationship Id="rId1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D8A7B-3511-BE32-601E-3F81B47FEA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Part_02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E05B6-E6D1-C238-7297-E2D0B66F3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pPr algn="r"/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Jesna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S</a:t>
            </a:r>
          </a:p>
          <a:p>
            <a:pPr algn="r"/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CSE, TKMCE</a:t>
            </a:r>
          </a:p>
        </p:txBody>
      </p:sp>
    </p:spTree>
    <p:extLst>
      <p:ext uri="{BB962C8B-B14F-4D97-AF65-F5344CB8AC3E}">
        <p14:creationId xmlns:p14="http://schemas.microsoft.com/office/powerpoint/2010/main" val="2270750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3807-D662-0002-4E1F-3D44B32B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900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Quorum-based mutual exclusion 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5851E-E24F-BA0F-B9C9-D5CFB42F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520" y="924738"/>
            <a:ext cx="8257109" cy="58492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87DBD5B-E358-69DB-777F-B79E92D40450}"/>
                  </a:ext>
                </a:extLst>
              </p14:cNvPr>
              <p14:cNvContentPartPr/>
              <p14:nvPr/>
            </p14:nvContentPartPr>
            <p14:xfrm>
              <a:off x="2623337" y="1788566"/>
              <a:ext cx="7489080" cy="214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87DBD5B-E358-69DB-777F-B79E92D404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1697" y="1644566"/>
                <a:ext cx="763272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F4E000E-DED2-37BB-F4BE-2BCD01DC49B1}"/>
                  </a:ext>
                </a:extLst>
              </p14:cNvPr>
              <p14:cNvContentPartPr/>
              <p14:nvPr/>
            </p14:nvContentPartPr>
            <p14:xfrm>
              <a:off x="2644937" y="2177366"/>
              <a:ext cx="1784160" cy="44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F4E000E-DED2-37BB-F4BE-2BCD01DC49B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3297" y="2033366"/>
                <a:ext cx="19278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E6996DE-0A8D-34C4-2393-50B2E809792B}"/>
                  </a:ext>
                </a:extLst>
              </p14:cNvPr>
              <p14:cNvContentPartPr/>
              <p14:nvPr/>
            </p14:nvContentPartPr>
            <p14:xfrm>
              <a:off x="3755177" y="3133886"/>
              <a:ext cx="6421320" cy="99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E6996DE-0A8D-34C4-2393-50B2E809792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83537" y="2989886"/>
                <a:ext cx="65649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7BF294-72D7-BCDE-7A53-9E1C29A2F3A4}"/>
                  </a:ext>
                </a:extLst>
              </p14:cNvPr>
              <p14:cNvContentPartPr/>
              <p14:nvPr/>
            </p14:nvContentPartPr>
            <p14:xfrm>
              <a:off x="2666537" y="3428366"/>
              <a:ext cx="1893240" cy="120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7BF294-72D7-BCDE-7A53-9E1C29A2F3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594897" y="3284366"/>
                <a:ext cx="203688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250D13A-E204-69A7-544A-81A0A7F6F08F}"/>
                  </a:ext>
                </a:extLst>
              </p14:cNvPr>
              <p14:cNvContentPartPr/>
              <p14:nvPr/>
            </p14:nvContentPartPr>
            <p14:xfrm>
              <a:off x="7358417" y="4027046"/>
              <a:ext cx="2733840" cy="229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250D13A-E204-69A7-544A-81A0A7F6F08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86417" y="3883046"/>
                <a:ext cx="287748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9C94101-70D0-C73E-A338-EF853CD32896}"/>
                  </a:ext>
                </a:extLst>
              </p14:cNvPr>
              <p14:cNvContentPartPr/>
              <p14:nvPr/>
            </p14:nvContentPartPr>
            <p14:xfrm>
              <a:off x="2633777" y="4441046"/>
              <a:ext cx="2858040" cy="121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9C94101-70D0-C73E-A338-EF853CD3289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62137" y="4297046"/>
                <a:ext cx="3001680" cy="40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006758-EC42-86E6-0962-A5EA97A5878C}"/>
                  </a:ext>
                </a:extLst>
              </p14:cNvPr>
              <p14:cNvContentPartPr/>
              <p14:nvPr/>
            </p14:nvContentPartPr>
            <p14:xfrm>
              <a:off x="8186057" y="5824166"/>
              <a:ext cx="2028600" cy="15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006758-EC42-86E6-0962-A5EA97A5878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114057" y="5680166"/>
                <a:ext cx="217224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13FF52-6C76-9F47-EDBF-B0561ADE341C}"/>
                  </a:ext>
                </a:extLst>
              </p14:cNvPr>
              <p14:cNvContentPartPr/>
              <p14:nvPr/>
            </p14:nvContentPartPr>
            <p14:xfrm>
              <a:off x="2329217" y="6203606"/>
              <a:ext cx="1107720" cy="4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13FF52-6C76-9F47-EDBF-B0561ADE341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57217" y="6059606"/>
                <a:ext cx="1251360" cy="33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851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C1A93-5561-FED9-422D-1D2682350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8714"/>
            <a:ext cx="10363200" cy="5578249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is based on the notion of “Coteries” and “Quorums,”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coterie C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as a set of sets, where each set g ∈C is called a quorum.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properties hold for quorums in a coterie: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F1432-A3C2-4D2A-EE47-4F6E033CD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17759"/>
            <a:ext cx="9836143" cy="29319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52AD66-7AEE-D1F7-7684-C2034635C63E}"/>
                  </a:ext>
                </a:extLst>
              </p14:cNvPr>
              <p14:cNvContentPartPr/>
              <p14:nvPr/>
            </p14:nvContentPartPr>
            <p14:xfrm>
              <a:off x="6596657" y="292812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52AD66-7AEE-D1F7-7684-C2034635C6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25017" y="278448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A3FE42-2D7C-D201-271F-E227915CD3E5}"/>
                  </a:ext>
                </a:extLst>
              </p14:cNvPr>
              <p14:cNvContentPartPr/>
              <p14:nvPr/>
            </p14:nvContentPartPr>
            <p14:xfrm>
              <a:off x="6683777" y="2873040"/>
              <a:ext cx="2317680" cy="143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A3FE42-2D7C-D201-271F-E227915CD3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11777" y="2729400"/>
                <a:ext cx="246132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BE6646B-116A-81BE-8143-F46057DABA82}"/>
                  </a:ext>
                </a:extLst>
              </p14:cNvPr>
              <p14:cNvContentPartPr/>
              <p14:nvPr/>
            </p14:nvContentPartPr>
            <p14:xfrm>
              <a:off x="8218457" y="4430040"/>
              <a:ext cx="2055960" cy="122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BE6646B-116A-81BE-8143-F46057DABA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46817" y="4286040"/>
                <a:ext cx="219960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347C26-58DA-56CA-C7C6-00F1995C8297}"/>
                  </a:ext>
                </a:extLst>
              </p14:cNvPr>
              <p14:cNvContentPartPr/>
              <p14:nvPr/>
            </p14:nvContentPartPr>
            <p14:xfrm>
              <a:off x="1523537" y="4777440"/>
              <a:ext cx="1335960" cy="209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347C26-58DA-56CA-C7C6-00F1995C829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51897" y="4633440"/>
                <a:ext cx="1479600" cy="49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36E45C9-C1CB-7496-175C-5FA88A606E60}"/>
                  </a:ext>
                </a:extLst>
              </p14:cNvPr>
              <p14:cNvContentPartPr/>
              <p14:nvPr/>
            </p14:nvContentPartPr>
            <p14:xfrm>
              <a:off x="2863097" y="4865280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36E45C9-C1CB-7496-175C-5FA88A606E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1097" y="472164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B7E943-2B36-337A-253B-E4AB137EF381}"/>
                  </a:ext>
                </a:extLst>
              </p14:cNvPr>
              <p14:cNvContentPartPr/>
              <p14:nvPr/>
            </p14:nvContentPartPr>
            <p14:xfrm>
              <a:off x="2863097" y="486528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B7E943-2B36-337A-253B-E4AB137EF3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1097" y="472164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CC77BB2-9343-6DC8-2EF1-8A801CA49E5C}"/>
                  </a:ext>
                </a:extLst>
              </p14:cNvPr>
              <p14:cNvContentPartPr/>
              <p14:nvPr/>
            </p14:nvContentPartPr>
            <p14:xfrm>
              <a:off x="2906297" y="4865280"/>
              <a:ext cx="411480" cy="21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CC77BB2-9343-6DC8-2EF1-8A801CA49E5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34297" y="4721640"/>
                <a:ext cx="555120" cy="30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9313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205D-CF1D-BCB0-1497-1B8AB6E4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Maekawa’s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3D797-94B8-F927-BE21-E6B37CEF5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9526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Maekawa’s algorithm was the first quorum-based mutual exclusion algorithm.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 sets for sites (i.e., quorums) in Maekawa’s algorithm are constructed to satisfy the following conditions: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7B59F-B13E-B6FC-8EA1-F1C91A21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83" y="3717381"/>
            <a:ext cx="9943836" cy="21500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93F312-33D1-B2DE-842D-3BFFDC52FD7B}"/>
                  </a:ext>
                </a:extLst>
              </p14:cNvPr>
              <p14:cNvContentPartPr/>
              <p14:nvPr/>
            </p14:nvContentPartPr>
            <p14:xfrm>
              <a:off x="3320297" y="3307920"/>
              <a:ext cx="4342320" cy="127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93F312-33D1-B2DE-842D-3BFFDC52FD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8297" y="3164280"/>
                <a:ext cx="4485960" cy="41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2541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B3DAB-CAED-D627-89B1-910964BC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771"/>
            <a:ext cx="10482943" cy="628105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at least one common site between the request sets of any two sites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M1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every pair of sites has a common site which mediates conflicts between the pair.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site can have only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one outstanding REPLY message at any time;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is, it grants permission to an incoming request if it has not granted permission to some other site. Therefore, mutual exclusion is guaranteed.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requires delivery of messages to be in the order they are sent between every pair of sites.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 and M2 are necessary for correctness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whereas conditions M3 and M4 provide other desirable features to the algorithm.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M3 states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size of the requests sets of all sites must be equal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implies that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 sites should have to do an equal amount of work to invoke mutual exclusion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enforces that exactly the same number of sites should request permission from any site, which implies that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 sites have “equal responsibility” in granting permission to other sites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325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DE8F1-961D-900E-85AA-5082929C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type of messages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 REQUEST, REPLY and RELEASE)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BF232-BD80-4614-979E-10AC240D0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site send a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message to all other site in its request set or quorum to get their permission to enter critical section.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site send a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REPLY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message to requesting site to give its permission to enter the critical section.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site send a 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message to all other site in its request set or quorum upon exiting the critical section.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22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3032-EA37-A121-687C-C0573FC1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0"/>
            <a:ext cx="2797629" cy="73433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8ACE1-8FED-4C8C-B936-AD39C94CC2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31" b="1731"/>
          <a:stretch/>
        </p:blipFill>
        <p:spPr>
          <a:xfrm>
            <a:off x="1609795" y="658132"/>
            <a:ext cx="8100261" cy="60797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9881E1-05B6-5C4C-A9AF-9F62BE376A98}"/>
                  </a:ext>
                </a:extLst>
              </p14:cNvPr>
              <p14:cNvContentPartPr/>
              <p14:nvPr/>
            </p14:nvContentPartPr>
            <p14:xfrm>
              <a:off x="4691537" y="2166651"/>
              <a:ext cx="4696920" cy="119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9881E1-05B6-5C4C-A9AF-9F62BE376A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9897" y="2023011"/>
                <a:ext cx="4840560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E3C3F5-C094-2099-463C-F011346984AE}"/>
                  </a:ext>
                </a:extLst>
              </p14:cNvPr>
              <p14:cNvContentPartPr/>
              <p14:nvPr/>
            </p14:nvContentPartPr>
            <p14:xfrm>
              <a:off x="2274857" y="2470851"/>
              <a:ext cx="4133880" cy="142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E3C3F5-C094-2099-463C-F011346984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02857" y="2326851"/>
                <a:ext cx="4277520" cy="43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1174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78215A-BB9F-5E0B-D1ED-FAF7222E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58" y="1226523"/>
            <a:ext cx="10598483" cy="3508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1D6DB40-9122-27C8-82A0-ABBC3B4356AC}"/>
                  </a:ext>
                </a:extLst>
              </p14:cNvPr>
              <p14:cNvContentPartPr/>
              <p14:nvPr/>
            </p14:nvContentPartPr>
            <p14:xfrm>
              <a:off x="3722777" y="3994080"/>
              <a:ext cx="2454120" cy="15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1D6DB40-9122-27C8-82A0-ABBC3B4356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50777" y="3850080"/>
                <a:ext cx="259776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3FEAB6-A07B-AE73-ED68-1C1C0AAB1E3B}"/>
                  </a:ext>
                </a:extLst>
              </p14:cNvPr>
              <p14:cNvContentPartPr/>
              <p14:nvPr/>
            </p14:nvContentPartPr>
            <p14:xfrm>
              <a:off x="7641377" y="3994800"/>
              <a:ext cx="3572280" cy="153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3FEAB6-A07B-AE73-ED68-1C1C0AAB1E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69737" y="3850800"/>
                <a:ext cx="371592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3295B8-41A8-8F6A-40F5-CA8548CDC8BE}"/>
                  </a:ext>
                </a:extLst>
              </p14:cNvPr>
              <p14:cNvContentPartPr/>
              <p14:nvPr/>
            </p14:nvContentPartPr>
            <p14:xfrm>
              <a:off x="1011977" y="4452000"/>
              <a:ext cx="8708040" cy="16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3295B8-41A8-8F6A-40F5-CA8548CDC8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0337" y="4308360"/>
                <a:ext cx="8851680" cy="45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943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2C54-F582-7B2F-28BF-66F40677D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6246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097A5-9CD6-58A3-5844-EF0CCA310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2010"/>
            <a:ext cx="10515600" cy="287700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Maekawa’s Algorithm requires invocation of 3√N messages per critical section execution as the size of a request set is √N.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3√N messages involves.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√N request messages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√N reply messages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√N release messages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52C50-2F91-D718-CF36-2E00D61727C2}"/>
              </a:ext>
            </a:extLst>
          </p:cNvPr>
          <p:cNvSpPr txBox="1"/>
          <p:nvPr/>
        </p:nvSpPr>
        <p:spPr>
          <a:xfrm>
            <a:off x="740228" y="4096899"/>
            <a:ext cx="1101634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delay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algorithm is 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because after a site Si exits the CS, it first releases all the sites in Ri and then one of those sites sends a REPLY message to the next site that executes the CS.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sequential message transfers are required between two successive CS executions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2ECEE7-17D7-3CE2-EB9D-D6EDCD1AAC4D}"/>
              </a:ext>
            </a:extLst>
          </p:cNvPr>
          <p:cNvSpPr txBox="1">
            <a:spLocks/>
          </p:cNvSpPr>
          <p:nvPr/>
        </p:nvSpPr>
        <p:spPr>
          <a:xfrm>
            <a:off x="838200" y="3379690"/>
            <a:ext cx="10515600" cy="902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7FA3A68-BC2E-CDD9-B49A-AFD2747DBB01}"/>
                  </a:ext>
                </a:extLst>
              </p14:cNvPr>
              <p14:cNvContentPartPr/>
              <p14:nvPr/>
            </p14:nvContentPartPr>
            <p14:xfrm>
              <a:off x="6106697" y="799800"/>
              <a:ext cx="5100840" cy="180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7FA3A68-BC2E-CDD9-B49A-AFD2747DBB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34697" y="655800"/>
                <a:ext cx="524448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EF35CE-E480-DEF8-45CD-91B83C6AF830}"/>
                  </a:ext>
                </a:extLst>
              </p14:cNvPr>
              <p14:cNvContentPartPr/>
              <p14:nvPr/>
            </p14:nvContentPartPr>
            <p14:xfrm>
              <a:off x="1371257" y="1338360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EF35CE-E480-DEF8-45CD-91B83C6AF8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9257" y="1194720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87C0D13-E0A5-2A1B-34B2-AC7560E30520}"/>
                  </a:ext>
                </a:extLst>
              </p14:cNvPr>
              <p14:cNvContentPartPr/>
              <p14:nvPr/>
            </p14:nvContentPartPr>
            <p14:xfrm>
              <a:off x="1262537" y="1272840"/>
              <a:ext cx="8021160" cy="121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87C0D13-E0A5-2A1B-34B2-AC7560E305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0897" y="1128840"/>
                <a:ext cx="8164800" cy="4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9045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6D8D-7EFE-BD83-CB1F-1379827BA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0"/>
            <a:ext cx="10515600" cy="88673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of deadlocks in Maekawa’s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E214-066C-896C-800A-561FEFD3F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772887"/>
            <a:ext cx="10515600" cy="2300061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Maekawa’s algorithm can happen deadlock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a site is exclusively locked by other sites and requests are not prioritized by their timestamps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a site may send a REPLY message to a site and later force a higher priority request from another site to wait.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1B5FA-B185-DE80-0C46-805BB8BC5C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81" t="5687" r="1972"/>
          <a:stretch/>
        </p:blipFill>
        <p:spPr>
          <a:xfrm>
            <a:off x="896852" y="3072948"/>
            <a:ext cx="10180582" cy="335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08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4EED-BBD5-2E40-9AA4-52790583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deadlocks in Maekawa’s algorithm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1149D-DC14-FF31-3257-85A182498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08" y="1690688"/>
            <a:ext cx="10641392" cy="41340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ACEFD1-FCC1-C09A-E050-8BC7FD5B3222}"/>
                  </a:ext>
                </a:extLst>
              </p14:cNvPr>
              <p14:cNvContentPartPr/>
              <p14:nvPr/>
            </p14:nvContentPartPr>
            <p14:xfrm>
              <a:off x="6041177" y="2916240"/>
              <a:ext cx="4771440" cy="17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ACEFD1-FCC1-C09A-E050-8BC7FD5B32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69537" y="2772240"/>
                <a:ext cx="491508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5387BA-26D3-7DDD-2C63-CA97DDBD5F89}"/>
                  </a:ext>
                </a:extLst>
              </p14:cNvPr>
              <p14:cNvContentPartPr/>
              <p14:nvPr/>
            </p14:nvContentPartPr>
            <p14:xfrm>
              <a:off x="1545137" y="3352200"/>
              <a:ext cx="4536720" cy="109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5387BA-26D3-7DDD-2C63-CA97DDBD5F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3497" y="3208560"/>
                <a:ext cx="468036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761F31-7277-C8C5-D7EA-CFB0904F15E5}"/>
                  </a:ext>
                </a:extLst>
              </p14:cNvPr>
              <p14:cNvContentPartPr/>
              <p14:nvPr/>
            </p14:nvContentPartPr>
            <p14:xfrm>
              <a:off x="4724297" y="4170120"/>
              <a:ext cx="6189840" cy="150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761F31-7277-C8C5-D7EA-CFB0904F15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2297" y="4026480"/>
                <a:ext cx="633348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93CDB9-05DF-806D-6368-DB436A057AD0}"/>
                  </a:ext>
                </a:extLst>
              </p14:cNvPr>
              <p14:cNvContentPartPr/>
              <p14:nvPr/>
            </p14:nvContentPartPr>
            <p14:xfrm>
              <a:off x="1621817" y="4614360"/>
              <a:ext cx="1369440" cy="110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93CDB9-05DF-806D-6368-DB436A057A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50177" y="4470360"/>
                <a:ext cx="151308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650267-1292-3152-7253-1D6C8316966D}"/>
                  </a:ext>
                </a:extLst>
              </p14:cNvPr>
              <p14:cNvContentPartPr/>
              <p14:nvPr/>
            </p14:nvContentPartPr>
            <p14:xfrm>
              <a:off x="9143657" y="5050680"/>
              <a:ext cx="1663200" cy="142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650267-1292-3152-7253-1D6C8316966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72017" y="4906680"/>
                <a:ext cx="180684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C47021D-B9CF-78A8-1162-5C7EDB4886AD}"/>
                  </a:ext>
                </a:extLst>
              </p14:cNvPr>
              <p14:cNvContentPartPr/>
              <p14:nvPr/>
            </p14:nvContentPartPr>
            <p14:xfrm>
              <a:off x="1523537" y="5431920"/>
              <a:ext cx="2579040" cy="162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C47021D-B9CF-78A8-1162-5C7EDB4886A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51897" y="5288280"/>
                <a:ext cx="2722680" cy="45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192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2E3134-60FA-3C3A-45FE-B484DC3CC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46" y="301771"/>
            <a:ext cx="10940847" cy="59139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9D737C-A502-87AF-061F-54736863AE24}"/>
                  </a:ext>
                </a:extLst>
              </p14:cNvPr>
              <p14:cNvContentPartPr/>
              <p14:nvPr/>
            </p14:nvContentPartPr>
            <p14:xfrm>
              <a:off x="7533017" y="1610520"/>
              <a:ext cx="2290320" cy="22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9D737C-A502-87AF-061F-54736863AE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61017" y="1466880"/>
                <a:ext cx="243396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24B6C5-FE9F-9CB1-0C61-72F5BA3FBC47}"/>
                  </a:ext>
                </a:extLst>
              </p14:cNvPr>
              <p14:cNvContentPartPr/>
              <p14:nvPr/>
            </p14:nvContentPartPr>
            <p14:xfrm>
              <a:off x="3994937" y="2045760"/>
              <a:ext cx="2141280" cy="10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24B6C5-FE9F-9CB1-0C61-72F5BA3FBC4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22937" y="1902120"/>
                <a:ext cx="228492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67EE02-5656-42F0-15E6-A1E4DA0B8B30}"/>
                  </a:ext>
                </a:extLst>
              </p14:cNvPr>
              <p14:cNvContentPartPr/>
              <p14:nvPr/>
            </p14:nvContentPartPr>
            <p14:xfrm>
              <a:off x="6574337" y="2067360"/>
              <a:ext cx="4309560" cy="7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67EE02-5656-42F0-15E6-A1E4DA0B8B3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2697" y="1923360"/>
                <a:ext cx="445320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E0ABED8-FEA5-9B57-4836-FFE3D8AA0F6A}"/>
                  </a:ext>
                </a:extLst>
              </p14:cNvPr>
              <p14:cNvContentPartPr/>
              <p14:nvPr/>
            </p14:nvContentPartPr>
            <p14:xfrm>
              <a:off x="2960297" y="2536440"/>
              <a:ext cx="757440" cy="22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E0ABED8-FEA5-9B57-4836-FFE3D8AA0F6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88657" y="2392440"/>
                <a:ext cx="90108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AB0B25-9D89-D205-42F8-302CE5E31285}"/>
                  </a:ext>
                </a:extLst>
              </p14:cNvPr>
              <p14:cNvContentPartPr/>
              <p14:nvPr/>
            </p14:nvContentPartPr>
            <p14:xfrm>
              <a:off x="6270137" y="3363000"/>
              <a:ext cx="4771440" cy="9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AB0B25-9D89-D205-42F8-302CE5E3128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98497" y="3219360"/>
                <a:ext cx="491508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E104BD7-2A1E-3860-2E54-E55D0586A734}"/>
                  </a:ext>
                </a:extLst>
              </p14:cNvPr>
              <p14:cNvContentPartPr/>
              <p14:nvPr/>
            </p14:nvContentPartPr>
            <p14:xfrm>
              <a:off x="5301377" y="3715800"/>
              <a:ext cx="5600880" cy="138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E104BD7-2A1E-3860-2E54-E55D0586A73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29377" y="3572160"/>
                <a:ext cx="5744520" cy="42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69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E81D6-43FA-8A67-57D4-0FD0DC0E8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971"/>
            <a:ext cx="10417629" cy="5697992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Maekawa-type algorithms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require extra messages to handle deadlocks and may exchange these messages even though there is no deadlock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maximum number of messages required per CS execution in this case is 5√N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084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577</Words>
  <Application>Microsoft Office PowerPoint</Application>
  <PresentationFormat>Widescreen</PresentationFormat>
  <Paragraphs>37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Module 3 Part_02</vt:lpstr>
      <vt:lpstr>Quorum-based mutual exclusion algorithms</vt:lpstr>
      <vt:lpstr>PowerPoint Presentation</vt:lpstr>
      <vt:lpstr>Maekawa’s algorithm</vt:lpstr>
      <vt:lpstr>PowerPoint Presentation</vt:lpstr>
      <vt:lpstr>Three type of messages ( REQUEST, REPLY and RELEASE) are used. </vt:lpstr>
      <vt:lpstr>Algorithms</vt:lpstr>
      <vt:lpstr>PowerPoint Presentation</vt:lpstr>
      <vt:lpstr>Message Complexity</vt:lpstr>
      <vt:lpstr>Problem of deadlocks in Maekawa’s algorithm </vt:lpstr>
      <vt:lpstr>Handling deadlocks in Maekawa’s algorithm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Part_02</dc:title>
  <dc:creator>JESNA J S</dc:creator>
  <cp:lastModifiedBy>JESNA J S</cp:lastModifiedBy>
  <cp:revision>3</cp:revision>
  <dcterms:created xsi:type="dcterms:W3CDTF">2024-03-26T14:07:15Z</dcterms:created>
  <dcterms:modified xsi:type="dcterms:W3CDTF">2024-03-31T16:43:47Z</dcterms:modified>
</cp:coreProperties>
</file>