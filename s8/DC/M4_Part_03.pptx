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49D61E-4D34-41F6-9BC8-AE899B0B6A6D}" v="14" dt="2024-05-20T09:15:19.6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NA J S" userId="1cf9dc77da0791c6" providerId="LiveId" clId="{0349D61E-4D34-41F6-9BC8-AE899B0B6A6D}"/>
    <pc:docChg chg="undo redo custSel addSld delSld modSld">
      <pc:chgData name="JESNA J S" userId="1cf9dc77da0791c6" providerId="LiveId" clId="{0349D61E-4D34-41F6-9BC8-AE899B0B6A6D}" dt="2024-05-20T09:27:44.109" v="1174" actId="1076"/>
      <pc:docMkLst>
        <pc:docMk/>
      </pc:docMkLst>
      <pc:sldChg chg="delSp modSp mod">
        <pc:chgData name="JESNA J S" userId="1cf9dc77da0791c6" providerId="LiveId" clId="{0349D61E-4D34-41F6-9BC8-AE899B0B6A6D}" dt="2024-05-19T18:06:16.722" v="34" actId="403"/>
        <pc:sldMkLst>
          <pc:docMk/>
          <pc:sldMk cId="1014223745" sldId="257"/>
        </pc:sldMkLst>
        <pc:spChg chg="mod">
          <ac:chgData name="JESNA J S" userId="1cf9dc77da0791c6" providerId="LiveId" clId="{0349D61E-4D34-41F6-9BC8-AE899B0B6A6D}" dt="2024-05-19T18:06:16.722" v="34" actId="403"/>
          <ac:spMkLst>
            <pc:docMk/>
            <pc:sldMk cId="1014223745" sldId="257"/>
            <ac:spMk id="2" creationId="{848EA680-8DDA-9DAD-245A-177CF2AAFDC2}"/>
          </ac:spMkLst>
        </pc:spChg>
        <pc:spChg chg="del">
          <ac:chgData name="JESNA J S" userId="1cf9dc77da0791c6" providerId="LiveId" clId="{0349D61E-4D34-41F6-9BC8-AE899B0B6A6D}" dt="2024-05-19T18:06:05.651" v="31" actId="478"/>
          <ac:spMkLst>
            <pc:docMk/>
            <pc:sldMk cId="1014223745" sldId="257"/>
            <ac:spMk id="3" creationId="{825399EB-54FA-496C-7C12-00213AA02B47}"/>
          </ac:spMkLst>
        </pc:spChg>
      </pc:sldChg>
      <pc:sldChg chg="addSp modSp new mod">
        <pc:chgData name="JESNA J S" userId="1cf9dc77da0791c6" providerId="LiveId" clId="{0349D61E-4D34-41F6-9BC8-AE899B0B6A6D}" dt="2024-05-19T18:19:40.633" v="190" actId="1076"/>
        <pc:sldMkLst>
          <pc:docMk/>
          <pc:sldMk cId="1810747542" sldId="258"/>
        </pc:sldMkLst>
        <pc:spChg chg="mod">
          <ac:chgData name="JESNA J S" userId="1cf9dc77da0791c6" providerId="LiveId" clId="{0349D61E-4D34-41F6-9BC8-AE899B0B6A6D}" dt="2024-05-19T18:18:54.735" v="177" actId="1076"/>
          <ac:spMkLst>
            <pc:docMk/>
            <pc:sldMk cId="1810747542" sldId="258"/>
            <ac:spMk id="2" creationId="{4EC28C6A-2EDB-E7BB-A7C9-4F6D5CCD4A29}"/>
          </ac:spMkLst>
        </pc:spChg>
        <pc:spChg chg="mod">
          <ac:chgData name="JESNA J S" userId="1cf9dc77da0791c6" providerId="LiveId" clId="{0349D61E-4D34-41F6-9BC8-AE899B0B6A6D}" dt="2024-05-19T18:18:58.347" v="178" actId="1076"/>
          <ac:spMkLst>
            <pc:docMk/>
            <pc:sldMk cId="1810747542" sldId="258"/>
            <ac:spMk id="3" creationId="{C9434DF0-235C-C309-40D4-DA2872A688E2}"/>
          </ac:spMkLst>
        </pc:spChg>
        <pc:picChg chg="add mod">
          <ac:chgData name="JESNA J S" userId="1cf9dc77da0791c6" providerId="LiveId" clId="{0349D61E-4D34-41F6-9BC8-AE899B0B6A6D}" dt="2024-05-19T18:19:40.633" v="190" actId="1076"/>
          <ac:picMkLst>
            <pc:docMk/>
            <pc:sldMk cId="1810747542" sldId="258"/>
            <ac:picMk id="5" creationId="{39DCDDE4-1C84-96FD-AAC4-5E9CB9BDCEC4}"/>
          </ac:picMkLst>
        </pc:picChg>
        <pc:picChg chg="add mod">
          <ac:chgData name="JESNA J S" userId="1cf9dc77da0791c6" providerId="LiveId" clId="{0349D61E-4D34-41F6-9BC8-AE899B0B6A6D}" dt="2024-05-19T18:19:26.663" v="187" actId="1076"/>
          <ac:picMkLst>
            <pc:docMk/>
            <pc:sldMk cId="1810747542" sldId="258"/>
            <ac:picMk id="7" creationId="{FF16DCDF-092A-0375-8D18-225A12198B0D}"/>
          </ac:picMkLst>
        </pc:picChg>
      </pc:sldChg>
      <pc:sldChg chg="modSp new mod">
        <pc:chgData name="JESNA J S" userId="1cf9dc77da0791c6" providerId="LiveId" clId="{0349D61E-4D34-41F6-9BC8-AE899B0B6A6D}" dt="2024-05-19T18:16:32.208" v="160" actId="27636"/>
        <pc:sldMkLst>
          <pc:docMk/>
          <pc:sldMk cId="3775325071" sldId="259"/>
        </pc:sldMkLst>
        <pc:spChg chg="mod">
          <ac:chgData name="JESNA J S" userId="1cf9dc77da0791c6" providerId="LiveId" clId="{0349D61E-4D34-41F6-9BC8-AE899B0B6A6D}" dt="2024-05-19T18:14:40.405" v="114" actId="404"/>
          <ac:spMkLst>
            <pc:docMk/>
            <pc:sldMk cId="3775325071" sldId="259"/>
            <ac:spMk id="2" creationId="{7F05933C-9465-A9C8-F325-9B634ED6B42C}"/>
          </ac:spMkLst>
        </pc:spChg>
        <pc:spChg chg="mod">
          <ac:chgData name="JESNA J S" userId="1cf9dc77da0791c6" providerId="LiveId" clId="{0349D61E-4D34-41F6-9BC8-AE899B0B6A6D}" dt="2024-05-19T18:16:32.208" v="160" actId="27636"/>
          <ac:spMkLst>
            <pc:docMk/>
            <pc:sldMk cId="3775325071" sldId="259"/>
            <ac:spMk id="3" creationId="{FFDCE33E-2B00-9448-33C5-D3DAF9BED08C}"/>
          </ac:spMkLst>
        </pc:spChg>
      </pc:sldChg>
      <pc:sldChg chg="addSp modSp new mod">
        <pc:chgData name="JESNA J S" userId="1cf9dc77da0791c6" providerId="LiveId" clId="{0349D61E-4D34-41F6-9BC8-AE899B0B6A6D}" dt="2024-05-19T18:21:56.068" v="214" actId="403"/>
        <pc:sldMkLst>
          <pc:docMk/>
          <pc:sldMk cId="1328685321" sldId="260"/>
        </pc:sldMkLst>
        <pc:spChg chg="mod">
          <ac:chgData name="JESNA J S" userId="1cf9dc77da0791c6" providerId="LiveId" clId="{0349D61E-4D34-41F6-9BC8-AE899B0B6A6D}" dt="2024-05-19T18:19:59.708" v="194" actId="1076"/>
          <ac:spMkLst>
            <pc:docMk/>
            <pc:sldMk cId="1328685321" sldId="260"/>
            <ac:spMk id="2" creationId="{D8CC26FB-C6EF-FBAE-053E-9DF03006A40C}"/>
          </ac:spMkLst>
        </pc:spChg>
        <pc:spChg chg="mod">
          <ac:chgData name="JESNA J S" userId="1cf9dc77da0791c6" providerId="LiveId" clId="{0349D61E-4D34-41F6-9BC8-AE899B0B6A6D}" dt="2024-05-19T18:21:56.068" v="214" actId="403"/>
          <ac:spMkLst>
            <pc:docMk/>
            <pc:sldMk cId="1328685321" sldId="260"/>
            <ac:spMk id="3" creationId="{FAE2D98D-BF95-92FF-7830-362D2CD04160}"/>
          </ac:spMkLst>
        </pc:spChg>
        <pc:picChg chg="add mod">
          <ac:chgData name="JESNA J S" userId="1cf9dc77da0791c6" providerId="LiveId" clId="{0349D61E-4D34-41F6-9BC8-AE899B0B6A6D}" dt="2024-05-19T18:21:46.271" v="209" actId="1076"/>
          <ac:picMkLst>
            <pc:docMk/>
            <pc:sldMk cId="1328685321" sldId="260"/>
            <ac:picMk id="5" creationId="{57733747-02C0-34AC-9E63-2CA68122F09A}"/>
          </ac:picMkLst>
        </pc:picChg>
      </pc:sldChg>
      <pc:sldChg chg="delSp modSp new mod">
        <pc:chgData name="JESNA J S" userId="1cf9dc77da0791c6" providerId="LiveId" clId="{0349D61E-4D34-41F6-9BC8-AE899B0B6A6D}" dt="2024-05-19T18:35:01.870" v="304" actId="14100"/>
        <pc:sldMkLst>
          <pc:docMk/>
          <pc:sldMk cId="3584196562" sldId="261"/>
        </pc:sldMkLst>
        <pc:spChg chg="del">
          <ac:chgData name="JESNA J S" userId="1cf9dc77da0791c6" providerId="LiveId" clId="{0349D61E-4D34-41F6-9BC8-AE899B0B6A6D}" dt="2024-05-19T18:26:37.833" v="216" actId="478"/>
          <ac:spMkLst>
            <pc:docMk/>
            <pc:sldMk cId="3584196562" sldId="261"/>
            <ac:spMk id="2" creationId="{1A752425-E4E1-1F60-BDB1-8B9CAE4C47AD}"/>
          </ac:spMkLst>
        </pc:spChg>
        <pc:spChg chg="mod">
          <ac:chgData name="JESNA J S" userId="1cf9dc77da0791c6" providerId="LiveId" clId="{0349D61E-4D34-41F6-9BC8-AE899B0B6A6D}" dt="2024-05-19T18:35:01.870" v="304" actId="14100"/>
          <ac:spMkLst>
            <pc:docMk/>
            <pc:sldMk cId="3584196562" sldId="261"/>
            <ac:spMk id="3" creationId="{13DA14F6-FCEC-F232-2C6A-53D8D7B33279}"/>
          </ac:spMkLst>
        </pc:spChg>
      </pc:sldChg>
      <pc:sldChg chg="addSp modSp new mod">
        <pc:chgData name="JESNA J S" userId="1cf9dc77da0791c6" providerId="LiveId" clId="{0349D61E-4D34-41F6-9BC8-AE899B0B6A6D}" dt="2024-05-19T18:46:01.699" v="612" actId="404"/>
        <pc:sldMkLst>
          <pc:docMk/>
          <pc:sldMk cId="4005835486" sldId="262"/>
        </pc:sldMkLst>
        <pc:spChg chg="mod">
          <ac:chgData name="JESNA J S" userId="1cf9dc77da0791c6" providerId="LiveId" clId="{0349D61E-4D34-41F6-9BC8-AE899B0B6A6D}" dt="2024-05-19T18:45:11.329" v="611" actId="122"/>
          <ac:spMkLst>
            <pc:docMk/>
            <pc:sldMk cId="4005835486" sldId="262"/>
            <ac:spMk id="2" creationId="{7111017A-1EFE-7E5F-4A6A-E4D352DC0FB4}"/>
          </ac:spMkLst>
        </pc:spChg>
        <pc:spChg chg="mod">
          <ac:chgData name="JESNA J S" userId="1cf9dc77da0791c6" providerId="LiveId" clId="{0349D61E-4D34-41F6-9BC8-AE899B0B6A6D}" dt="2024-05-19T18:46:01.699" v="612" actId="404"/>
          <ac:spMkLst>
            <pc:docMk/>
            <pc:sldMk cId="4005835486" sldId="262"/>
            <ac:spMk id="3" creationId="{BD8EB710-6AFE-0450-0FB5-7692B456A915}"/>
          </ac:spMkLst>
        </pc:spChg>
        <pc:picChg chg="add mod">
          <ac:chgData name="JESNA J S" userId="1cf9dc77da0791c6" providerId="LiveId" clId="{0349D61E-4D34-41F6-9BC8-AE899B0B6A6D}" dt="2024-05-19T18:44:34.586" v="604" actId="1076"/>
          <ac:picMkLst>
            <pc:docMk/>
            <pc:sldMk cId="4005835486" sldId="262"/>
            <ac:picMk id="5" creationId="{E5E7A8D2-2D5C-E61A-815D-0CDCDB6411BA}"/>
          </ac:picMkLst>
        </pc:picChg>
      </pc:sldChg>
      <pc:sldChg chg="addSp delSp modSp new mod">
        <pc:chgData name="JESNA J S" userId="1cf9dc77da0791c6" providerId="LiveId" clId="{0349D61E-4D34-41F6-9BC8-AE899B0B6A6D}" dt="2024-05-19T18:48:17.519" v="625" actId="1076"/>
        <pc:sldMkLst>
          <pc:docMk/>
          <pc:sldMk cId="2389450194" sldId="263"/>
        </pc:sldMkLst>
        <pc:spChg chg="del">
          <ac:chgData name="JESNA J S" userId="1cf9dc77da0791c6" providerId="LiveId" clId="{0349D61E-4D34-41F6-9BC8-AE899B0B6A6D}" dt="2024-05-19T18:46:36.958" v="614" actId="478"/>
          <ac:spMkLst>
            <pc:docMk/>
            <pc:sldMk cId="2389450194" sldId="263"/>
            <ac:spMk id="2" creationId="{D4B9507F-CD19-C65B-A697-6F12382C8978}"/>
          </ac:spMkLst>
        </pc:spChg>
        <pc:spChg chg="del">
          <ac:chgData name="JESNA J S" userId="1cf9dc77da0791c6" providerId="LiveId" clId="{0349D61E-4D34-41F6-9BC8-AE899B0B6A6D}" dt="2024-05-19T18:47:55.130" v="617" actId="478"/>
          <ac:spMkLst>
            <pc:docMk/>
            <pc:sldMk cId="2389450194" sldId="263"/>
            <ac:spMk id="3" creationId="{193048BB-53AC-5633-52E1-4D4C82D48894}"/>
          </ac:spMkLst>
        </pc:spChg>
        <pc:picChg chg="add mod">
          <ac:chgData name="JESNA J S" userId="1cf9dc77da0791c6" providerId="LiveId" clId="{0349D61E-4D34-41F6-9BC8-AE899B0B6A6D}" dt="2024-05-19T18:48:08.386" v="622" actId="1076"/>
          <ac:picMkLst>
            <pc:docMk/>
            <pc:sldMk cId="2389450194" sldId="263"/>
            <ac:picMk id="5" creationId="{A44F94C5-C0D0-8140-901C-42B354249CC1}"/>
          </ac:picMkLst>
        </pc:picChg>
        <pc:picChg chg="add mod">
          <ac:chgData name="JESNA J S" userId="1cf9dc77da0791c6" providerId="LiveId" clId="{0349D61E-4D34-41F6-9BC8-AE899B0B6A6D}" dt="2024-05-19T18:48:17.519" v="625" actId="1076"/>
          <ac:picMkLst>
            <pc:docMk/>
            <pc:sldMk cId="2389450194" sldId="263"/>
            <ac:picMk id="7" creationId="{70ECEFB3-9C0C-6B77-3C00-D6E844FBF013}"/>
          </ac:picMkLst>
        </pc:picChg>
      </pc:sldChg>
      <pc:sldChg chg="delSp modSp new mod">
        <pc:chgData name="JESNA J S" userId="1cf9dc77da0791c6" providerId="LiveId" clId="{0349D61E-4D34-41F6-9BC8-AE899B0B6A6D}" dt="2024-05-19T18:57:20.840" v="772" actId="1076"/>
        <pc:sldMkLst>
          <pc:docMk/>
          <pc:sldMk cId="439386654" sldId="264"/>
        </pc:sldMkLst>
        <pc:spChg chg="del">
          <ac:chgData name="JESNA J S" userId="1cf9dc77da0791c6" providerId="LiveId" clId="{0349D61E-4D34-41F6-9BC8-AE899B0B6A6D}" dt="2024-05-19T18:52:00.986" v="627" actId="478"/>
          <ac:spMkLst>
            <pc:docMk/>
            <pc:sldMk cId="439386654" sldId="264"/>
            <ac:spMk id="2" creationId="{255B8B3E-F252-5CF0-8365-28B22F147403}"/>
          </ac:spMkLst>
        </pc:spChg>
        <pc:spChg chg="mod">
          <ac:chgData name="JESNA J S" userId="1cf9dc77da0791c6" providerId="LiveId" clId="{0349D61E-4D34-41F6-9BC8-AE899B0B6A6D}" dt="2024-05-19T18:57:20.840" v="772" actId="1076"/>
          <ac:spMkLst>
            <pc:docMk/>
            <pc:sldMk cId="439386654" sldId="264"/>
            <ac:spMk id="3" creationId="{56C016DD-6100-0765-3B2B-4E2677B18514}"/>
          </ac:spMkLst>
        </pc:spChg>
      </pc:sldChg>
      <pc:sldChg chg="modSp new mod">
        <pc:chgData name="JESNA J S" userId="1cf9dc77da0791c6" providerId="LiveId" clId="{0349D61E-4D34-41F6-9BC8-AE899B0B6A6D}" dt="2024-05-19T19:01:36.450" v="886" actId="113"/>
        <pc:sldMkLst>
          <pc:docMk/>
          <pc:sldMk cId="742557355" sldId="265"/>
        </pc:sldMkLst>
        <pc:spChg chg="mod">
          <ac:chgData name="JESNA J S" userId="1cf9dc77da0791c6" providerId="LiveId" clId="{0349D61E-4D34-41F6-9BC8-AE899B0B6A6D}" dt="2024-05-19T18:58:46.873" v="818" actId="20577"/>
          <ac:spMkLst>
            <pc:docMk/>
            <pc:sldMk cId="742557355" sldId="265"/>
            <ac:spMk id="2" creationId="{6109602F-243E-C0D3-07D5-D7AC8A979827}"/>
          </ac:spMkLst>
        </pc:spChg>
        <pc:spChg chg="mod">
          <ac:chgData name="JESNA J S" userId="1cf9dc77da0791c6" providerId="LiveId" clId="{0349D61E-4D34-41F6-9BC8-AE899B0B6A6D}" dt="2024-05-19T19:01:36.450" v="886" actId="113"/>
          <ac:spMkLst>
            <pc:docMk/>
            <pc:sldMk cId="742557355" sldId="265"/>
            <ac:spMk id="3" creationId="{4D0DE5E5-3368-5461-22D1-3A5B956D62E1}"/>
          </ac:spMkLst>
        </pc:spChg>
      </pc:sldChg>
      <pc:sldChg chg="modSp new del mod">
        <pc:chgData name="JESNA J S" userId="1cf9dc77da0791c6" providerId="LiveId" clId="{0349D61E-4D34-41F6-9BC8-AE899B0B6A6D}" dt="2024-05-19T19:02:10.738" v="892" actId="680"/>
        <pc:sldMkLst>
          <pc:docMk/>
          <pc:sldMk cId="2132323212" sldId="266"/>
        </pc:sldMkLst>
        <pc:spChg chg="mod">
          <ac:chgData name="JESNA J S" userId="1cf9dc77da0791c6" providerId="LiveId" clId="{0349D61E-4D34-41F6-9BC8-AE899B0B6A6D}" dt="2024-05-19T19:02:09.623" v="891"/>
          <ac:spMkLst>
            <pc:docMk/>
            <pc:sldMk cId="2132323212" sldId="266"/>
            <ac:spMk id="2" creationId="{0CB6746A-2E08-B37E-33AE-83CF216A06DC}"/>
          </ac:spMkLst>
        </pc:spChg>
      </pc:sldChg>
      <pc:sldChg chg="modSp new mod">
        <pc:chgData name="JESNA J S" userId="1cf9dc77da0791c6" providerId="LiveId" clId="{0349D61E-4D34-41F6-9BC8-AE899B0B6A6D}" dt="2024-05-19T19:06:35.297" v="945" actId="1076"/>
        <pc:sldMkLst>
          <pc:docMk/>
          <pc:sldMk cId="3546747823" sldId="266"/>
        </pc:sldMkLst>
        <pc:spChg chg="mod">
          <ac:chgData name="JESNA J S" userId="1cf9dc77da0791c6" providerId="LiveId" clId="{0349D61E-4D34-41F6-9BC8-AE899B0B6A6D}" dt="2024-05-19T19:02:43.801" v="906" actId="1076"/>
          <ac:spMkLst>
            <pc:docMk/>
            <pc:sldMk cId="3546747823" sldId="266"/>
            <ac:spMk id="2" creationId="{94FF9120-CB41-0FD5-57EC-FC62B239CDCA}"/>
          </ac:spMkLst>
        </pc:spChg>
        <pc:spChg chg="mod">
          <ac:chgData name="JESNA J S" userId="1cf9dc77da0791c6" providerId="LiveId" clId="{0349D61E-4D34-41F6-9BC8-AE899B0B6A6D}" dt="2024-05-19T19:06:35.297" v="945" actId="1076"/>
          <ac:spMkLst>
            <pc:docMk/>
            <pc:sldMk cId="3546747823" sldId="266"/>
            <ac:spMk id="3" creationId="{20F7E23A-4737-A025-4185-1112F07C719D}"/>
          </ac:spMkLst>
        </pc:spChg>
      </pc:sldChg>
      <pc:sldChg chg="delSp modSp new mod">
        <pc:chgData name="JESNA J S" userId="1cf9dc77da0791c6" providerId="LiveId" clId="{0349D61E-4D34-41F6-9BC8-AE899B0B6A6D}" dt="2024-05-19T19:10:03.233" v="1007" actId="20577"/>
        <pc:sldMkLst>
          <pc:docMk/>
          <pc:sldMk cId="3299769433" sldId="267"/>
        </pc:sldMkLst>
        <pc:spChg chg="del">
          <ac:chgData name="JESNA J S" userId="1cf9dc77da0791c6" providerId="LiveId" clId="{0349D61E-4D34-41F6-9BC8-AE899B0B6A6D}" dt="2024-05-19T19:07:06.546" v="962" actId="478"/>
          <ac:spMkLst>
            <pc:docMk/>
            <pc:sldMk cId="3299769433" sldId="267"/>
            <ac:spMk id="2" creationId="{6C585616-0E94-CF2B-B012-C5EAA79C0FEE}"/>
          </ac:spMkLst>
        </pc:spChg>
        <pc:spChg chg="mod">
          <ac:chgData name="JESNA J S" userId="1cf9dc77da0791c6" providerId="LiveId" clId="{0349D61E-4D34-41F6-9BC8-AE899B0B6A6D}" dt="2024-05-19T19:10:03.233" v="1007" actId="20577"/>
          <ac:spMkLst>
            <pc:docMk/>
            <pc:sldMk cId="3299769433" sldId="267"/>
            <ac:spMk id="3" creationId="{ECB469B7-A337-682B-DBFB-FD1E790FA74F}"/>
          </ac:spMkLst>
        </pc:spChg>
      </pc:sldChg>
      <pc:sldChg chg="addSp delSp modSp new mod">
        <pc:chgData name="JESNA J S" userId="1cf9dc77da0791c6" providerId="LiveId" clId="{0349D61E-4D34-41F6-9BC8-AE899B0B6A6D}" dt="2024-05-19T19:11:33.389" v="1017" actId="1076"/>
        <pc:sldMkLst>
          <pc:docMk/>
          <pc:sldMk cId="1830038561" sldId="268"/>
        </pc:sldMkLst>
        <pc:spChg chg="del">
          <ac:chgData name="JESNA J S" userId="1cf9dc77da0791c6" providerId="LiveId" clId="{0349D61E-4D34-41F6-9BC8-AE899B0B6A6D}" dt="2024-05-19T19:10:27.021" v="1009" actId="478"/>
          <ac:spMkLst>
            <pc:docMk/>
            <pc:sldMk cId="1830038561" sldId="268"/>
            <ac:spMk id="2" creationId="{CC1C03CF-4EF7-EC5F-2C0F-E8B109E1FA74}"/>
          </ac:spMkLst>
        </pc:spChg>
        <pc:spChg chg="del">
          <ac:chgData name="JESNA J S" userId="1cf9dc77da0791c6" providerId="LiveId" clId="{0349D61E-4D34-41F6-9BC8-AE899B0B6A6D}" dt="2024-05-19T19:11:16.505" v="1012" actId="22"/>
          <ac:spMkLst>
            <pc:docMk/>
            <pc:sldMk cId="1830038561" sldId="268"/>
            <ac:spMk id="3" creationId="{125CB57F-D3A4-74EC-AC8F-46DA2CA94A18}"/>
          </ac:spMkLst>
        </pc:spChg>
        <pc:picChg chg="add mod">
          <ac:chgData name="JESNA J S" userId="1cf9dc77da0791c6" providerId="LiveId" clId="{0349D61E-4D34-41F6-9BC8-AE899B0B6A6D}" dt="2024-05-19T19:11:33.389" v="1017" actId="1076"/>
          <ac:picMkLst>
            <pc:docMk/>
            <pc:sldMk cId="1830038561" sldId="268"/>
            <ac:picMk id="5" creationId="{DA9EB32F-E763-EB40-C6CB-A07A68E67CB5}"/>
          </ac:picMkLst>
        </pc:picChg>
        <pc:picChg chg="add mod ord">
          <ac:chgData name="JESNA J S" userId="1cf9dc77da0791c6" providerId="LiveId" clId="{0349D61E-4D34-41F6-9BC8-AE899B0B6A6D}" dt="2024-05-19T19:11:27.407" v="1015" actId="1076"/>
          <ac:picMkLst>
            <pc:docMk/>
            <pc:sldMk cId="1830038561" sldId="268"/>
            <ac:picMk id="7" creationId="{12D4F4ED-A894-24E2-5686-1633CC12F056}"/>
          </ac:picMkLst>
        </pc:picChg>
      </pc:sldChg>
      <pc:sldChg chg="delSp modSp new mod">
        <pc:chgData name="JESNA J S" userId="1cf9dc77da0791c6" providerId="LiveId" clId="{0349D61E-4D34-41F6-9BC8-AE899B0B6A6D}" dt="2024-05-19T19:14:30.111" v="1056" actId="113"/>
        <pc:sldMkLst>
          <pc:docMk/>
          <pc:sldMk cId="1637746878" sldId="269"/>
        </pc:sldMkLst>
        <pc:spChg chg="del">
          <ac:chgData name="JESNA J S" userId="1cf9dc77da0791c6" providerId="LiveId" clId="{0349D61E-4D34-41F6-9BC8-AE899B0B6A6D}" dt="2024-05-19T19:12:03.560" v="1019" actId="478"/>
          <ac:spMkLst>
            <pc:docMk/>
            <pc:sldMk cId="1637746878" sldId="269"/>
            <ac:spMk id="2" creationId="{6750BD87-791B-02B9-59ED-3C34E238B4E8}"/>
          </ac:spMkLst>
        </pc:spChg>
        <pc:spChg chg="mod">
          <ac:chgData name="JESNA J S" userId="1cf9dc77da0791c6" providerId="LiveId" clId="{0349D61E-4D34-41F6-9BC8-AE899B0B6A6D}" dt="2024-05-19T19:14:30.111" v="1056" actId="113"/>
          <ac:spMkLst>
            <pc:docMk/>
            <pc:sldMk cId="1637746878" sldId="269"/>
            <ac:spMk id="3" creationId="{7E95B955-096E-5522-56C7-9221A7D7D9C6}"/>
          </ac:spMkLst>
        </pc:spChg>
      </pc:sldChg>
      <pc:sldChg chg="modSp new mod">
        <pc:chgData name="JESNA J S" userId="1cf9dc77da0791c6" providerId="LiveId" clId="{0349D61E-4D34-41F6-9BC8-AE899B0B6A6D}" dt="2024-05-19T19:19:37.969" v="1120" actId="20577"/>
        <pc:sldMkLst>
          <pc:docMk/>
          <pc:sldMk cId="3714050495" sldId="270"/>
        </pc:sldMkLst>
        <pc:spChg chg="mod">
          <ac:chgData name="JESNA J S" userId="1cf9dc77da0791c6" providerId="LiveId" clId="{0349D61E-4D34-41F6-9BC8-AE899B0B6A6D}" dt="2024-05-19T19:15:08.606" v="1070" actId="27636"/>
          <ac:spMkLst>
            <pc:docMk/>
            <pc:sldMk cId="3714050495" sldId="270"/>
            <ac:spMk id="2" creationId="{62EC25F8-D661-B891-7EA1-78393FA97753}"/>
          </ac:spMkLst>
        </pc:spChg>
        <pc:spChg chg="mod">
          <ac:chgData name="JESNA J S" userId="1cf9dc77da0791c6" providerId="LiveId" clId="{0349D61E-4D34-41F6-9BC8-AE899B0B6A6D}" dt="2024-05-19T19:19:37.969" v="1120" actId="20577"/>
          <ac:spMkLst>
            <pc:docMk/>
            <pc:sldMk cId="3714050495" sldId="270"/>
            <ac:spMk id="3" creationId="{14D9AC29-9CD3-8402-DFAE-FA580CF05362}"/>
          </ac:spMkLst>
        </pc:spChg>
      </pc:sldChg>
      <pc:sldChg chg="addSp delSp modSp new mod">
        <pc:chgData name="JESNA J S" userId="1cf9dc77da0791c6" providerId="LiveId" clId="{0349D61E-4D34-41F6-9BC8-AE899B0B6A6D}" dt="2024-05-20T08:00:58.001" v="1160" actId="1076"/>
        <pc:sldMkLst>
          <pc:docMk/>
          <pc:sldMk cId="3814669693" sldId="271"/>
        </pc:sldMkLst>
        <pc:spChg chg="del">
          <ac:chgData name="JESNA J S" userId="1cf9dc77da0791c6" providerId="LiveId" clId="{0349D61E-4D34-41F6-9BC8-AE899B0B6A6D}" dt="2024-05-19T19:20:14.037" v="1122" actId="478"/>
          <ac:spMkLst>
            <pc:docMk/>
            <pc:sldMk cId="3814669693" sldId="271"/>
            <ac:spMk id="2" creationId="{E33CE533-9EAF-81E4-9248-F557F9080A21}"/>
          </ac:spMkLst>
        </pc:spChg>
        <pc:spChg chg="del">
          <ac:chgData name="JESNA J S" userId="1cf9dc77da0791c6" providerId="LiveId" clId="{0349D61E-4D34-41F6-9BC8-AE899B0B6A6D}" dt="2024-05-20T08:00:17.059" v="1147" actId="478"/>
          <ac:spMkLst>
            <pc:docMk/>
            <pc:sldMk cId="3814669693" sldId="271"/>
            <ac:spMk id="3" creationId="{C668224B-4F68-BE0F-69B8-EDB2800D9D23}"/>
          </ac:spMkLst>
        </pc:spChg>
        <pc:picChg chg="add mod">
          <ac:chgData name="JESNA J S" userId="1cf9dc77da0791c6" providerId="LiveId" clId="{0349D61E-4D34-41F6-9BC8-AE899B0B6A6D}" dt="2024-05-20T08:00:58.001" v="1160" actId="1076"/>
          <ac:picMkLst>
            <pc:docMk/>
            <pc:sldMk cId="3814669693" sldId="271"/>
            <ac:picMk id="5" creationId="{77AC1BA2-CEE2-7552-4EAB-CF2FB52A1A69}"/>
          </ac:picMkLst>
        </pc:picChg>
      </pc:sldChg>
      <pc:sldChg chg="delSp modSp new mod">
        <pc:chgData name="JESNA J S" userId="1cf9dc77da0791c6" providerId="LiveId" clId="{0349D61E-4D34-41F6-9BC8-AE899B0B6A6D}" dt="2024-05-20T07:52:06.043" v="1146" actId="20577"/>
        <pc:sldMkLst>
          <pc:docMk/>
          <pc:sldMk cId="228997583" sldId="272"/>
        </pc:sldMkLst>
        <pc:spChg chg="del">
          <ac:chgData name="JESNA J S" userId="1cf9dc77da0791c6" providerId="LiveId" clId="{0349D61E-4D34-41F6-9BC8-AE899B0B6A6D}" dt="2024-05-20T07:51:15.592" v="1127" actId="478"/>
          <ac:spMkLst>
            <pc:docMk/>
            <pc:sldMk cId="228997583" sldId="272"/>
            <ac:spMk id="2" creationId="{CF225F92-1B51-F9E8-0F9A-E7C40EDBB6F0}"/>
          </ac:spMkLst>
        </pc:spChg>
        <pc:spChg chg="mod">
          <ac:chgData name="JESNA J S" userId="1cf9dc77da0791c6" providerId="LiveId" clId="{0349D61E-4D34-41F6-9BC8-AE899B0B6A6D}" dt="2024-05-20T07:52:06.043" v="1146" actId="20577"/>
          <ac:spMkLst>
            <pc:docMk/>
            <pc:sldMk cId="228997583" sldId="272"/>
            <ac:spMk id="3" creationId="{9CE1F9DD-CCC0-D396-A36D-104F73329327}"/>
          </ac:spMkLst>
        </pc:spChg>
      </pc:sldChg>
      <pc:sldChg chg="addSp delSp modSp new mod">
        <pc:chgData name="JESNA J S" userId="1cf9dc77da0791c6" providerId="LiveId" clId="{0349D61E-4D34-41F6-9BC8-AE899B0B6A6D}" dt="2024-05-20T09:27:44.109" v="1174" actId="1076"/>
        <pc:sldMkLst>
          <pc:docMk/>
          <pc:sldMk cId="1820938988" sldId="273"/>
        </pc:sldMkLst>
        <pc:spChg chg="del">
          <ac:chgData name="JESNA J S" userId="1cf9dc77da0791c6" providerId="LiveId" clId="{0349D61E-4D34-41F6-9BC8-AE899B0B6A6D}" dt="2024-05-20T08:00:23.228" v="1149" actId="478"/>
          <ac:spMkLst>
            <pc:docMk/>
            <pc:sldMk cId="1820938988" sldId="273"/>
            <ac:spMk id="2" creationId="{B1CCC9D5-47C7-2660-D21B-818340922867}"/>
          </ac:spMkLst>
        </pc:spChg>
        <pc:spChg chg="del">
          <ac:chgData name="JESNA J S" userId="1cf9dc77da0791c6" providerId="LiveId" clId="{0349D61E-4D34-41F6-9BC8-AE899B0B6A6D}" dt="2024-05-20T08:00:25.730" v="1150" actId="478"/>
          <ac:spMkLst>
            <pc:docMk/>
            <pc:sldMk cId="1820938988" sldId="273"/>
            <ac:spMk id="3" creationId="{8EACE474-0CE4-5C12-96B6-835733B579EC}"/>
          </ac:spMkLst>
        </pc:spChg>
        <pc:picChg chg="add mod modCrop">
          <ac:chgData name="JESNA J S" userId="1cf9dc77da0791c6" providerId="LiveId" clId="{0349D61E-4D34-41F6-9BC8-AE899B0B6A6D}" dt="2024-05-20T09:27:44.109" v="1174" actId="1076"/>
          <ac:picMkLst>
            <pc:docMk/>
            <pc:sldMk cId="1820938988" sldId="273"/>
            <ac:picMk id="5" creationId="{32D31D06-2F29-39A1-13EA-1A9346579B62}"/>
          </ac:picMkLst>
        </pc:picChg>
        <pc:picChg chg="add del mod">
          <ac:chgData name="JESNA J S" userId="1cf9dc77da0791c6" providerId="LiveId" clId="{0349D61E-4D34-41F6-9BC8-AE899B0B6A6D}" dt="2024-05-20T09:27:38.083" v="1172" actId="478"/>
          <ac:picMkLst>
            <pc:docMk/>
            <pc:sldMk cId="1820938988" sldId="273"/>
            <ac:picMk id="6" creationId="{2A1B82EE-64F2-5CC6-8EA7-40B422386CB0}"/>
          </ac:picMkLst>
        </pc:picChg>
      </pc:sldChg>
    </pc:docChg>
  </pc:docChgLst>
  <pc:docChgLst>
    <pc:chgData name="JESNA J S" userId="1cf9dc77da0791c6" providerId="LiveId" clId="{47B48BBB-5C3D-4636-B2E7-7419C97401BA}"/>
    <pc:docChg chg="custSel addSld modSld">
      <pc:chgData name="JESNA J S" userId="1cf9dc77da0791c6" providerId="LiveId" clId="{47B48BBB-5C3D-4636-B2E7-7419C97401BA}" dt="2024-04-19T10:31:27.662" v="93" actId="680"/>
      <pc:docMkLst>
        <pc:docMk/>
      </pc:docMkLst>
      <pc:sldChg chg="modSp new mod">
        <pc:chgData name="JESNA J S" userId="1cf9dc77da0791c6" providerId="LiveId" clId="{47B48BBB-5C3D-4636-B2E7-7419C97401BA}" dt="2024-04-19T10:31:22.313" v="92" actId="2711"/>
        <pc:sldMkLst>
          <pc:docMk/>
          <pc:sldMk cId="2810028588" sldId="256"/>
        </pc:sldMkLst>
        <pc:spChg chg="mod">
          <ac:chgData name="JESNA J S" userId="1cf9dc77da0791c6" providerId="LiveId" clId="{47B48BBB-5C3D-4636-B2E7-7419C97401BA}" dt="2024-04-19T10:31:22.313" v="92" actId="2711"/>
          <ac:spMkLst>
            <pc:docMk/>
            <pc:sldMk cId="2810028588" sldId="256"/>
            <ac:spMk id="2" creationId="{706A6EE6-C1AA-CB25-A347-125EE2A06BEC}"/>
          </ac:spMkLst>
        </pc:spChg>
        <pc:spChg chg="mod">
          <ac:chgData name="JESNA J S" userId="1cf9dc77da0791c6" providerId="LiveId" clId="{47B48BBB-5C3D-4636-B2E7-7419C97401BA}" dt="2024-04-19T10:31:07.374" v="89" actId="404"/>
          <ac:spMkLst>
            <pc:docMk/>
            <pc:sldMk cId="2810028588" sldId="256"/>
            <ac:spMk id="3" creationId="{E46DE8B4-7F4D-57F0-718C-5DBB659D6F58}"/>
          </ac:spMkLst>
        </pc:spChg>
      </pc:sldChg>
      <pc:sldChg chg="new">
        <pc:chgData name="JESNA J S" userId="1cf9dc77da0791c6" providerId="LiveId" clId="{47B48BBB-5C3D-4636-B2E7-7419C97401BA}" dt="2024-04-19T10:31:27.662" v="93" actId="680"/>
        <pc:sldMkLst>
          <pc:docMk/>
          <pc:sldMk cId="1014223745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32157-C896-B517-6104-6C07F925DD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F44EB9-0E09-3F5E-179F-3BC18C8A93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2957F-B078-01A4-58E3-1EF61EB88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6622-D3A3-425F-8F80-5E18BA5EA36B}" type="datetimeFigureOut">
              <a:rPr lang="en-IN" smtClean="0"/>
              <a:t>20-05-2024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46E6D-E052-911C-017E-71FCDD1BF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6F3AA-F6FE-6D81-B56A-74C013208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72A4F-E187-4C9C-842D-94B42B0F8A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759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4A759-44D2-4F2B-6E08-20425DEE5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512CB-3B37-0E37-F2BE-E52071948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BDBDD-DC10-F104-AA48-160EFDAD5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6622-D3A3-425F-8F80-5E18BA5EA36B}" type="datetimeFigureOut">
              <a:rPr lang="en-IN" smtClean="0"/>
              <a:t>20-05-2024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1D9A0-C886-688F-581A-8113E701D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B8C10-A046-A291-91B6-708B9ED00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72A4F-E187-4C9C-842D-94B42B0F8A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906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D2774-44B2-D576-F9A9-3F9A402A7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F747B3-32AC-F79E-EC8F-B7E49D51F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7A86A-01A9-946A-79A5-AA3456363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6622-D3A3-425F-8F80-5E18BA5EA36B}" type="datetimeFigureOut">
              <a:rPr lang="en-IN" smtClean="0"/>
              <a:t>20-05-2024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17C4A-6A75-033C-09CD-BE4D77004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A2D36-D290-3ACA-D18E-E8FF233C9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72A4F-E187-4C9C-842D-94B42B0F8A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461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B82AF-9E8A-1433-5972-430222E32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796E2-D019-6C43-83D7-243925486C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5058CD-911C-41E8-F7D5-13D27BD580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1D88D-6ACE-94B6-BE79-9A981BF21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6622-D3A3-425F-8F80-5E18BA5EA36B}" type="datetimeFigureOut">
              <a:rPr lang="en-IN" smtClean="0"/>
              <a:t>20-05-2024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C3647-0F32-5E87-0AF2-D5125D204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3D55A1-D06B-F217-9D91-C5E0DCF4C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72A4F-E187-4C9C-842D-94B42B0F8A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59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B2FBC-2F46-806C-0BFD-A9AFD5FF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25894-AAE2-236C-1877-EAD4BA53F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F6ACE-2895-B209-73F7-580780299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EFAB57-84CA-4843-6D30-BBFE818E2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57F30C-13B4-1800-9DC8-3999DAB55F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6F4C72-2392-8700-B3A8-C4E83EC12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6622-D3A3-425F-8F80-5E18BA5EA36B}" type="datetimeFigureOut">
              <a:rPr lang="en-IN" smtClean="0"/>
              <a:t>20-05-2024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E758D4-2F77-245A-F601-FCE4E1342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5637B5-A9D7-3EE1-8DB3-362E805D1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72A4F-E187-4C9C-842D-94B42B0F8A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300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FDEF6-2056-D703-A7AD-CCC1D03DE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28E161-FC32-4488-443E-82F2287D6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6622-D3A3-425F-8F80-5E18BA5EA36B}" type="datetimeFigureOut">
              <a:rPr lang="en-IN" smtClean="0"/>
              <a:t>20-05-2024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83B22D-D58F-A73E-10D9-FEF81EDB3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19B12C-5945-DFAD-BB93-74DB9A001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72A4F-E187-4C9C-842D-94B42B0F8A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873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4F2D8E-293F-E351-7F41-146CD6F14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6622-D3A3-425F-8F80-5E18BA5EA36B}" type="datetimeFigureOut">
              <a:rPr lang="en-IN" smtClean="0"/>
              <a:t>20-05-2024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88FDC9-A5AE-3F21-96E3-FA33F27FF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9F689-6528-3B00-1B78-C9E835F0B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72A4F-E187-4C9C-842D-94B42B0F8A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746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86F7F-9118-0502-5568-5613406DC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3A80C-3930-D47E-4255-AE3F99149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F421C5-4398-F7FC-D385-8D92CC9434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0F6E5-3A96-FD6B-CEC7-7539F9BC6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6622-D3A3-425F-8F80-5E18BA5EA36B}" type="datetimeFigureOut">
              <a:rPr lang="en-IN" smtClean="0"/>
              <a:t>20-05-2024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BE8FEA-7EA6-A74A-88DE-FB2BB54F6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8DF746-B474-D4E5-90A6-B3AFD420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72A4F-E187-4C9C-842D-94B42B0F8A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891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B2295-648C-65D6-DB91-CE53B4DCC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210079-5AE6-FA2A-5CF5-CDA7438E3F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1DE8F4-FBB5-F5FF-C2D7-64B53B561D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8F3099-AB9A-7B58-DBB8-47095945B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6622-D3A3-425F-8F80-5E18BA5EA36B}" type="datetimeFigureOut">
              <a:rPr lang="en-IN" smtClean="0"/>
              <a:t>20-05-2024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60ABFA-7D21-A430-7649-906D39ED2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D31BA8-0E4D-05A8-9632-55EC4F259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72A4F-E187-4C9C-842D-94B42B0F8A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944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715C1-94EC-B9B9-A435-69AA88CF6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8A317B-27E7-FB40-517F-35D68F2777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BBCF2-61A7-3E47-355B-13EE99E96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6622-D3A3-425F-8F80-5E18BA5EA36B}" type="datetimeFigureOut">
              <a:rPr lang="en-IN" smtClean="0"/>
              <a:t>20-05-2024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EC84E-EF46-B3E3-91EE-79DB8E834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29CF0-1843-C97D-6F20-B46422D7F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72A4F-E187-4C9C-842D-94B42B0F8A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813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D73899-09F0-AE62-9267-252BB4086B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D69F89-42C6-92B8-B8DA-64FC8B96D4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8E576-8F13-D5C4-A8B6-42F426D5B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6622-D3A3-425F-8F80-5E18BA5EA36B}" type="datetimeFigureOut">
              <a:rPr lang="en-IN" smtClean="0"/>
              <a:t>20-05-2024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9A700-E9E0-3F78-D025-A70521FE6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3953C-2FD4-5DC8-EB63-1E90F882F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72A4F-E187-4C9C-842D-94B42B0F8A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749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5D5C06-513A-526C-42C5-C0C77C181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ED82DF-4C83-F661-D91C-A46DE9A82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72E14-3A43-33B3-3862-0A8679EE8E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F56622-D3A3-425F-8F80-5E18BA5EA36B}" type="datetimeFigureOut">
              <a:rPr lang="en-IN" smtClean="0"/>
              <a:t>20-05-2024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3C0E7-1789-5FAF-3B81-366CC345D8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99FE1-F757-5C76-05F1-97A906676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F72A4F-E187-4C9C-842D-94B42B0F8A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023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A6EE6-C1AA-CB25-A347-125EE2A06B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2485" y="1676400"/>
            <a:ext cx="8523515" cy="3335791"/>
          </a:xfrm>
        </p:spPr>
        <p:txBody>
          <a:bodyPr>
            <a:normAutofit fontScale="90000"/>
          </a:bodyPr>
          <a:lstStyle/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Part_03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6DE8B4-7F4D-57F0-718C-5DBB659D6F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</a:t>
            </a:r>
          </a:p>
          <a:p>
            <a:pPr algn="r"/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Jesna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 S</a:t>
            </a:r>
          </a:p>
          <a:p>
            <a:pPr algn="r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 CSE, TKMCE</a:t>
            </a:r>
          </a:p>
        </p:txBody>
      </p:sp>
    </p:spTree>
    <p:extLst>
      <p:ext uri="{BB962C8B-B14F-4D97-AF65-F5344CB8AC3E}">
        <p14:creationId xmlns:p14="http://schemas.microsoft.com/office/powerpoint/2010/main" val="2810028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EA680-8DDA-9DAD-245A-177CF2AAF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743" y="24987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Log-based rollback recovery</a:t>
            </a:r>
          </a:p>
        </p:txBody>
      </p:sp>
    </p:spTree>
    <p:extLst>
      <p:ext uri="{BB962C8B-B14F-4D97-AF65-F5344CB8AC3E}">
        <p14:creationId xmlns:p14="http://schemas.microsoft.com/office/powerpoint/2010/main" val="1014223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28C6A-2EDB-E7BB-A7C9-4F6D5CCD4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286" y="103869"/>
            <a:ext cx="10515600" cy="701778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and non-deterministic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34DF0-235C-C309-40D4-DA2872A68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286" y="901587"/>
            <a:ext cx="10515600" cy="132556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non-deterministic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event can be the </a:t>
            </a:r>
            <a:r>
              <a:rPr lang="en-US" b="0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receipt of a message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another process or an </a:t>
            </a:r>
            <a:r>
              <a:rPr lang="en-US" b="0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event internal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</a:t>
            </a:r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process.</a:t>
            </a:r>
          </a:p>
          <a:p>
            <a:pPr algn="just"/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0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message send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is a </a:t>
            </a:r>
            <a:r>
              <a:rPr lang="en-US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event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DCDDE4-1C84-96FD-AAC4-5E9CB9BDC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347" y="2074183"/>
            <a:ext cx="7953305" cy="29737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16DCDF-092A-0375-8D18-225A12198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464" y="4783817"/>
            <a:ext cx="9170915" cy="197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747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5933C-9465-A9C8-F325-9B634ED6B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343" y="-124732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Log-based rollback recovery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CE33E-2B00-9448-33C5-D3DAF9BED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342" y="1099457"/>
            <a:ext cx="11451771" cy="5845629"/>
          </a:xfrm>
        </p:spPr>
        <p:txBody>
          <a:bodyPr>
            <a:normAutofit/>
          </a:bodyPr>
          <a:lstStyle/>
          <a:p>
            <a:pPr algn="just"/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exploits the fact that a </a:t>
            </a:r>
            <a:r>
              <a:rPr lang="en-US" b="0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process execution can be modeled as a sequence of deterministic state intervals, each starting with the execution of a non-deterministic event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Log-based rollback recovery assumes that </a:t>
            </a:r>
            <a:r>
              <a:rPr lang="en-US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non-deterministic events can be identified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their corresponding </a:t>
            </a:r>
            <a:r>
              <a:rPr lang="en-US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determinants can be logged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the </a:t>
            </a:r>
            <a:r>
              <a:rPr lang="en-US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stable storage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failure-free operation, each process logs the determinants of all non-deterministic events that it observes onto the stable storage.</a:t>
            </a:r>
          </a:p>
          <a:p>
            <a:pPr algn="just"/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Additionally, each process </a:t>
            </a:r>
            <a:r>
              <a:rPr lang="en-US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also takes checkpoints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reduce the extent of rollback during recovery. </a:t>
            </a:r>
          </a:p>
          <a:p>
            <a:pPr algn="just"/>
            <a:r>
              <a:rPr lang="en-US" b="0" i="1" u="none" strike="noStrik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After a failure occurs, the failed processes recover by using the checkpoints and logged determinants to replay the corresponding non-deterministic events precisely as they occurred during the pre-failure execution.</a:t>
            </a:r>
            <a:endParaRPr lang="en-IN" sz="40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325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C26FB-C6EF-FBAE-053E-9DF03006A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12561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no-orphans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consistency condition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2D98D-BF95-92FF-7830-362D2CD04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9086"/>
            <a:ext cx="10515600" cy="468085"/>
          </a:xfrm>
        </p:spPr>
        <p:txBody>
          <a:bodyPr>
            <a:normAutofit fontScale="92500"/>
          </a:bodyPr>
          <a:lstStyle/>
          <a:p>
            <a:pPr algn="l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a non-deterministic event that occurs at process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We define the 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733747-02C0-34AC-9E63-2CA68122F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317171"/>
            <a:ext cx="9601200" cy="560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685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A14F6-FCEC-F232-2C6A-53D8D7B33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91886"/>
            <a:ext cx="10570029" cy="6193971"/>
          </a:xfrm>
        </p:spPr>
        <p:txBody>
          <a:bodyPr>
            <a:normAutofit/>
          </a:bodyPr>
          <a:lstStyle/>
          <a:p>
            <a:pPr algn="just"/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above property is called the </a:t>
            </a:r>
            <a:r>
              <a:rPr lang="en-US" sz="2600" b="1" i="1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always-no-orphans </a:t>
            </a:r>
            <a:r>
              <a:rPr lang="en-US" sz="2600" b="1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N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states that </a:t>
            </a:r>
            <a:r>
              <a:rPr lang="en-IN" sz="2600" i="1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600" i="1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surviving process depends on an event e, then either event e is logged on the stable storage, or the process has a copy of the determinant of event e. If neither condition is true, then the process is an orphan because it depends on an event e that cannot be generated during recovery since its determinant is </a:t>
            </a:r>
            <a:r>
              <a:rPr lang="en-IN" sz="2600" i="1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lost</a:t>
            </a:r>
            <a:r>
              <a:rPr lang="en-IN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Log-based rollback-recovery protocols </a:t>
            </a:r>
            <a:r>
              <a:rPr lang="en-US" sz="26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guarantee that upon recovery of all failed processes, the system does not contain any orphan process</a:t>
            </a: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i.e., a process whose state depends on a non-deterministic event that cannot be reproduced </a:t>
            </a:r>
            <a:r>
              <a:rPr lang="en-IN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recovery.</a:t>
            </a:r>
          </a:p>
          <a:p>
            <a:pPr algn="l"/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Log-based rollback-recovery protocols are of three types: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Pessimistic logging,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ptimistic logging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ausal logging protocols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196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1017A-1EFE-7E5F-4A6A-E4D352DC0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0"/>
            <a:ext cx="10515600" cy="1023257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Pessimistic Logging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EB710-6AFE-0450-0FB5-7692B456A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744" y="1099456"/>
            <a:ext cx="11179628" cy="575854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Pessimistic logging protocols </a:t>
            </a:r>
            <a:r>
              <a:rPr lang="en-US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assume that a failure can occur after any non-deterministic event in the computation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assumption is “pessimistic” since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reality failures are rare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determinant of each non-deterministic event before the event affects the computation will be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logged to the stable storage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Pessimistic protocols implement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property, </a:t>
            </a:r>
            <a:r>
              <a:rPr lang="en-US" sz="2400" b="0" i="1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synchronous logging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a stronger than the always-no-orphans condition.</a:t>
            </a:r>
          </a:p>
          <a:p>
            <a:pPr algn="l"/>
            <a:endParaRPr lang="en-US" sz="1800" b="0" i="0" u="none" strike="noStrike" baseline="0" dirty="0">
              <a:latin typeface="intirr"/>
            </a:endParaRPr>
          </a:p>
          <a:p>
            <a:pPr algn="l"/>
            <a:endParaRPr lang="en-US" sz="1800" b="0" i="0" u="none" strike="noStrike" baseline="0" dirty="0">
              <a:latin typeface="intirr"/>
            </a:endParaRPr>
          </a:p>
          <a:p>
            <a:pPr algn="just"/>
            <a:r>
              <a:rPr lang="en-US" sz="26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an event has not been logged on the stable storage, then no process can depend on it. </a:t>
            </a:r>
          </a:p>
          <a:p>
            <a:pPr algn="just"/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 to logging determinants, processes also take periodic checkpoints to minimize the amount of work that has to be repeated during recovery. When a process fails, the process is restarted from the most recent checkpoint and the logged determinants are used to recreate the </a:t>
            </a:r>
            <a:r>
              <a:rPr lang="en-US" sz="26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prefailure</a:t>
            </a: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E7A8D2-2D5C-E61A-815D-0CDCDB641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387" y="3758259"/>
            <a:ext cx="4617842" cy="617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835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4F94C5-C0D0-8140-901C-42B354249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553" y="0"/>
            <a:ext cx="7125694" cy="33056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ECEFB3-9C0C-6B77-3C00-D6E844FBF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109" y="3189515"/>
            <a:ext cx="9330233" cy="347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450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016DD-6100-0765-3B2B-4E2677B18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457" y="783771"/>
            <a:ext cx="10515600" cy="469174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reduce the overhead</a:t>
            </a:r>
          </a:p>
          <a:p>
            <a:pPr algn="just"/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Implementations of pessimistic logging must use special techniques to reduce the effects of synchronous logging on the performance. </a:t>
            </a:r>
          </a:p>
          <a:p>
            <a:pPr algn="just"/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overhead can be lowered using </a:t>
            </a:r>
            <a:r>
              <a:rPr lang="en-US" sz="26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special hardware</a:t>
            </a: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600" b="0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fast non-volatile semiconductor memory </a:t>
            </a: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used to implement the stable storage.</a:t>
            </a:r>
          </a:p>
          <a:p>
            <a:pPr algn="just"/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approach is to </a:t>
            </a:r>
            <a:r>
              <a:rPr lang="en-US" sz="2600" b="0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limit the number of failures that can be tolerated</a:t>
            </a: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overhead of pessimistic logging is reduced by delivering a message or executing an event and deferring its logging until the process communicates with another process or with the outside world.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386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9602F-243E-C0D3-07D5-D7AC8A979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475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Sender Based Message Logging(SBML)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DE5E5-3368-5461-22D1-3A5B956D6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4771"/>
            <a:ext cx="10971998" cy="54864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pessimistic logging systems reduce the overhead of synchronous logging without relying on hardware. 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US" sz="26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sender-based message logging </a:t>
            </a: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(SBML) protocol </a:t>
            </a:r>
            <a:r>
              <a:rPr lang="en-US" sz="2600" b="0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keeps the determinants corresponding to the delivery of each message </a:t>
            </a:r>
            <a:r>
              <a:rPr lang="en-US" sz="2600" b="0" i="1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sz="2600" b="0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 the volatile memory of its sender</a:t>
            </a: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determinant of </a:t>
            </a:r>
            <a:r>
              <a:rPr lang="en-US" sz="26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consists of its content and the order in which it was delivered, is logged in two steps. </a:t>
            </a:r>
          </a:p>
          <a:p>
            <a:pPr lvl="2" algn="just"/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</a:t>
            </a:r>
            <a:r>
              <a:rPr lang="en-US" sz="26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before sending </a:t>
            </a:r>
            <a:r>
              <a:rPr lang="en-US" sz="2600" b="0" i="1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6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the sender logs its content in volatile memory</a:t>
            </a: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2" algn="just"/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Then, when the </a:t>
            </a:r>
            <a:r>
              <a:rPr lang="en-US" sz="26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receiver of </a:t>
            </a:r>
            <a:r>
              <a:rPr lang="en-US" sz="2600" b="0" i="1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sz="26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responds with an acknowledgmen</a:t>
            </a: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that includes the order in which the message was delivered, the </a:t>
            </a:r>
            <a:r>
              <a:rPr lang="en-US" sz="26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sender adds to the determinant the ordering information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SBML </a:t>
            </a:r>
            <a:r>
              <a:rPr lang="en-US" sz="2600" b="1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avoids the overhead of accessing stable storage </a:t>
            </a: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tolerates only one failure and cannot handle non-deterministic events internal to a process. </a:t>
            </a:r>
          </a:p>
          <a:p>
            <a:pPr algn="just"/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Extensions to this technique can tolerate more than one failure in special network topologies.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557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F9120-CB41-0FD5-57EC-FC62B239C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581"/>
            <a:ext cx="10515600" cy="964911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Optimistic logging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7E23A-4737-A025-4185-1112F07C7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482" y="1496291"/>
            <a:ext cx="10855036" cy="4738255"/>
          </a:xfrm>
        </p:spPr>
        <p:txBody>
          <a:bodyPr>
            <a:normAutofit/>
          </a:bodyPr>
          <a:lstStyle/>
          <a:p>
            <a:pPr algn="just"/>
            <a:r>
              <a:rPr lang="en-US" sz="2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optimistic logging protocols, processes </a:t>
            </a:r>
            <a:r>
              <a:rPr lang="en-US" sz="2600" b="1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 determinants </a:t>
            </a:r>
            <a:r>
              <a:rPr lang="en-US" sz="2600" b="1" i="1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asynchronously </a:t>
            </a:r>
            <a:r>
              <a:rPr lang="en-US" sz="2600" b="1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the stable storage .</a:t>
            </a:r>
          </a:p>
          <a:p>
            <a:pPr algn="just"/>
            <a:r>
              <a:rPr lang="en-US" sz="2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protocols optimistically </a:t>
            </a:r>
            <a:r>
              <a:rPr lang="en-US" sz="26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assume that logging will be complete before a failure occurs</a:t>
            </a:r>
            <a:r>
              <a:rPr lang="en-US" sz="2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sz="2600" b="1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Determinants are kept in a volatile log, and are periodically flushed to the stable storage</a:t>
            </a:r>
            <a:r>
              <a:rPr lang="en-US" sz="2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sz="2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Thus, optimistic logging does not require the application to block waiting for the determinants to be written to the stable storage, and therefore incurs </a:t>
            </a:r>
            <a:r>
              <a:rPr lang="en-US" sz="2600" b="0" i="1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much less overhead </a:t>
            </a:r>
            <a:r>
              <a:rPr lang="en-IN" sz="2600" b="0" i="1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during failure-free execution</a:t>
            </a:r>
            <a:r>
              <a:rPr lang="en-IN" sz="2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747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469B7-A337-682B-DBFB-FD1E790FA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017" y="475013"/>
            <a:ext cx="11222180" cy="5701950"/>
          </a:xfrm>
        </p:spPr>
        <p:txBody>
          <a:bodyPr>
            <a:normAutofit/>
          </a:bodyPr>
          <a:lstStyle/>
          <a:p>
            <a:pPr algn="just"/>
            <a:r>
              <a:rPr lang="en-IN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</a:t>
            </a:r>
            <a:r>
              <a:rPr lang="en-IN" sz="26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process fails</a:t>
            </a:r>
            <a:r>
              <a:rPr lang="en-IN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6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determinants in its volatile log are lost</a:t>
            </a: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</a:t>
            </a:r>
            <a:r>
              <a:rPr lang="en-US" sz="26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intervals that were started by the non-deterministic events </a:t>
            </a: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corresponding to these determinants </a:t>
            </a:r>
            <a:r>
              <a:rPr lang="en-US" sz="26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cannot be recovered</a:t>
            </a: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Furthermore, if the failed process sent a message during any of the state intervals that cannot be recovered, the </a:t>
            </a:r>
            <a:r>
              <a:rPr lang="en-US" sz="2600" b="1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receiver of the message becomes an orphan process</a:t>
            </a: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must roll back to undo the effects of receiving </a:t>
            </a:r>
            <a:r>
              <a:rPr lang="en-IN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message.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Optimistic logging protocols </a:t>
            </a:r>
            <a:r>
              <a:rPr lang="en-US" sz="2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do not implement the always-no-orphans condition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always-no-orphans condition holds after the recovery is complete. 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achieved by </a:t>
            </a:r>
            <a:r>
              <a:rPr lang="en-US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rolling back orphan processes until their states do not depend on any message whose determinant has been lost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769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2D4F4ED-A894-24E2-5686-1633CC12F0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3287" y="4045347"/>
            <a:ext cx="10310293" cy="2161606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9EB32F-E763-EB40-C6CB-A07A68E67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054" y="837839"/>
            <a:ext cx="8749891" cy="320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038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5B955-096E-5522-56C7-9221A7D7D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0639"/>
            <a:ext cx="10515600" cy="5666324"/>
          </a:xfrm>
        </p:spPr>
        <p:txBody>
          <a:bodyPr>
            <a:normAutofit/>
          </a:bodyPr>
          <a:lstStyle/>
          <a:p>
            <a:pPr algn="just"/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6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perform rollbacks correctly</a:t>
            </a: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optimistic logging protocols </a:t>
            </a:r>
            <a:r>
              <a:rPr lang="en-US" sz="26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track causal dependencies during failure free execution</a:t>
            </a: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Upon a failure, </a:t>
            </a:r>
            <a:r>
              <a:rPr lang="en-US" sz="2600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dependency information is used to calculate and recover the latest global state of the pre-failure execution in which no process is in an orphan</a:t>
            </a: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Optimistic logging protocols require a non-trivial garbage collection scheme. </a:t>
            </a:r>
          </a:p>
          <a:p>
            <a:pPr algn="just"/>
            <a:r>
              <a:rPr lang="en-US" sz="26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note that </a:t>
            </a:r>
            <a:r>
              <a:rPr lang="en-US" sz="2600" b="0" i="1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pessimistic protocols </a:t>
            </a:r>
            <a:r>
              <a:rPr lang="en-US" sz="26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only </a:t>
            </a:r>
            <a:r>
              <a:rPr lang="en-US" sz="2600" b="1" i="1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 the most recent checkpoint</a:t>
            </a:r>
            <a:r>
              <a:rPr lang="en-US" sz="26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each process, whereas </a:t>
            </a:r>
            <a:r>
              <a:rPr lang="en-US" sz="2600" b="0" i="1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optimistic protocols </a:t>
            </a:r>
            <a:r>
              <a:rPr lang="en-US" sz="26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need to </a:t>
            </a:r>
            <a:r>
              <a:rPr lang="en-US" sz="2600" b="1" i="1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 multiple checkpoints </a:t>
            </a:r>
            <a:r>
              <a:rPr lang="en-IN" sz="26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process.</a:t>
            </a:r>
            <a:endParaRPr lang="en-IN" sz="2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746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C25F8-D661-B891-7EA1-78393FA97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Causal logging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9AC29-9CD3-8402-DFAE-FA580CF05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3782"/>
            <a:ext cx="10515600" cy="5013181"/>
          </a:xfrm>
        </p:spPr>
        <p:txBody>
          <a:bodyPr>
            <a:normAutofit/>
          </a:bodyPr>
          <a:lstStyle/>
          <a:p>
            <a:pPr algn="just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Causal logging </a:t>
            </a:r>
            <a:r>
              <a:rPr lang="en-US" sz="24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combines the advantages of both pessimistic and optimistic logging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the expense of a more complex recovery protocol.</a:t>
            </a:r>
          </a:p>
          <a:p>
            <a:pPr algn="just"/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</a:t>
            </a:r>
            <a:r>
              <a:rPr lang="en-US" sz="2400" b="0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optimistic logging,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does 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require synchronous access to the stable storage except during output commit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</a:t>
            </a:r>
            <a:r>
              <a:rPr lang="en-US" sz="2400" b="0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pessimistic logging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allows each process to commit output independently and never creates orphans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thus isolating processes from the effects of failures at other processes.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Causal logging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limits the rollback of any failed process to the most recent checkpoint on the stable storage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thus 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minimizing the storage overhead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amount of lost work.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4050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1F9DD-CCC0-D396-A36D-104F73329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4543"/>
            <a:ext cx="10493829" cy="5752420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Causal logging protocols make sure that the always-no-orphans property holds by ensuring that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determinant of each non-deterministic event that causally precedes the state of a process is either stable or it is available locally to that process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997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AC1BA2-CEE2-7552-4EAB-CF2FB52A1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452" y="881740"/>
            <a:ext cx="11021095" cy="5094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6696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D31D06-2F29-39A1-13EA-1A9346579B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38"/>
          <a:stretch/>
        </p:blipFill>
        <p:spPr>
          <a:xfrm>
            <a:off x="1660071" y="0"/>
            <a:ext cx="9062358" cy="6789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938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1157</Words>
  <Application>Microsoft Office PowerPoint</Application>
  <PresentationFormat>Widescreen</PresentationFormat>
  <Paragraphs>66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intirr</vt:lpstr>
      <vt:lpstr>Times New Roman</vt:lpstr>
      <vt:lpstr>Office Theme</vt:lpstr>
      <vt:lpstr>  Module 4 Part_03  </vt:lpstr>
      <vt:lpstr>Log-based rollback recovery</vt:lpstr>
      <vt:lpstr>Deterministic and non-deterministic events</vt:lpstr>
      <vt:lpstr>Log-based rollback recovery</vt:lpstr>
      <vt:lpstr>The no-orphans consistency condition</vt:lpstr>
      <vt:lpstr>PowerPoint Presentation</vt:lpstr>
      <vt:lpstr>1. Pessimistic Logging</vt:lpstr>
      <vt:lpstr>PowerPoint Presentation</vt:lpstr>
      <vt:lpstr>PowerPoint Presentation</vt:lpstr>
      <vt:lpstr>Sender Based Message Logging(SBML)</vt:lpstr>
      <vt:lpstr>2. Optimistic logging</vt:lpstr>
      <vt:lpstr>PowerPoint Presentation</vt:lpstr>
      <vt:lpstr>PowerPoint Presentation</vt:lpstr>
      <vt:lpstr>PowerPoint Presentation</vt:lpstr>
      <vt:lpstr>3. Causal logging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Module 4 Part_03  </dc:title>
  <dc:creator>JESNA J S</dc:creator>
  <cp:lastModifiedBy>JESNA J S</cp:lastModifiedBy>
  <cp:revision>1</cp:revision>
  <dcterms:created xsi:type="dcterms:W3CDTF">2024-04-19T10:29:43Z</dcterms:created>
  <dcterms:modified xsi:type="dcterms:W3CDTF">2024-05-20T09:27:45Z</dcterms:modified>
</cp:coreProperties>
</file>