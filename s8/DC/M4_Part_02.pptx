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1C342-2D41-4FC8-99D1-9FC9D5E88F3F}" v="2" dt="2024-04-18T20:15:37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A0C1C342-2D41-4FC8-99D1-9FC9D5E88F3F}"/>
    <pc:docChg chg="undo redo custSel addSld delSld modSld">
      <pc:chgData name="JESNA J S" userId="1cf9dc77da0791c6" providerId="LiveId" clId="{A0C1C342-2D41-4FC8-99D1-9FC9D5E88F3F}" dt="2024-04-19T09:57:34.373" v="385" actId="47"/>
      <pc:docMkLst>
        <pc:docMk/>
      </pc:docMkLst>
      <pc:sldChg chg="modSp new mod">
        <pc:chgData name="JESNA J S" userId="1cf9dc77da0791c6" providerId="LiveId" clId="{A0C1C342-2D41-4FC8-99D1-9FC9D5E88F3F}" dt="2024-04-18T19:59:48.525" v="14" actId="404"/>
        <pc:sldMkLst>
          <pc:docMk/>
          <pc:sldMk cId="1568099673" sldId="256"/>
        </pc:sldMkLst>
        <pc:spChg chg="mod">
          <ac:chgData name="JESNA J S" userId="1cf9dc77da0791c6" providerId="LiveId" clId="{A0C1C342-2D41-4FC8-99D1-9FC9D5E88F3F}" dt="2024-04-18T19:58:57.834" v="11" actId="20577"/>
          <ac:spMkLst>
            <pc:docMk/>
            <pc:sldMk cId="1568099673" sldId="256"/>
            <ac:spMk id="2" creationId="{9C5A069B-5E00-3F39-2451-A808D3C5E2B0}"/>
          </ac:spMkLst>
        </pc:spChg>
        <pc:spChg chg="mod">
          <ac:chgData name="JESNA J S" userId="1cf9dc77da0791c6" providerId="LiveId" clId="{A0C1C342-2D41-4FC8-99D1-9FC9D5E88F3F}" dt="2024-04-18T19:59:48.525" v="14" actId="404"/>
          <ac:spMkLst>
            <pc:docMk/>
            <pc:sldMk cId="1568099673" sldId="256"/>
            <ac:spMk id="3" creationId="{8FA4336E-D5F0-16F9-CE82-1521B143399F}"/>
          </ac:spMkLst>
        </pc:spChg>
      </pc:sldChg>
      <pc:sldChg chg="modSp new mod">
        <pc:chgData name="JESNA J S" userId="1cf9dc77da0791c6" providerId="LiveId" clId="{A0C1C342-2D41-4FC8-99D1-9FC9D5E88F3F}" dt="2024-04-18T20:04:48.575" v="56" actId="13926"/>
        <pc:sldMkLst>
          <pc:docMk/>
          <pc:sldMk cId="3443265396" sldId="257"/>
        </pc:sldMkLst>
        <pc:spChg chg="mod">
          <ac:chgData name="JESNA J S" userId="1cf9dc77da0791c6" providerId="LiveId" clId="{A0C1C342-2D41-4FC8-99D1-9FC9D5E88F3F}" dt="2024-04-18T20:03:21.739" v="48" actId="2711"/>
          <ac:spMkLst>
            <pc:docMk/>
            <pc:sldMk cId="3443265396" sldId="257"/>
            <ac:spMk id="2" creationId="{F8F8767C-24DD-4E7A-A448-8B7FC10F7590}"/>
          </ac:spMkLst>
        </pc:spChg>
        <pc:spChg chg="mod">
          <ac:chgData name="JESNA J S" userId="1cf9dc77da0791c6" providerId="LiveId" clId="{A0C1C342-2D41-4FC8-99D1-9FC9D5E88F3F}" dt="2024-04-18T20:04:48.575" v="56" actId="13926"/>
          <ac:spMkLst>
            <pc:docMk/>
            <pc:sldMk cId="3443265396" sldId="257"/>
            <ac:spMk id="3" creationId="{D6262864-6993-437E-63DB-4CD56D7519C2}"/>
          </ac:spMkLst>
        </pc:spChg>
      </pc:sldChg>
      <pc:sldChg chg="delSp modSp new mod">
        <pc:chgData name="JESNA J S" userId="1cf9dc77da0791c6" providerId="LiveId" clId="{A0C1C342-2D41-4FC8-99D1-9FC9D5E88F3F}" dt="2024-04-18T20:12:57.545" v="108" actId="115"/>
        <pc:sldMkLst>
          <pc:docMk/>
          <pc:sldMk cId="2898098684" sldId="258"/>
        </pc:sldMkLst>
        <pc:spChg chg="del">
          <ac:chgData name="JESNA J S" userId="1cf9dc77da0791c6" providerId="LiveId" clId="{A0C1C342-2D41-4FC8-99D1-9FC9D5E88F3F}" dt="2024-04-18T20:05:40.630" v="58" actId="478"/>
          <ac:spMkLst>
            <pc:docMk/>
            <pc:sldMk cId="2898098684" sldId="258"/>
            <ac:spMk id="2" creationId="{F9098DD2-48A8-399A-CEE4-273F7E7F8190}"/>
          </ac:spMkLst>
        </pc:spChg>
        <pc:spChg chg="mod">
          <ac:chgData name="JESNA J S" userId="1cf9dc77da0791c6" providerId="LiveId" clId="{A0C1C342-2D41-4FC8-99D1-9FC9D5E88F3F}" dt="2024-04-18T20:12:57.545" v="108" actId="115"/>
          <ac:spMkLst>
            <pc:docMk/>
            <pc:sldMk cId="2898098684" sldId="258"/>
            <ac:spMk id="3" creationId="{0CDF7194-01F1-BAEB-3C10-B385C60E4303}"/>
          </ac:spMkLst>
        </pc:spChg>
      </pc:sldChg>
      <pc:sldChg chg="delSp modSp new mod">
        <pc:chgData name="JESNA J S" userId="1cf9dc77da0791c6" providerId="LiveId" clId="{A0C1C342-2D41-4FC8-99D1-9FC9D5E88F3F}" dt="2024-04-18T20:20:56.617" v="238" actId="207"/>
        <pc:sldMkLst>
          <pc:docMk/>
          <pc:sldMk cId="1107624784" sldId="259"/>
        </pc:sldMkLst>
        <pc:spChg chg="del">
          <ac:chgData name="JESNA J S" userId="1cf9dc77da0791c6" providerId="LiveId" clId="{A0C1C342-2D41-4FC8-99D1-9FC9D5E88F3F}" dt="2024-04-18T20:14:24.335" v="110" actId="478"/>
          <ac:spMkLst>
            <pc:docMk/>
            <pc:sldMk cId="1107624784" sldId="259"/>
            <ac:spMk id="2" creationId="{119B0ECB-68EC-162C-A902-22DAC47D5A7E}"/>
          </ac:spMkLst>
        </pc:spChg>
        <pc:spChg chg="mod">
          <ac:chgData name="JESNA J S" userId="1cf9dc77da0791c6" providerId="LiveId" clId="{A0C1C342-2D41-4FC8-99D1-9FC9D5E88F3F}" dt="2024-04-18T20:20:56.617" v="238" actId="207"/>
          <ac:spMkLst>
            <pc:docMk/>
            <pc:sldMk cId="1107624784" sldId="259"/>
            <ac:spMk id="3" creationId="{D455D6F0-CE80-2F99-CE8A-F64AECF61C50}"/>
          </ac:spMkLst>
        </pc:spChg>
      </pc:sldChg>
      <pc:sldChg chg="modSp new mod">
        <pc:chgData name="JESNA J S" userId="1cf9dc77da0791c6" providerId="LiveId" clId="{A0C1C342-2D41-4FC8-99D1-9FC9D5E88F3F}" dt="2024-04-18T20:27:07.995" v="324" actId="6549"/>
        <pc:sldMkLst>
          <pc:docMk/>
          <pc:sldMk cId="1051317471" sldId="260"/>
        </pc:sldMkLst>
        <pc:spChg chg="mod">
          <ac:chgData name="JESNA J S" userId="1cf9dc77da0791c6" providerId="LiveId" clId="{A0C1C342-2D41-4FC8-99D1-9FC9D5E88F3F}" dt="2024-04-18T20:21:52.522" v="247" actId="113"/>
          <ac:spMkLst>
            <pc:docMk/>
            <pc:sldMk cId="1051317471" sldId="260"/>
            <ac:spMk id="2" creationId="{18F93606-A1B3-277B-810C-BC5AB9FF53CC}"/>
          </ac:spMkLst>
        </pc:spChg>
        <pc:spChg chg="mod">
          <ac:chgData name="JESNA J S" userId="1cf9dc77da0791c6" providerId="LiveId" clId="{A0C1C342-2D41-4FC8-99D1-9FC9D5E88F3F}" dt="2024-04-18T20:27:07.995" v="324" actId="6549"/>
          <ac:spMkLst>
            <pc:docMk/>
            <pc:sldMk cId="1051317471" sldId="260"/>
            <ac:spMk id="3" creationId="{0B8759E3-21B0-393B-D228-7FDC9BE9DD5B}"/>
          </ac:spMkLst>
        </pc:spChg>
      </pc:sldChg>
      <pc:sldChg chg="addSp delSp modSp new mod">
        <pc:chgData name="JESNA J S" userId="1cf9dc77da0791c6" providerId="LiveId" clId="{A0C1C342-2D41-4FC8-99D1-9FC9D5E88F3F}" dt="2024-04-18T20:28:32.485" v="331" actId="1076"/>
        <pc:sldMkLst>
          <pc:docMk/>
          <pc:sldMk cId="2327625216" sldId="261"/>
        </pc:sldMkLst>
        <pc:spChg chg="del">
          <ac:chgData name="JESNA J S" userId="1cf9dc77da0791c6" providerId="LiveId" clId="{A0C1C342-2D41-4FC8-99D1-9FC9D5E88F3F}" dt="2024-04-18T20:28:18.004" v="326" actId="478"/>
          <ac:spMkLst>
            <pc:docMk/>
            <pc:sldMk cId="2327625216" sldId="261"/>
            <ac:spMk id="2" creationId="{EA0C5CDD-C53F-7810-EF2C-DFC019CE6A0D}"/>
          </ac:spMkLst>
        </pc:spChg>
        <pc:spChg chg="del">
          <ac:chgData name="JESNA J S" userId="1cf9dc77da0791c6" providerId="LiveId" clId="{A0C1C342-2D41-4FC8-99D1-9FC9D5E88F3F}" dt="2024-04-18T20:28:20.839" v="327" actId="478"/>
          <ac:spMkLst>
            <pc:docMk/>
            <pc:sldMk cId="2327625216" sldId="261"/>
            <ac:spMk id="3" creationId="{9282AE27-836E-8134-25AF-4707A2413838}"/>
          </ac:spMkLst>
        </pc:spChg>
        <pc:picChg chg="add mod">
          <ac:chgData name="JESNA J S" userId="1cf9dc77da0791c6" providerId="LiveId" clId="{A0C1C342-2D41-4FC8-99D1-9FC9D5E88F3F}" dt="2024-04-18T20:28:32.485" v="331" actId="1076"/>
          <ac:picMkLst>
            <pc:docMk/>
            <pc:sldMk cId="2327625216" sldId="261"/>
            <ac:picMk id="5" creationId="{12E789E2-2FE5-8F06-AE8D-5B19736A2516}"/>
          </ac:picMkLst>
        </pc:picChg>
      </pc:sldChg>
      <pc:sldChg chg="delSp modSp new mod">
        <pc:chgData name="JESNA J S" userId="1cf9dc77da0791c6" providerId="LiveId" clId="{A0C1C342-2D41-4FC8-99D1-9FC9D5E88F3F}" dt="2024-04-18T20:30:45.629" v="357" actId="20577"/>
        <pc:sldMkLst>
          <pc:docMk/>
          <pc:sldMk cId="488182472" sldId="262"/>
        </pc:sldMkLst>
        <pc:spChg chg="del">
          <ac:chgData name="JESNA J S" userId="1cf9dc77da0791c6" providerId="LiveId" clId="{A0C1C342-2D41-4FC8-99D1-9FC9D5E88F3F}" dt="2024-04-18T20:29:32.272" v="333" actId="478"/>
          <ac:spMkLst>
            <pc:docMk/>
            <pc:sldMk cId="488182472" sldId="262"/>
            <ac:spMk id="2" creationId="{1C97F080-4EBA-EFA4-90A3-53062B92A942}"/>
          </ac:spMkLst>
        </pc:spChg>
        <pc:spChg chg="mod">
          <ac:chgData name="JESNA J S" userId="1cf9dc77da0791c6" providerId="LiveId" clId="{A0C1C342-2D41-4FC8-99D1-9FC9D5E88F3F}" dt="2024-04-18T20:30:45.629" v="357" actId="20577"/>
          <ac:spMkLst>
            <pc:docMk/>
            <pc:sldMk cId="488182472" sldId="262"/>
            <ac:spMk id="3" creationId="{3457B056-E103-34A4-42CB-71706A73723A}"/>
          </ac:spMkLst>
        </pc:spChg>
      </pc:sldChg>
      <pc:sldChg chg="modSp new mod">
        <pc:chgData name="JESNA J S" userId="1cf9dc77da0791c6" providerId="LiveId" clId="{A0C1C342-2D41-4FC8-99D1-9FC9D5E88F3F}" dt="2024-04-18T20:32:43.287" v="384" actId="123"/>
        <pc:sldMkLst>
          <pc:docMk/>
          <pc:sldMk cId="2888362254" sldId="263"/>
        </pc:sldMkLst>
        <pc:spChg chg="mod">
          <ac:chgData name="JESNA J S" userId="1cf9dc77da0791c6" providerId="LiveId" clId="{A0C1C342-2D41-4FC8-99D1-9FC9D5E88F3F}" dt="2024-04-18T20:31:27.772" v="365" actId="2711"/>
          <ac:spMkLst>
            <pc:docMk/>
            <pc:sldMk cId="2888362254" sldId="263"/>
            <ac:spMk id="2" creationId="{596BDF9E-4335-4818-B792-86A3CFFB1C52}"/>
          </ac:spMkLst>
        </pc:spChg>
        <pc:spChg chg="mod">
          <ac:chgData name="JESNA J S" userId="1cf9dc77da0791c6" providerId="LiveId" clId="{A0C1C342-2D41-4FC8-99D1-9FC9D5E88F3F}" dt="2024-04-18T20:32:43.287" v="384" actId="123"/>
          <ac:spMkLst>
            <pc:docMk/>
            <pc:sldMk cId="2888362254" sldId="263"/>
            <ac:spMk id="3" creationId="{4F425B4A-9BFA-A362-5CD7-0D4F794BFADE}"/>
          </ac:spMkLst>
        </pc:spChg>
      </pc:sldChg>
      <pc:sldChg chg="del">
        <pc:chgData name="JESNA J S" userId="1cf9dc77da0791c6" providerId="LiveId" clId="{A0C1C342-2D41-4FC8-99D1-9FC9D5E88F3F}" dt="2024-04-19T09:57:34.373" v="385" actId="47"/>
        <pc:sldMkLst>
          <pc:docMk/>
          <pc:sldMk cId="279991905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ABB9-40B2-53C7-F4AC-68D1A94D4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BD0D1-3E43-6771-6A82-67EAA0696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E4EE4-A6E2-0A06-9A51-544D881D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D3387-1193-EF4B-911A-61960CDE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8960D-0835-8A39-6FF4-B8DB7A10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4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C491-9D84-B5FB-159C-D1456554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A973E-560D-B549-4CC0-837DC41A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52B11-1F3D-844B-CEAD-20C25269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2E24-B668-F532-89CF-7E087C63F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027C5-1B10-890C-231F-9453B3E1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2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5F2C-5F43-C373-E683-6E3CDF82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F359F-5CA7-E2D6-BACB-46821BC36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5987F-1BA2-A260-BC62-37A9B879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7A72-9B07-F737-C4F2-BA7ED2AC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208C-B8FB-DB3E-C0C8-740C79A7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8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6030-06A9-06C7-51E1-6FCB4DF0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9D1B9-7DDE-9F66-F333-4A2A3AF42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0A5B8-99D8-C88D-FA0B-114B780B7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E0BEE-85AB-C31F-E018-BECB678D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2F96A-ABFC-1549-CAA7-23AD3003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5F7DF-B869-1C89-DA49-DD4DBE87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74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2647-0061-5964-B153-C51AA651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48E7F-1384-AD23-8344-3402FD2A1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869EA-05A1-F6A6-0ABD-3F9770EAB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A8612-008E-966A-63A5-48794184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5C75D-C12C-3643-ED1A-5A0345A7B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B97A6-FF21-F9BD-B8B3-746B2718D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2F6AC-2E98-B342-1413-79D5FA5C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42222-3563-5EFB-A900-AD118C07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14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01AE-7E59-2914-7EE1-017E2742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9527F-AF22-1E6E-B808-921BC828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7BD2A-61F8-A9B9-11D8-B4949E07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321D8-9F23-A72F-FE22-7D7CF10C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9E3F-5C1B-7CB5-DD6D-2C933D29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96E854-DD93-246F-C2CB-0BEE7CC9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928F5-AB59-B2D0-283C-DE979113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59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B79F-933D-391D-0A8B-B69616B4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669D-E9FC-9783-BC21-C97F70EA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81028-E909-BC77-B379-FFD9A6A7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F36CB-9510-414B-EBC1-9D9663AB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8A00F-B6AD-AB75-63B9-A5C319F1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F5A16-E87E-0319-8B1C-F509ECEE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15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3DD9-EC38-AB17-C3B9-1B9C397C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98BB9-49E8-4B14-09EB-0AF634378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8FCE8-005A-C6A7-0CF9-0531F4776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8413D-5F0F-D0C8-B5BB-C3B43866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4FB4D-5C5A-6D62-0ADF-F57CDE0F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78D9E-5ACE-7BCB-E18D-9E22A034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8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EA1A-E531-275D-6AF2-90A8EF0D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BB64E-B43E-4FA5-E4BD-FBAED3DFC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BA26-1A28-73E7-749F-46CD7674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ACF-E86A-CB73-8002-51672547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14FF-1DD2-E7CE-5E69-F7D6AC29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53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E1C51-4A84-45CD-802F-E78E3FA87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0D15B-4EF7-8F0C-D573-C9C03ACAE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F60F6-E45E-D3EE-5144-7ED39D58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E93F-BA64-C7A1-BEE9-25B682A1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23CCC-D59C-DD5C-C182-0816F6E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82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E30292-4FEA-4054-CE18-E74FD70E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D900F-A1DC-08FA-326F-362439595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13E4F-F619-CDF2-2F89-301707F70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786A9-6859-4163-BFBE-210CD3F125B8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9B3C1-36EE-683E-5398-55849A0F5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B4C2-DD22-A7C6-56AA-382A17C97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E8D3D-54C9-4C42-BC0E-7CB8381E60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38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069B-5E00-3F39-2451-A808D3C5E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4336E-D5F0-16F9-CE82-1521B14339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09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767C-24DD-4E7A-A448-8B7FC10F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 and rollback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2864-6993-437E-63DB-4CD56D751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 recovery treats a distributed system application as a collection of processes that communicate over a network.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achieves fault tolerance by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periodically saving the state of a process during the failure-free execution, enabling it to restart from a saved state upon a failure to reduce the amount of lost 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saved state is called 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checkpoint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 of restarting from a previously checkpointed state is called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rollback recovery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checkpoint can be saved on either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stable storage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volatile storage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failure scenarios to be tolerated.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6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7194-01F1-BAEB-3C10-B385C60E4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6884"/>
            <a:ext cx="10452234" cy="584007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systems,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rollback recovery is complicated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 induce inter-process dependencies during failure-free operation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a failure of one or more processes in a system, these dependencies may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some of the processes that did not fail to roll 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creating what is commonly called 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rollback propagation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 why rollback propagation occurs, consider the situation where 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of a message m rolls back to a state that precedes the sending of 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of m must also roll back to a state that precedes m’s receipt;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otherwise, the states of the two processes would be inconsistent because they would show that message m was received without being sent, which is impossible in any correct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ailure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-free execution. This phenomenon of </a:t>
            </a:r>
            <a:r>
              <a:rPr lang="en-US" sz="24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cascaded rollback is called the domino effect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09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D6F0-CE80-2F99-CE8A-F64AECF61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263"/>
            <a:ext cx="10365606" cy="5695700"/>
          </a:xfrm>
        </p:spPr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system, if </a:t>
            </a:r>
            <a:r>
              <a:rPr lang="en-US" sz="2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each participating process takes its checkpoints  independently,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the system is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susceptible to the domino effect.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approach is called independent or uncoordinated checkpointing.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techniques are used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checkpointing</a:t>
            </a:r>
          </a:p>
          <a:p>
            <a:pPr lvl="2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coordinate their checkpoints to form a system-wide consistent state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a process failure, the system state can be restored to such a consistent set of checkpoints, preventing the rollback propagation.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Communication-induced checkpointing </a:t>
            </a:r>
          </a:p>
          <a:p>
            <a:pPr lvl="2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forces each process to take checkpoints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information piggybacked on the application messages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receives from other processes.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62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93606-A1B3-277B-810C-BC5AB9FF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290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59E3-21B0-393B-D228-7FDC9BE9D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282"/>
            <a:ext cx="10423358" cy="5002681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system consists of a fixed number of processes, P1, P2 ,….  PN , which communicate only through messages.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rocesses cooperate to execute a distributed application and interact with the outside world by receiving and sending input and output messages, respectively.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system consists of a fixed number of processes, P1, P2  ,…..  PN , which communicate only through messages.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cooperate to execute a distributed application and interact with the outside world by receiving and sending input and output messages, respectively.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1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E789E2-2FE5-8F06-AE8D-5B19736A2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95" y="625642"/>
            <a:ext cx="8821734" cy="462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62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7B056-E103-34A4-42CB-71706A737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143"/>
            <a:ext cx="10606238" cy="55128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correctness condition for rollback-recovery can be defined as follows : “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system recovers correctly if its internal state is consistent with the observable behavior of the system before the failure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Rollback-recovery protocols therefore must maintain information about the internal interactions among processes and also the external interactions with the outside world.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18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DF9E-4335-4818-B792-86A3CFFB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2" y="43157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checkpoint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25B4A-9BFA-A362-5CD7-0D4F794B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248682"/>
            <a:ext cx="10515600" cy="370431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systems, all processes save their local states at certain instants of time. This saved state is known as a local checkpoint.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checkpoint is 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snapshot of the state of the process at a given instance 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event of recording the state of a process is called local checkpointing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a checkpoint depend upon the application context and the checkpointing method being used.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C6740-528F-F888-2706-05110E4A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37" y="4974259"/>
            <a:ext cx="9472463" cy="12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6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591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Module 4 Part_02</vt:lpstr>
      <vt:lpstr>Checkpointing and rollback recovery</vt:lpstr>
      <vt:lpstr>PowerPoint Presentation</vt:lpstr>
      <vt:lpstr>PowerPoint Presentation</vt:lpstr>
      <vt:lpstr>System model</vt:lpstr>
      <vt:lpstr>PowerPoint Presentation</vt:lpstr>
      <vt:lpstr>PowerPoint Presentation</vt:lpstr>
      <vt:lpstr>local checkpoint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Part_02</dc:title>
  <dc:creator>JESNA J S</dc:creator>
  <cp:lastModifiedBy>JESNA J S</cp:lastModifiedBy>
  <cp:revision>2</cp:revision>
  <dcterms:created xsi:type="dcterms:W3CDTF">2024-04-18T19:58:09Z</dcterms:created>
  <dcterms:modified xsi:type="dcterms:W3CDTF">2024-04-19T09:57:37Z</dcterms:modified>
</cp:coreProperties>
</file>