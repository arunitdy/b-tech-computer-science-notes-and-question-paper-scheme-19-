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NA J S" userId="1cf9dc77da0791c6" providerId="LiveId" clId="{83106572-6872-4F3C-A884-A49777CCD862}"/>
    <pc:docChg chg="custSel modSld">
      <pc:chgData name="JESNA J S" userId="1cf9dc77da0791c6" providerId="LiveId" clId="{83106572-6872-4F3C-A884-A49777CCD862}" dt="2024-04-26T14:27:49.162" v="76" actId="2711"/>
      <pc:docMkLst>
        <pc:docMk/>
      </pc:docMkLst>
      <pc:sldChg chg="modSp mod">
        <pc:chgData name="JESNA J S" userId="1cf9dc77da0791c6" providerId="LiveId" clId="{83106572-6872-4F3C-A884-A49777CCD862}" dt="2024-04-26T14:27:49.162" v="76" actId="2711"/>
        <pc:sldMkLst>
          <pc:docMk/>
          <pc:sldMk cId="2484846552" sldId="256"/>
        </pc:sldMkLst>
        <pc:spChg chg="mod">
          <ac:chgData name="JESNA J S" userId="1cf9dc77da0791c6" providerId="LiveId" clId="{83106572-6872-4F3C-A884-A49777CCD862}" dt="2024-04-26T14:24:46.194" v="13" actId="2711"/>
          <ac:spMkLst>
            <pc:docMk/>
            <pc:sldMk cId="2484846552" sldId="256"/>
            <ac:spMk id="2" creationId="{3E8EB59E-B9A1-14B3-CE84-C512D213E268}"/>
          </ac:spMkLst>
        </pc:spChg>
        <pc:spChg chg="mod">
          <ac:chgData name="JESNA J S" userId="1cf9dc77da0791c6" providerId="LiveId" clId="{83106572-6872-4F3C-A884-A49777CCD862}" dt="2024-04-26T14:27:49.162" v="76" actId="2711"/>
          <ac:spMkLst>
            <pc:docMk/>
            <pc:sldMk cId="2484846552" sldId="256"/>
            <ac:spMk id="3" creationId="{3B7572FC-899B-5291-4846-D7929CBF2CA9}"/>
          </ac:spMkLst>
        </pc:spChg>
      </pc:sldChg>
    </pc:docChg>
  </pc:docChgLst>
  <pc:docChgLst>
    <pc:chgData name="JESNA J S" userId="1cf9dc77da0791c6" providerId="LiveId" clId="{80ECD3CF-86A6-44CB-AB38-6E8AE65EC017}"/>
    <pc:docChg chg="undo redo custSel addSld modSld">
      <pc:chgData name="JESNA J S" userId="1cf9dc77da0791c6" providerId="LiveId" clId="{80ECD3CF-86A6-44CB-AB38-6E8AE65EC017}" dt="2024-01-23T01:04:11.737" v="626"/>
      <pc:docMkLst>
        <pc:docMk/>
      </pc:docMkLst>
      <pc:sldChg chg="modSp mod">
        <pc:chgData name="JESNA J S" userId="1cf9dc77da0791c6" providerId="LiveId" clId="{80ECD3CF-86A6-44CB-AB38-6E8AE65EC017}" dt="2024-01-22T18:03:12.507" v="31" actId="20577"/>
        <pc:sldMkLst>
          <pc:docMk/>
          <pc:sldMk cId="2484846552" sldId="256"/>
        </pc:sldMkLst>
        <pc:spChg chg="mod">
          <ac:chgData name="JESNA J S" userId="1cf9dc77da0791c6" providerId="LiveId" clId="{80ECD3CF-86A6-44CB-AB38-6E8AE65EC017}" dt="2024-01-22T18:02:56.267" v="1" actId="20577"/>
          <ac:spMkLst>
            <pc:docMk/>
            <pc:sldMk cId="2484846552" sldId="256"/>
            <ac:spMk id="2" creationId="{3E8EB59E-B9A1-14B3-CE84-C512D213E268}"/>
          </ac:spMkLst>
        </pc:spChg>
        <pc:spChg chg="mod">
          <ac:chgData name="JESNA J S" userId="1cf9dc77da0791c6" providerId="LiveId" clId="{80ECD3CF-86A6-44CB-AB38-6E8AE65EC017}" dt="2024-01-22T18:03:12.507" v="31" actId="20577"/>
          <ac:spMkLst>
            <pc:docMk/>
            <pc:sldMk cId="2484846552" sldId="256"/>
            <ac:spMk id="3" creationId="{3B7572FC-899B-5291-4846-D7929CBF2CA9}"/>
          </ac:spMkLst>
        </pc:spChg>
      </pc:sldChg>
      <pc:sldChg chg="modSp new mod">
        <pc:chgData name="JESNA J S" userId="1cf9dc77da0791c6" providerId="LiveId" clId="{80ECD3CF-86A6-44CB-AB38-6E8AE65EC017}" dt="2024-01-22T18:10:10.690" v="81" actId="113"/>
        <pc:sldMkLst>
          <pc:docMk/>
          <pc:sldMk cId="364663033" sldId="257"/>
        </pc:sldMkLst>
        <pc:spChg chg="mod">
          <ac:chgData name="JESNA J S" userId="1cf9dc77da0791c6" providerId="LiveId" clId="{80ECD3CF-86A6-44CB-AB38-6E8AE65EC017}" dt="2024-01-22T18:10:10.690" v="81" actId="113"/>
          <ac:spMkLst>
            <pc:docMk/>
            <pc:sldMk cId="364663033" sldId="257"/>
            <ac:spMk id="2" creationId="{2E88056C-4406-9D4D-7CFD-B9D299F791B1}"/>
          </ac:spMkLst>
        </pc:spChg>
        <pc:spChg chg="mod">
          <ac:chgData name="JESNA J S" userId="1cf9dc77da0791c6" providerId="LiveId" clId="{80ECD3CF-86A6-44CB-AB38-6E8AE65EC017}" dt="2024-01-22T18:08:34.641" v="69" actId="20577"/>
          <ac:spMkLst>
            <pc:docMk/>
            <pc:sldMk cId="364663033" sldId="257"/>
            <ac:spMk id="3" creationId="{111CE53E-9022-C06F-3137-5B087976D077}"/>
          </ac:spMkLst>
        </pc:spChg>
      </pc:sldChg>
      <pc:sldChg chg="addSp delSp modSp new mod">
        <pc:chgData name="JESNA J S" userId="1cf9dc77da0791c6" providerId="LiveId" clId="{80ECD3CF-86A6-44CB-AB38-6E8AE65EC017}" dt="2024-01-22T18:09:57.875" v="79" actId="1076"/>
        <pc:sldMkLst>
          <pc:docMk/>
          <pc:sldMk cId="2149447358" sldId="258"/>
        </pc:sldMkLst>
        <pc:spChg chg="del">
          <ac:chgData name="JESNA J S" userId="1cf9dc77da0791c6" providerId="LiveId" clId="{80ECD3CF-86A6-44CB-AB38-6E8AE65EC017}" dt="2024-01-22T18:09:27.484" v="71" actId="478"/>
          <ac:spMkLst>
            <pc:docMk/>
            <pc:sldMk cId="2149447358" sldId="258"/>
            <ac:spMk id="2" creationId="{19B35E34-6A9E-E2F4-8B62-9B510554D85A}"/>
          </ac:spMkLst>
        </pc:spChg>
        <pc:spChg chg="del">
          <ac:chgData name="JESNA J S" userId="1cf9dc77da0791c6" providerId="LiveId" clId="{80ECD3CF-86A6-44CB-AB38-6E8AE65EC017}" dt="2024-01-22T18:09:30.062" v="72" actId="478"/>
          <ac:spMkLst>
            <pc:docMk/>
            <pc:sldMk cId="2149447358" sldId="258"/>
            <ac:spMk id="3" creationId="{5012C364-CB66-B00F-2603-E384C79A459D}"/>
          </ac:spMkLst>
        </pc:spChg>
        <pc:picChg chg="add mod">
          <ac:chgData name="JESNA J S" userId="1cf9dc77da0791c6" providerId="LiveId" clId="{80ECD3CF-86A6-44CB-AB38-6E8AE65EC017}" dt="2024-01-22T18:09:57.875" v="79" actId="1076"/>
          <ac:picMkLst>
            <pc:docMk/>
            <pc:sldMk cId="2149447358" sldId="258"/>
            <ac:picMk id="1026" creationId="{83A4D891-B64D-BD12-6381-1B868467E2B1}"/>
          </ac:picMkLst>
        </pc:picChg>
      </pc:sldChg>
      <pc:sldChg chg="delSp modSp new mod">
        <pc:chgData name="JESNA J S" userId="1cf9dc77da0791c6" providerId="LiveId" clId="{80ECD3CF-86A6-44CB-AB38-6E8AE65EC017}" dt="2024-01-22T18:14:49.488" v="108" actId="20577"/>
        <pc:sldMkLst>
          <pc:docMk/>
          <pc:sldMk cId="1991699779" sldId="259"/>
        </pc:sldMkLst>
        <pc:spChg chg="del">
          <ac:chgData name="JESNA J S" userId="1cf9dc77da0791c6" providerId="LiveId" clId="{80ECD3CF-86A6-44CB-AB38-6E8AE65EC017}" dt="2024-01-22T18:11:07.523" v="86" actId="478"/>
          <ac:spMkLst>
            <pc:docMk/>
            <pc:sldMk cId="1991699779" sldId="259"/>
            <ac:spMk id="2" creationId="{8AE4CA41-BCEC-1270-53A8-A678DD0F47F2}"/>
          </ac:spMkLst>
        </pc:spChg>
        <pc:spChg chg="mod">
          <ac:chgData name="JESNA J S" userId="1cf9dc77da0791c6" providerId="LiveId" clId="{80ECD3CF-86A6-44CB-AB38-6E8AE65EC017}" dt="2024-01-22T18:14:49.488" v="108" actId="20577"/>
          <ac:spMkLst>
            <pc:docMk/>
            <pc:sldMk cId="1991699779" sldId="259"/>
            <ac:spMk id="3" creationId="{CCF6C7A5-3B37-0ECD-6EA4-00292068F65D}"/>
          </ac:spMkLst>
        </pc:spChg>
      </pc:sldChg>
      <pc:sldChg chg="delSp modSp new mod">
        <pc:chgData name="JESNA J S" userId="1cf9dc77da0791c6" providerId="LiveId" clId="{80ECD3CF-86A6-44CB-AB38-6E8AE65EC017}" dt="2024-01-22T18:21:29.832" v="127" actId="5793"/>
        <pc:sldMkLst>
          <pc:docMk/>
          <pc:sldMk cId="475686767" sldId="260"/>
        </pc:sldMkLst>
        <pc:spChg chg="del">
          <ac:chgData name="JESNA J S" userId="1cf9dc77da0791c6" providerId="LiveId" clId="{80ECD3CF-86A6-44CB-AB38-6E8AE65EC017}" dt="2024-01-22T18:15:00.127" v="110" actId="478"/>
          <ac:spMkLst>
            <pc:docMk/>
            <pc:sldMk cId="475686767" sldId="260"/>
            <ac:spMk id="2" creationId="{B7BDE996-1FF9-1534-914E-9C45E5FA29A4}"/>
          </ac:spMkLst>
        </pc:spChg>
        <pc:spChg chg="mod">
          <ac:chgData name="JESNA J S" userId="1cf9dc77da0791c6" providerId="LiveId" clId="{80ECD3CF-86A6-44CB-AB38-6E8AE65EC017}" dt="2024-01-22T18:21:29.832" v="127" actId="5793"/>
          <ac:spMkLst>
            <pc:docMk/>
            <pc:sldMk cId="475686767" sldId="260"/>
            <ac:spMk id="3" creationId="{5EC26720-7F77-46C3-81B9-7A4E69FBA8F6}"/>
          </ac:spMkLst>
        </pc:spChg>
      </pc:sldChg>
      <pc:sldChg chg="addSp modSp new mod">
        <pc:chgData name="JESNA J S" userId="1cf9dc77da0791c6" providerId="LiveId" clId="{80ECD3CF-86A6-44CB-AB38-6E8AE65EC017}" dt="2024-01-22T18:25:29.376" v="158" actId="123"/>
        <pc:sldMkLst>
          <pc:docMk/>
          <pc:sldMk cId="3492071926" sldId="261"/>
        </pc:sldMkLst>
        <pc:spChg chg="mod">
          <ac:chgData name="JESNA J S" userId="1cf9dc77da0791c6" providerId="LiveId" clId="{80ECD3CF-86A6-44CB-AB38-6E8AE65EC017}" dt="2024-01-22T18:22:08.434" v="131" actId="113"/>
          <ac:spMkLst>
            <pc:docMk/>
            <pc:sldMk cId="3492071926" sldId="261"/>
            <ac:spMk id="2" creationId="{82DBDF85-F29C-588A-1C32-DBFE50215B08}"/>
          </ac:spMkLst>
        </pc:spChg>
        <pc:spChg chg="mod">
          <ac:chgData name="JESNA J S" userId="1cf9dc77da0791c6" providerId="LiveId" clId="{80ECD3CF-86A6-44CB-AB38-6E8AE65EC017}" dt="2024-01-22T18:25:29.376" v="158" actId="123"/>
          <ac:spMkLst>
            <pc:docMk/>
            <pc:sldMk cId="3492071926" sldId="261"/>
            <ac:spMk id="3" creationId="{210AB2A4-CD6C-F2B3-C757-C138FDC94892}"/>
          </ac:spMkLst>
        </pc:spChg>
        <pc:picChg chg="add mod">
          <ac:chgData name="JESNA J S" userId="1cf9dc77da0791c6" providerId="LiveId" clId="{80ECD3CF-86A6-44CB-AB38-6E8AE65EC017}" dt="2024-01-22T18:23:42.371" v="139" actId="14100"/>
          <ac:picMkLst>
            <pc:docMk/>
            <pc:sldMk cId="3492071926" sldId="261"/>
            <ac:picMk id="5" creationId="{DC9A7B46-32EB-B4BD-282B-25744167FE69}"/>
          </ac:picMkLst>
        </pc:picChg>
      </pc:sldChg>
      <pc:sldChg chg="addSp delSp modSp new mod">
        <pc:chgData name="JESNA J S" userId="1cf9dc77da0791c6" providerId="LiveId" clId="{80ECD3CF-86A6-44CB-AB38-6E8AE65EC017}" dt="2024-01-22T18:31:02.383" v="183" actId="13926"/>
        <pc:sldMkLst>
          <pc:docMk/>
          <pc:sldMk cId="1831947140" sldId="262"/>
        </pc:sldMkLst>
        <pc:spChg chg="del">
          <ac:chgData name="JESNA J S" userId="1cf9dc77da0791c6" providerId="LiveId" clId="{80ECD3CF-86A6-44CB-AB38-6E8AE65EC017}" dt="2024-01-22T18:27:00.241" v="162" actId="478"/>
          <ac:spMkLst>
            <pc:docMk/>
            <pc:sldMk cId="1831947140" sldId="262"/>
            <ac:spMk id="2" creationId="{8269ED8A-3C93-E222-E6C2-4614B0443AA4}"/>
          </ac:spMkLst>
        </pc:spChg>
        <pc:spChg chg="del">
          <ac:chgData name="JESNA J S" userId="1cf9dc77da0791c6" providerId="LiveId" clId="{80ECD3CF-86A6-44CB-AB38-6E8AE65EC017}" dt="2024-01-22T18:26:53.507" v="160" actId="22"/>
          <ac:spMkLst>
            <pc:docMk/>
            <pc:sldMk cId="1831947140" sldId="262"/>
            <ac:spMk id="3" creationId="{246934E6-F241-D9F6-5A56-2054A691EBA8}"/>
          </ac:spMkLst>
        </pc:spChg>
        <pc:spChg chg="add mod">
          <ac:chgData name="JESNA J S" userId="1cf9dc77da0791c6" providerId="LiveId" clId="{80ECD3CF-86A6-44CB-AB38-6E8AE65EC017}" dt="2024-01-22T18:31:02.383" v="183" actId="13926"/>
          <ac:spMkLst>
            <pc:docMk/>
            <pc:sldMk cId="1831947140" sldId="262"/>
            <ac:spMk id="6" creationId="{D76E54BE-7D87-C101-ECFF-CD0FF8E91BFC}"/>
          </ac:spMkLst>
        </pc:spChg>
        <pc:picChg chg="add mod ord">
          <ac:chgData name="JESNA J S" userId="1cf9dc77da0791c6" providerId="LiveId" clId="{80ECD3CF-86A6-44CB-AB38-6E8AE65EC017}" dt="2024-01-22T18:29:36.724" v="170" actId="1076"/>
          <ac:picMkLst>
            <pc:docMk/>
            <pc:sldMk cId="1831947140" sldId="262"/>
            <ac:picMk id="5" creationId="{627CE4AF-AE71-900F-CEF1-B6AC08313BDF}"/>
          </ac:picMkLst>
        </pc:picChg>
      </pc:sldChg>
      <pc:sldChg chg="delSp modSp new mod">
        <pc:chgData name="JESNA J S" userId="1cf9dc77da0791c6" providerId="LiveId" clId="{80ECD3CF-86A6-44CB-AB38-6E8AE65EC017}" dt="2024-01-22T18:35:19.753" v="198" actId="20577"/>
        <pc:sldMkLst>
          <pc:docMk/>
          <pc:sldMk cId="1250712666" sldId="263"/>
        </pc:sldMkLst>
        <pc:spChg chg="del">
          <ac:chgData name="JESNA J S" userId="1cf9dc77da0791c6" providerId="LiveId" clId="{80ECD3CF-86A6-44CB-AB38-6E8AE65EC017}" dt="2024-01-22T18:34:04.829" v="185" actId="478"/>
          <ac:spMkLst>
            <pc:docMk/>
            <pc:sldMk cId="1250712666" sldId="263"/>
            <ac:spMk id="2" creationId="{349FB47D-F28E-A709-CB90-9A06831CC2AF}"/>
          </ac:spMkLst>
        </pc:spChg>
        <pc:spChg chg="mod">
          <ac:chgData name="JESNA J S" userId="1cf9dc77da0791c6" providerId="LiveId" clId="{80ECD3CF-86A6-44CB-AB38-6E8AE65EC017}" dt="2024-01-22T18:35:19.753" v="198" actId="20577"/>
          <ac:spMkLst>
            <pc:docMk/>
            <pc:sldMk cId="1250712666" sldId="263"/>
            <ac:spMk id="3" creationId="{DFF01100-2860-57B2-0C6B-FF7A45FBE5EB}"/>
          </ac:spMkLst>
        </pc:spChg>
      </pc:sldChg>
      <pc:sldChg chg="modSp new mod">
        <pc:chgData name="JESNA J S" userId="1cf9dc77da0791c6" providerId="LiveId" clId="{80ECD3CF-86A6-44CB-AB38-6E8AE65EC017}" dt="2024-01-22T18:44:50.013" v="227" actId="114"/>
        <pc:sldMkLst>
          <pc:docMk/>
          <pc:sldMk cId="1062680048" sldId="264"/>
        </pc:sldMkLst>
        <pc:spChg chg="mod">
          <ac:chgData name="JESNA J S" userId="1cf9dc77da0791c6" providerId="LiveId" clId="{80ECD3CF-86A6-44CB-AB38-6E8AE65EC017}" dt="2024-01-22T18:40:50.073" v="212" actId="2711"/>
          <ac:spMkLst>
            <pc:docMk/>
            <pc:sldMk cId="1062680048" sldId="264"/>
            <ac:spMk id="2" creationId="{2A16B123-5623-DE70-7783-6A0F7B5E63AA}"/>
          </ac:spMkLst>
        </pc:spChg>
        <pc:spChg chg="mod">
          <ac:chgData name="JESNA J S" userId="1cf9dc77da0791c6" providerId="LiveId" clId="{80ECD3CF-86A6-44CB-AB38-6E8AE65EC017}" dt="2024-01-22T18:44:50.013" v="227" actId="114"/>
          <ac:spMkLst>
            <pc:docMk/>
            <pc:sldMk cId="1062680048" sldId="264"/>
            <ac:spMk id="3" creationId="{743A4931-4BA7-A1C6-ACEA-8FC470D38812}"/>
          </ac:spMkLst>
        </pc:spChg>
      </pc:sldChg>
      <pc:sldChg chg="modSp new mod">
        <pc:chgData name="JESNA J S" userId="1cf9dc77da0791c6" providerId="LiveId" clId="{80ECD3CF-86A6-44CB-AB38-6E8AE65EC017}" dt="2024-01-22T18:51:13.290" v="264" actId="114"/>
        <pc:sldMkLst>
          <pc:docMk/>
          <pc:sldMk cId="3594663699" sldId="265"/>
        </pc:sldMkLst>
        <pc:spChg chg="mod">
          <ac:chgData name="JESNA J S" userId="1cf9dc77da0791c6" providerId="LiveId" clId="{80ECD3CF-86A6-44CB-AB38-6E8AE65EC017}" dt="2024-01-22T18:49:24.182" v="254" actId="1076"/>
          <ac:spMkLst>
            <pc:docMk/>
            <pc:sldMk cId="3594663699" sldId="265"/>
            <ac:spMk id="2" creationId="{7EBA4695-CA1B-754F-5895-9BF3C090449A}"/>
          </ac:spMkLst>
        </pc:spChg>
        <pc:spChg chg="mod">
          <ac:chgData name="JESNA J S" userId="1cf9dc77da0791c6" providerId="LiveId" clId="{80ECD3CF-86A6-44CB-AB38-6E8AE65EC017}" dt="2024-01-22T18:51:13.290" v="264" actId="114"/>
          <ac:spMkLst>
            <pc:docMk/>
            <pc:sldMk cId="3594663699" sldId="265"/>
            <ac:spMk id="3" creationId="{7048E37A-7614-4E91-3624-43C03FE6E12C}"/>
          </ac:spMkLst>
        </pc:spChg>
      </pc:sldChg>
      <pc:sldChg chg="addSp delSp modSp new mod">
        <pc:chgData name="JESNA J S" userId="1cf9dc77da0791c6" providerId="LiveId" clId="{80ECD3CF-86A6-44CB-AB38-6E8AE65EC017}" dt="2024-01-23T00:18:57.073" v="317" actId="14100"/>
        <pc:sldMkLst>
          <pc:docMk/>
          <pc:sldMk cId="609978185" sldId="266"/>
        </pc:sldMkLst>
        <pc:spChg chg="del">
          <ac:chgData name="JESNA J S" userId="1cf9dc77da0791c6" providerId="LiveId" clId="{80ECD3CF-86A6-44CB-AB38-6E8AE65EC017}" dt="2024-01-22T18:51:46.205" v="266" actId="478"/>
          <ac:spMkLst>
            <pc:docMk/>
            <pc:sldMk cId="609978185" sldId="266"/>
            <ac:spMk id="2" creationId="{558489B9-29B7-A906-E1D5-0F64D092FF08}"/>
          </ac:spMkLst>
        </pc:spChg>
        <pc:spChg chg="mod">
          <ac:chgData name="JESNA J S" userId="1cf9dc77da0791c6" providerId="LiveId" clId="{80ECD3CF-86A6-44CB-AB38-6E8AE65EC017}" dt="2024-01-23T00:18:57.073" v="317" actId="14100"/>
          <ac:spMkLst>
            <pc:docMk/>
            <pc:sldMk cId="609978185" sldId="266"/>
            <ac:spMk id="3" creationId="{E76CE438-C185-A8BA-CE37-E9F6E18E1E4C}"/>
          </ac:spMkLst>
        </pc:spChg>
        <pc:spChg chg="add mod">
          <ac:chgData name="JESNA J S" userId="1cf9dc77da0791c6" providerId="LiveId" clId="{80ECD3CF-86A6-44CB-AB38-6E8AE65EC017}" dt="2024-01-23T00:18:47.674" v="315" actId="404"/>
          <ac:spMkLst>
            <pc:docMk/>
            <pc:sldMk cId="609978185" sldId="266"/>
            <ac:spMk id="5" creationId="{3F3CC0C2-1437-4CD2-116A-ED60CB307ECB}"/>
          </ac:spMkLst>
        </pc:spChg>
      </pc:sldChg>
      <pc:sldChg chg="delSp modSp new mod">
        <pc:chgData name="JESNA J S" userId="1cf9dc77da0791c6" providerId="LiveId" clId="{80ECD3CF-86A6-44CB-AB38-6E8AE65EC017}" dt="2024-01-23T00:23:19.970" v="371" actId="20577"/>
        <pc:sldMkLst>
          <pc:docMk/>
          <pc:sldMk cId="2272494950" sldId="267"/>
        </pc:sldMkLst>
        <pc:spChg chg="del">
          <ac:chgData name="JESNA J S" userId="1cf9dc77da0791c6" providerId="LiveId" clId="{80ECD3CF-86A6-44CB-AB38-6E8AE65EC017}" dt="2024-01-23T00:17:12.248" v="307" actId="478"/>
          <ac:spMkLst>
            <pc:docMk/>
            <pc:sldMk cId="2272494950" sldId="267"/>
            <ac:spMk id="2" creationId="{BBD04346-2615-7842-166F-AB83A2B26FFB}"/>
          </ac:spMkLst>
        </pc:spChg>
        <pc:spChg chg="mod">
          <ac:chgData name="JESNA J S" userId="1cf9dc77da0791c6" providerId="LiveId" clId="{80ECD3CF-86A6-44CB-AB38-6E8AE65EC017}" dt="2024-01-23T00:23:19.970" v="371" actId="20577"/>
          <ac:spMkLst>
            <pc:docMk/>
            <pc:sldMk cId="2272494950" sldId="267"/>
            <ac:spMk id="3" creationId="{F556E3B4-DA50-CD8E-A8EC-75C6D67DBF80}"/>
          </ac:spMkLst>
        </pc:spChg>
      </pc:sldChg>
      <pc:sldChg chg="delSp modSp new mod">
        <pc:chgData name="JESNA J S" userId="1cf9dc77da0791c6" providerId="LiveId" clId="{80ECD3CF-86A6-44CB-AB38-6E8AE65EC017}" dt="2024-01-23T00:25:39.109" v="400" actId="13926"/>
        <pc:sldMkLst>
          <pc:docMk/>
          <pc:sldMk cId="2140221185" sldId="268"/>
        </pc:sldMkLst>
        <pc:spChg chg="del">
          <ac:chgData name="JESNA J S" userId="1cf9dc77da0791c6" providerId="LiveId" clId="{80ECD3CF-86A6-44CB-AB38-6E8AE65EC017}" dt="2024-01-23T00:23:23.861" v="372" actId="478"/>
          <ac:spMkLst>
            <pc:docMk/>
            <pc:sldMk cId="2140221185" sldId="268"/>
            <ac:spMk id="2" creationId="{EA86E777-CF1E-62A3-C3BC-31415C011FE9}"/>
          </ac:spMkLst>
        </pc:spChg>
        <pc:spChg chg="mod">
          <ac:chgData name="JESNA J S" userId="1cf9dc77da0791c6" providerId="LiveId" clId="{80ECD3CF-86A6-44CB-AB38-6E8AE65EC017}" dt="2024-01-23T00:25:39.109" v="400" actId="13926"/>
          <ac:spMkLst>
            <pc:docMk/>
            <pc:sldMk cId="2140221185" sldId="268"/>
            <ac:spMk id="3" creationId="{5FB4C53A-C5F0-F7FF-2FF7-9C484DDF5CA6}"/>
          </ac:spMkLst>
        </pc:spChg>
      </pc:sldChg>
      <pc:sldChg chg="modSp new mod">
        <pc:chgData name="JESNA J S" userId="1cf9dc77da0791c6" providerId="LiveId" clId="{80ECD3CF-86A6-44CB-AB38-6E8AE65EC017}" dt="2024-01-23T00:34:42.508" v="513" actId="404"/>
        <pc:sldMkLst>
          <pc:docMk/>
          <pc:sldMk cId="8838498" sldId="269"/>
        </pc:sldMkLst>
        <pc:spChg chg="mod">
          <ac:chgData name="JESNA J S" userId="1cf9dc77da0791c6" providerId="LiveId" clId="{80ECD3CF-86A6-44CB-AB38-6E8AE65EC017}" dt="2024-01-23T00:34:02.563" v="506" actId="1076"/>
          <ac:spMkLst>
            <pc:docMk/>
            <pc:sldMk cId="8838498" sldId="269"/>
            <ac:spMk id="2" creationId="{87BCC4D3-B563-FF88-BEBF-7215EAD87021}"/>
          </ac:spMkLst>
        </pc:spChg>
        <pc:spChg chg="mod">
          <ac:chgData name="JESNA J S" userId="1cf9dc77da0791c6" providerId="LiveId" clId="{80ECD3CF-86A6-44CB-AB38-6E8AE65EC017}" dt="2024-01-23T00:34:42.508" v="513" actId="404"/>
          <ac:spMkLst>
            <pc:docMk/>
            <pc:sldMk cId="8838498" sldId="269"/>
            <ac:spMk id="3" creationId="{A6D8E62B-814A-0B8B-3E2E-9442F22191B8}"/>
          </ac:spMkLst>
        </pc:spChg>
      </pc:sldChg>
      <pc:sldChg chg="delSp modSp new mod">
        <pc:chgData name="JESNA J S" userId="1cf9dc77da0791c6" providerId="LiveId" clId="{80ECD3CF-86A6-44CB-AB38-6E8AE65EC017}" dt="2024-01-23T00:37:44.409" v="530" actId="13926"/>
        <pc:sldMkLst>
          <pc:docMk/>
          <pc:sldMk cId="1377372614" sldId="270"/>
        </pc:sldMkLst>
        <pc:spChg chg="del">
          <ac:chgData name="JESNA J S" userId="1cf9dc77da0791c6" providerId="LiveId" clId="{80ECD3CF-86A6-44CB-AB38-6E8AE65EC017}" dt="2024-01-23T00:36:18.752" v="515" actId="478"/>
          <ac:spMkLst>
            <pc:docMk/>
            <pc:sldMk cId="1377372614" sldId="270"/>
            <ac:spMk id="2" creationId="{D92B646D-ADF0-DEE7-D78E-309EB1B950E3}"/>
          </ac:spMkLst>
        </pc:spChg>
        <pc:spChg chg="mod">
          <ac:chgData name="JESNA J S" userId="1cf9dc77da0791c6" providerId="LiveId" clId="{80ECD3CF-86A6-44CB-AB38-6E8AE65EC017}" dt="2024-01-23T00:37:44.409" v="530" actId="13926"/>
          <ac:spMkLst>
            <pc:docMk/>
            <pc:sldMk cId="1377372614" sldId="270"/>
            <ac:spMk id="3" creationId="{F7E0C2FF-E84B-EC61-B65B-2446E6907802}"/>
          </ac:spMkLst>
        </pc:spChg>
      </pc:sldChg>
      <pc:sldChg chg="delSp modSp new mod">
        <pc:chgData name="JESNA J S" userId="1cf9dc77da0791c6" providerId="LiveId" clId="{80ECD3CF-86A6-44CB-AB38-6E8AE65EC017}" dt="2024-01-23T00:44:27.003" v="561" actId="13926"/>
        <pc:sldMkLst>
          <pc:docMk/>
          <pc:sldMk cId="1315220873" sldId="271"/>
        </pc:sldMkLst>
        <pc:spChg chg="del">
          <ac:chgData name="JESNA J S" userId="1cf9dc77da0791c6" providerId="LiveId" clId="{80ECD3CF-86A6-44CB-AB38-6E8AE65EC017}" dt="2024-01-23T00:38:13.399" v="532" actId="478"/>
          <ac:spMkLst>
            <pc:docMk/>
            <pc:sldMk cId="1315220873" sldId="271"/>
            <ac:spMk id="2" creationId="{EE0E61EF-227B-8623-A9F0-C786F29E9CA5}"/>
          </ac:spMkLst>
        </pc:spChg>
        <pc:spChg chg="mod">
          <ac:chgData name="JESNA J S" userId="1cf9dc77da0791c6" providerId="LiveId" clId="{80ECD3CF-86A6-44CB-AB38-6E8AE65EC017}" dt="2024-01-23T00:44:27.003" v="561" actId="13926"/>
          <ac:spMkLst>
            <pc:docMk/>
            <pc:sldMk cId="1315220873" sldId="271"/>
            <ac:spMk id="3" creationId="{6F5169DA-3007-7AEF-A508-CE8A4A907EA2}"/>
          </ac:spMkLst>
        </pc:spChg>
      </pc:sldChg>
      <pc:sldChg chg="delSp modSp new mod">
        <pc:chgData name="JESNA J S" userId="1cf9dc77da0791c6" providerId="LiveId" clId="{80ECD3CF-86A6-44CB-AB38-6E8AE65EC017}" dt="2024-01-23T00:47:26.091" v="582" actId="13926"/>
        <pc:sldMkLst>
          <pc:docMk/>
          <pc:sldMk cId="198558744" sldId="272"/>
        </pc:sldMkLst>
        <pc:spChg chg="del">
          <ac:chgData name="JESNA J S" userId="1cf9dc77da0791c6" providerId="LiveId" clId="{80ECD3CF-86A6-44CB-AB38-6E8AE65EC017}" dt="2024-01-23T00:45:50.383" v="563" actId="478"/>
          <ac:spMkLst>
            <pc:docMk/>
            <pc:sldMk cId="198558744" sldId="272"/>
            <ac:spMk id="2" creationId="{F95CFF1D-958C-8922-E216-D6F24FE5F793}"/>
          </ac:spMkLst>
        </pc:spChg>
        <pc:spChg chg="mod">
          <ac:chgData name="JESNA J S" userId="1cf9dc77da0791c6" providerId="LiveId" clId="{80ECD3CF-86A6-44CB-AB38-6E8AE65EC017}" dt="2024-01-23T00:47:26.091" v="582" actId="13926"/>
          <ac:spMkLst>
            <pc:docMk/>
            <pc:sldMk cId="198558744" sldId="272"/>
            <ac:spMk id="3" creationId="{C9B9E2D0-3782-358B-0148-EB69A3756103}"/>
          </ac:spMkLst>
        </pc:spChg>
      </pc:sldChg>
      <pc:sldChg chg="addSp delSp modSp new mod">
        <pc:chgData name="JESNA J S" userId="1cf9dc77da0791c6" providerId="LiveId" clId="{80ECD3CF-86A6-44CB-AB38-6E8AE65EC017}" dt="2024-01-23T00:57:24.417" v="604" actId="14100"/>
        <pc:sldMkLst>
          <pc:docMk/>
          <pc:sldMk cId="2573825161" sldId="273"/>
        </pc:sldMkLst>
        <pc:spChg chg="del">
          <ac:chgData name="JESNA J S" userId="1cf9dc77da0791c6" providerId="LiveId" clId="{80ECD3CF-86A6-44CB-AB38-6E8AE65EC017}" dt="2024-01-23T00:55:51.875" v="584" actId="478"/>
          <ac:spMkLst>
            <pc:docMk/>
            <pc:sldMk cId="2573825161" sldId="273"/>
            <ac:spMk id="2" creationId="{7E45733C-06A4-851F-8A83-DB1759C7285C}"/>
          </ac:spMkLst>
        </pc:spChg>
        <pc:spChg chg="del">
          <ac:chgData name="JESNA J S" userId="1cf9dc77da0791c6" providerId="LiveId" clId="{80ECD3CF-86A6-44CB-AB38-6E8AE65EC017}" dt="2024-01-23T00:55:54.609" v="585" actId="478"/>
          <ac:spMkLst>
            <pc:docMk/>
            <pc:sldMk cId="2573825161" sldId="273"/>
            <ac:spMk id="3" creationId="{54F29D76-39D7-2063-CEFA-E2F3C1886C44}"/>
          </ac:spMkLst>
        </pc:spChg>
        <pc:picChg chg="add mod modCrop">
          <ac:chgData name="JESNA J S" userId="1cf9dc77da0791c6" providerId="LiveId" clId="{80ECD3CF-86A6-44CB-AB38-6E8AE65EC017}" dt="2024-01-23T00:57:24.417" v="604" actId="14100"/>
          <ac:picMkLst>
            <pc:docMk/>
            <pc:sldMk cId="2573825161" sldId="273"/>
            <ac:picMk id="5" creationId="{81A50A3F-26C3-EED7-117B-BD1F4D3461D1}"/>
          </ac:picMkLst>
        </pc:picChg>
        <pc:picChg chg="add mod modCrop">
          <ac:chgData name="JESNA J S" userId="1cf9dc77da0791c6" providerId="LiveId" clId="{80ECD3CF-86A6-44CB-AB38-6E8AE65EC017}" dt="2024-01-23T00:57:20.545" v="603" actId="1076"/>
          <ac:picMkLst>
            <pc:docMk/>
            <pc:sldMk cId="2573825161" sldId="273"/>
            <ac:picMk id="7" creationId="{C9F1310C-1386-0337-6DCC-329187BC9BC5}"/>
          </ac:picMkLst>
        </pc:picChg>
      </pc:sldChg>
      <pc:sldChg chg="modSp new mod">
        <pc:chgData name="JESNA J S" userId="1cf9dc77da0791c6" providerId="LiveId" clId="{80ECD3CF-86A6-44CB-AB38-6E8AE65EC017}" dt="2024-01-23T01:01:25.463" v="618" actId="115"/>
        <pc:sldMkLst>
          <pc:docMk/>
          <pc:sldMk cId="2748666643" sldId="274"/>
        </pc:sldMkLst>
        <pc:spChg chg="mod">
          <ac:chgData name="JESNA J S" userId="1cf9dc77da0791c6" providerId="LiveId" clId="{80ECD3CF-86A6-44CB-AB38-6E8AE65EC017}" dt="2024-01-23T00:59:47.438" v="608" actId="113"/>
          <ac:spMkLst>
            <pc:docMk/>
            <pc:sldMk cId="2748666643" sldId="274"/>
            <ac:spMk id="2" creationId="{76BAF8EB-786D-E315-E64A-AB35C78BB12C}"/>
          </ac:spMkLst>
        </pc:spChg>
        <pc:spChg chg="mod">
          <ac:chgData name="JESNA J S" userId="1cf9dc77da0791c6" providerId="LiveId" clId="{80ECD3CF-86A6-44CB-AB38-6E8AE65EC017}" dt="2024-01-23T01:01:25.463" v="618" actId="115"/>
          <ac:spMkLst>
            <pc:docMk/>
            <pc:sldMk cId="2748666643" sldId="274"/>
            <ac:spMk id="3" creationId="{359F75A6-4CDC-4BC9-94F1-5069F6D578EE}"/>
          </ac:spMkLst>
        </pc:spChg>
      </pc:sldChg>
      <pc:sldChg chg="delSp modSp new mod">
        <pc:chgData name="JESNA J S" userId="1cf9dc77da0791c6" providerId="LiveId" clId="{80ECD3CF-86A6-44CB-AB38-6E8AE65EC017}" dt="2024-01-23T01:04:11.737" v="626"/>
        <pc:sldMkLst>
          <pc:docMk/>
          <pc:sldMk cId="3067963879" sldId="275"/>
        </pc:sldMkLst>
        <pc:spChg chg="del">
          <ac:chgData name="JESNA J S" userId="1cf9dc77da0791c6" providerId="LiveId" clId="{80ECD3CF-86A6-44CB-AB38-6E8AE65EC017}" dt="2024-01-23T01:02:18.814" v="620" actId="478"/>
          <ac:spMkLst>
            <pc:docMk/>
            <pc:sldMk cId="3067963879" sldId="275"/>
            <ac:spMk id="2" creationId="{34050F23-C9DB-0D20-E5B0-8DA9637DBAFA}"/>
          </ac:spMkLst>
        </pc:spChg>
        <pc:spChg chg="mod">
          <ac:chgData name="JESNA J S" userId="1cf9dc77da0791c6" providerId="LiveId" clId="{80ECD3CF-86A6-44CB-AB38-6E8AE65EC017}" dt="2024-01-23T01:04:11.737" v="626"/>
          <ac:spMkLst>
            <pc:docMk/>
            <pc:sldMk cId="3067963879" sldId="275"/>
            <ac:spMk id="3" creationId="{0436EC42-9497-577D-FCA4-8DEEF516AD4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A11CD-F750-0E69-1E25-68945580F0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0C0EB6-E555-2D6F-0642-AB92D3F79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EFDEED-6B4F-53D7-774A-80FB396223ED}"/>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5" name="Footer Placeholder 4">
            <a:extLst>
              <a:ext uri="{FF2B5EF4-FFF2-40B4-BE49-F238E27FC236}">
                <a16:creationId xmlns:a16="http://schemas.microsoft.com/office/drawing/2014/main" id="{362D0D95-BD09-73D6-9884-5E7848AF1E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678AE6-5E95-F5AB-AFCD-8AC49E787BB8}"/>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1006725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90454-AA34-509D-77EB-63ACA8CF12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4DA346-DD77-26CC-10BD-FD9F06B795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68229E-9FD0-ED22-F196-6DF163007BCA}"/>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5" name="Footer Placeholder 4">
            <a:extLst>
              <a:ext uri="{FF2B5EF4-FFF2-40B4-BE49-F238E27FC236}">
                <a16:creationId xmlns:a16="http://schemas.microsoft.com/office/drawing/2014/main" id="{F55FAC3D-284A-2844-5DE7-26F4C7800A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1C034-C5EB-21C1-B894-9D6D5CA4D710}"/>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1190641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A847E-5469-1B62-CF32-EC898D3F3C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3B3D63-F593-69DE-0ECD-26467D7300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AEAD65-7591-6C18-EF1A-CBCB362B7405}"/>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5" name="Footer Placeholder 4">
            <a:extLst>
              <a:ext uri="{FF2B5EF4-FFF2-40B4-BE49-F238E27FC236}">
                <a16:creationId xmlns:a16="http://schemas.microsoft.com/office/drawing/2014/main" id="{2A9CF8ED-251F-6B90-0C9F-B99624FD98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8947FA-ADCA-45C6-11C9-DC7A6602FB1A}"/>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3613011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29C20-A167-5CB7-4BB8-ED05BC43D3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92FEBE-D843-C65B-1176-543872AEC0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0AF0A52-6DAF-FF24-93FF-985E114CFC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C9016B-C6CB-68FA-9A8B-B603A99139D1}"/>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6" name="Footer Placeholder 5">
            <a:extLst>
              <a:ext uri="{FF2B5EF4-FFF2-40B4-BE49-F238E27FC236}">
                <a16:creationId xmlns:a16="http://schemas.microsoft.com/office/drawing/2014/main" id="{B76699CC-84C6-1B46-9059-2C5D169897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0C20F2-0985-9A24-0A03-B2FD81F9195F}"/>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934793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3E1E-9936-E72D-74C9-636E248146F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AC9E96-2F16-29AE-EF6C-FB44E7EBCC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E5851E-1FF2-FCAB-90A8-A86B683D7B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A78A33-7908-22BD-8D58-43A7344114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365D92-DA43-FDE6-AE32-6A91D8144A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06A29C-2107-F7AB-B72C-7F9625F28897}"/>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8" name="Footer Placeholder 7">
            <a:extLst>
              <a:ext uri="{FF2B5EF4-FFF2-40B4-BE49-F238E27FC236}">
                <a16:creationId xmlns:a16="http://schemas.microsoft.com/office/drawing/2014/main" id="{42EB6A50-3340-90A5-C5AD-B90DB1EC54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5727B5-A641-3B4F-BD2F-8CB7836DC694}"/>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187781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1CFB5-6572-B3D3-45C0-4CCF7EC44E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F4A7F0-A60C-AF86-D4A9-4BB5AA275DF0}"/>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4" name="Footer Placeholder 3">
            <a:extLst>
              <a:ext uri="{FF2B5EF4-FFF2-40B4-BE49-F238E27FC236}">
                <a16:creationId xmlns:a16="http://schemas.microsoft.com/office/drawing/2014/main" id="{564575FA-CB38-6676-1A67-8347CEBE0A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5A1589-4ED6-72B5-1ED0-3197318EAF94}"/>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330994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22AA8A-AD20-0768-6717-790CEBD0F6F2}"/>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3" name="Footer Placeholder 2">
            <a:extLst>
              <a:ext uri="{FF2B5EF4-FFF2-40B4-BE49-F238E27FC236}">
                <a16:creationId xmlns:a16="http://schemas.microsoft.com/office/drawing/2014/main" id="{6D088894-E573-9E4B-5835-454A92C1C2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1BD352-AFF4-D3E5-DE24-E6BBDCDD8ECB}"/>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504268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AC7B-6180-F1FB-1DA4-F0804688B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BAC223-035B-1E37-AA02-03A0BE985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A8D67B-4D3C-2A13-A022-A0F518AA90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072570-9EFD-6060-95EC-50B189BB6A6B}"/>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6" name="Footer Placeholder 5">
            <a:extLst>
              <a:ext uri="{FF2B5EF4-FFF2-40B4-BE49-F238E27FC236}">
                <a16:creationId xmlns:a16="http://schemas.microsoft.com/office/drawing/2014/main" id="{260C591F-F3FC-692C-F296-ECFD75C1FD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6DE861-5DFB-7299-47C3-23EFA239B198}"/>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19905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D84B-9DC7-6B4C-2D92-044DEC4F17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C68314-583F-6143-B3E5-D758D576CD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CAFE31-59F1-226E-F2FB-B3BCC2393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97AEE-2DF3-0073-FF8F-72EB8493CCB2}"/>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6" name="Footer Placeholder 5">
            <a:extLst>
              <a:ext uri="{FF2B5EF4-FFF2-40B4-BE49-F238E27FC236}">
                <a16:creationId xmlns:a16="http://schemas.microsoft.com/office/drawing/2014/main" id="{8BF9062A-4E88-D0A3-726F-2854B54506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BE81C5-7D10-FCF8-4E74-67F8DB30F0AF}"/>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2138762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3CCCF-4706-D44B-2DA6-0A7853F32A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869600-C874-7ED0-C133-2072C37E0D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2DDEFC-0657-86F7-BB55-E2AB3741BF4E}"/>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5" name="Footer Placeholder 4">
            <a:extLst>
              <a:ext uri="{FF2B5EF4-FFF2-40B4-BE49-F238E27FC236}">
                <a16:creationId xmlns:a16="http://schemas.microsoft.com/office/drawing/2014/main" id="{AEAD4A8B-288E-EAF1-5707-E8F7DB17D9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77F0B9-79E2-932B-1FA6-A4A32C9B1C43}"/>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1597290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7402A9-B584-CCDA-6E55-11F339CBA3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92D0AF-5EC2-9790-BEBA-574A84E801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7A37FB-EEB1-C357-4216-CC05A575B3B3}"/>
              </a:ext>
            </a:extLst>
          </p:cNvPr>
          <p:cNvSpPr>
            <a:spLocks noGrp="1"/>
          </p:cNvSpPr>
          <p:nvPr>
            <p:ph type="dt" sz="half" idx="10"/>
          </p:nvPr>
        </p:nvSpPr>
        <p:spPr/>
        <p:txBody>
          <a:bodyPr/>
          <a:lstStyle/>
          <a:p>
            <a:fld id="{E003B423-4F49-471C-90E8-366356C2E5C0}" type="datetimeFigureOut">
              <a:rPr lang="en-IN" smtClean="0"/>
              <a:t>26-04-2024</a:t>
            </a:fld>
            <a:endParaRPr lang="en-IN"/>
          </a:p>
        </p:txBody>
      </p:sp>
      <p:sp>
        <p:nvSpPr>
          <p:cNvPr id="5" name="Footer Placeholder 4">
            <a:extLst>
              <a:ext uri="{FF2B5EF4-FFF2-40B4-BE49-F238E27FC236}">
                <a16:creationId xmlns:a16="http://schemas.microsoft.com/office/drawing/2014/main" id="{57555DBF-B964-3774-2290-49A29F8BAA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2B76A9-F604-9D47-083C-130BB6C4870B}"/>
              </a:ext>
            </a:extLst>
          </p:cNvPr>
          <p:cNvSpPr>
            <a:spLocks noGrp="1"/>
          </p:cNvSpPr>
          <p:nvPr>
            <p:ph type="sldNum" sz="quarter" idx="12"/>
          </p:nvPr>
        </p:nvSpPr>
        <p:spPr/>
        <p:txBody>
          <a:bodyPr/>
          <a:lstStyle/>
          <a:p>
            <a:fld id="{A6096921-5265-4C10-AE0A-927D13504123}" type="slidenum">
              <a:rPr lang="en-IN" smtClean="0"/>
              <a:t>‹#›</a:t>
            </a:fld>
            <a:endParaRPr lang="en-IN"/>
          </a:p>
        </p:txBody>
      </p:sp>
    </p:spTree>
    <p:extLst>
      <p:ext uri="{BB962C8B-B14F-4D97-AF65-F5344CB8AC3E}">
        <p14:creationId xmlns:p14="http://schemas.microsoft.com/office/powerpoint/2010/main" val="2820976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4FA185-C391-B73F-247E-2150E440AC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985799-7B24-43B7-2D1B-0ECDD6B963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0D50F8-1A38-4140-B725-CD778DA6B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3B423-4F49-471C-90E8-366356C2E5C0}" type="datetimeFigureOut">
              <a:rPr lang="en-IN" smtClean="0"/>
              <a:t>26-04-2024</a:t>
            </a:fld>
            <a:endParaRPr lang="en-IN"/>
          </a:p>
        </p:txBody>
      </p:sp>
      <p:sp>
        <p:nvSpPr>
          <p:cNvPr id="5" name="Footer Placeholder 4">
            <a:extLst>
              <a:ext uri="{FF2B5EF4-FFF2-40B4-BE49-F238E27FC236}">
                <a16:creationId xmlns:a16="http://schemas.microsoft.com/office/drawing/2014/main" id="{9E43C4D4-C5FE-EAFF-1260-8D9F805F53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7CC1A7-1C82-43C5-3D90-BAE8DC9FE4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96921-5265-4C10-AE0A-927D13504123}" type="slidenum">
              <a:rPr lang="en-IN" smtClean="0"/>
              <a:t>‹#›</a:t>
            </a:fld>
            <a:endParaRPr lang="en-IN"/>
          </a:p>
        </p:txBody>
      </p:sp>
    </p:spTree>
    <p:extLst>
      <p:ext uri="{BB962C8B-B14F-4D97-AF65-F5344CB8AC3E}">
        <p14:creationId xmlns:p14="http://schemas.microsoft.com/office/powerpoint/2010/main" val="3083406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EB59E-B9A1-14B3-CE84-C512D213E268}"/>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Module1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Part_01</a:t>
            </a:r>
          </a:p>
        </p:txBody>
      </p:sp>
      <p:sp>
        <p:nvSpPr>
          <p:cNvPr id="3" name="Subtitle 2">
            <a:extLst>
              <a:ext uri="{FF2B5EF4-FFF2-40B4-BE49-F238E27FC236}">
                <a16:creationId xmlns:a16="http://schemas.microsoft.com/office/drawing/2014/main" id="{3B7572FC-899B-5291-4846-D7929CBF2CA9}"/>
              </a:ext>
            </a:extLst>
          </p:cNvPr>
          <p:cNvSpPr>
            <a:spLocks noGrp="1"/>
          </p:cNvSpPr>
          <p:nvPr>
            <p:ph type="subTitle" idx="1"/>
          </p:nvPr>
        </p:nvSpPr>
        <p:spPr/>
        <p:txBody>
          <a:bodyPr>
            <a:normAutofit/>
          </a:bodyPr>
          <a:lstStyle/>
          <a:p>
            <a:pPr algn="r"/>
            <a:r>
              <a:rPr lang="en-IN" sz="2000" i="1" dirty="0">
                <a:latin typeface="Times New Roman" panose="02020603050405020304" pitchFamily="18" charset="0"/>
                <a:cs typeface="Times New Roman" panose="02020603050405020304" pitchFamily="18" charset="0"/>
              </a:rPr>
              <a:t>Prepared by</a:t>
            </a:r>
          </a:p>
          <a:p>
            <a:pPr algn="r"/>
            <a:r>
              <a:rPr lang="en-IN" sz="2000" i="1" dirty="0" err="1">
                <a:latin typeface="Times New Roman" panose="02020603050405020304" pitchFamily="18" charset="0"/>
                <a:cs typeface="Times New Roman" panose="02020603050405020304" pitchFamily="18" charset="0"/>
              </a:rPr>
              <a:t>Jesna</a:t>
            </a:r>
            <a:r>
              <a:rPr lang="en-IN" sz="2000" i="1" dirty="0">
                <a:latin typeface="Times New Roman" panose="02020603050405020304" pitchFamily="18" charset="0"/>
                <a:cs typeface="Times New Roman" panose="02020603050405020304" pitchFamily="18" charset="0"/>
              </a:rPr>
              <a:t> J S</a:t>
            </a:r>
          </a:p>
          <a:p>
            <a:pPr algn="r"/>
            <a:r>
              <a:rPr lang="en-IN" sz="2000" i="1" dirty="0">
                <a:latin typeface="Times New Roman" panose="02020603050405020304" pitchFamily="18" charset="0"/>
                <a:cs typeface="Times New Roman" panose="02020603050405020304" pitchFamily="18" charset="0"/>
              </a:rPr>
              <a:t>Assistant Professor CSE</a:t>
            </a:r>
          </a:p>
          <a:p>
            <a:pPr algn="r"/>
            <a:r>
              <a:rPr lang="en-IN" sz="2000" i="1" dirty="0">
                <a:latin typeface="Times New Roman" panose="02020603050405020304" pitchFamily="18" charset="0"/>
                <a:cs typeface="Times New Roman" panose="02020603050405020304" pitchFamily="18" charset="0"/>
              </a:rPr>
              <a:t>TKMCE</a:t>
            </a:r>
          </a:p>
        </p:txBody>
      </p:sp>
    </p:spTree>
    <p:extLst>
      <p:ext uri="{BB962C8B-B14F-4D97-AF65-F5344CB8AC3E}">
        <p14:creationId xmlns:p14="http://schemas.microsoft.com/office/powerpoint/2010/main" val="2484846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a Distributed System?">
            <a:extLst>
              <a:ext uri="{FF2B5EF4-FFF2-40B4-BE49-F238E27FC236}">
                <a16:creationId xmlns:a16="http://schemas.microsoft.com/office/drawing/2014/main" id="{83A4D891-B64D-BD12-6381-1B868467E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648" y="398780"/>
            <a:ext cx="11472703" cy="60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447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8056C-4406-9D4D-7CFD-B9D299F791B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Distributed Computing??</a:t>
            </a:r>
          </a:p>
        </p:txBody>
      </p:sp>
      <p:sp>
        <p:nvSpPr>
          <p:cNvPr id="3" name="Content Placeholder 2">
            <a:extLst>
              <a:ext uri="{FF2B5EF4-FFF2-40B4-BE49-F238E27FC236}">
                <a16:creationId xmlns:a16="http://schemas.microsoft.com/office/drawing/2014/main" id="{111CE53E-9022-C06F-3137-5B087976D077}"/>
              </a:ext>
            </a:extLst>
          </p:cNvPr>
          <p:cNvSpPr>
            <a:spLocks noGrp="1"/>
          </p:cNvSpPr>
          <p:nvPr>
            <p:ph idx="1"/>
          </p:nvPr>
        </p:nvSpPr>
        <p:spPr/>
        <p:txBody>
          <a:bodyPr/>
          <a:lstStyle/>
          <a:p>
            <a:pPr algn="just"/>
            <a:r>
              <a:rPr lang="en-US" b="0" i="1" dirty="0">
                <a:effectLst/>
                <a:latin typeface="Times New Roman" panose="02020603050405020304" pitchFamily="18" charset="0"/>
                <a:cs typeface="Times New Roman" panose="02020603050405020304" pitchFamily="18" charset="0"/>
              </a:rPr>
              <a:t>Distributed computing is a model in which components of a software system are shared among multiple computers or nodes. </a:t>
            </a:r>
          </a:p>
          <a:p>
            <a:pPr algn="just"/>
            <a:r>
              <a:rPr lang="en-US" b="0" i="1" dirty="0">
                <a:effectLst/>
                <a:latin typeface="Times New Roman" panose="02020603050405020304" pitchFamily="18" charset="0"/>
                <a:cs typeface="Times New Roman" panose="02020603050405020304" pitchFamily="18" charset="0"/>
              </a:rPr>
              <a:t>Even though the software components may be spread out across multiple computers in multiple locations, they're run as one system. </a:t>
            </a:r>
          </a:p>
          <a:p>
            <a:pPr algn="just"/>
            <a:r>
              <a:rPr lang="en-US" b="0" i="1" dirty="0">
                <a:effectLst/>
                <a:latin typeface="Times New Roman" panose="02020603050405020304" pitchFamily="18" charset="0"/>
                <a:cs typeface="Times New Roman" panose="02020603050405020304" pitchFamily="18" charset="0"/>
              </a:rPr>
              <a:t>This is done to improve efficiency and performance. </a:t>
            </a:r>
          </a:p>
          <a:p>
            <a:pPr algn="just"/>
            <a:r>
              <a:rPr lang="en-US" b="0" i="1" dirty="0">
                <a:effectLst/>
                <a:latin typeface="Times New Roman" panose="02020603050405020304" pitchFamily="18" charset="0"/>
                <a:cs typeface="Times New Roman" panose="02020603050405020304" pitchFamily="18" charset="0"/>
              </a:rPr>
              <a:t>The systems on different networked computers communicate and coordinate by sending messages back and forth to achieve a defined task</a:t>
            </a:r>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663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6C7A5-3B37-0ECD-6EA4-00292068F65D}"/>
              </a:ext>
            </a:extLst>
          </p:cNvPr>
          <p:cNvSpPr>
            <a:spLocks noGrp="1"/>
          </p:cNvSpPr>
          <p:nvPr>
            <p:ph idx="1"/>
          </p:nvPr>
        </p:nvSpPr>
        <p:spPr>
          <a:xfrm>
            <a:off x="838200" y="508000"/>
            <a:ext cx="10459720" cy="5668963"/>
          </a:xfrm>
        </p:spPr>
        <p:txBody>
          <a:bodyPr/>
          <a:lstStyle/>
          <a:p>
            <a:pPr algn="just"/>
            <a:r>
              <a:rPr lang="en-US" b="1" dirty="0">
                <a:latin typeface="Times New Roman" panose="02020603050405020304" pitchFamily="18" charset="0"/>
                <a:cs typeface="Times New Roman" panose="02020603050405020304" pitchFamily="18" charset="0"/>
              </a:rPr>
              <a:t>A distributed system is a collection of independent entities that cooperate to solve a problem that cannot be individually solved</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 distributed system can be characterized as a collection of mostly </a:t>
            </a:r>
            <a:r>
              <a:rPr lang="en-US" b="1" dirty="0">
                <a:solidFill>
                  <a:srgbClr val="FF0000"/>
                </a:solidFill>
                <a:latin typeface="Times New Roman" panose="02020603050405020304" pitchFamily="18" charset="0"/>
                <a:cs typeface="Times New Roman" panose="02020603050405020304" pitchFamily="18" charset="0"/>
              </a:rPr>
              <a:t>autonomous processors </a:t>
            </a:r>
            <a:r>
              <a:rPr lang="en-US" dirty="0">
                <a:latin typeface="Times New Roman" panose="02020603050405020304" pitchFamily="18" charset="0"/>
                <a:cs typeface="Times New Roman" panose="02020603050405020304" pitchFamily="18" charset="0"/>
              </a:rPr>
              <a:t>communicating over a communication network and having the following features:</a:t>
            </a:r>
          </a:p>
          <a:p>
            <a:pPr marL="514350" indent="-514350" algn="just">
              <a:buFont typeface="+mj-lt"/>
              <a:buAutoNum type="arabicPeriod"/>
            </a:pPr>
            <a:r>
              <a:rPr lang="en-US" dirty="0">
                <a:highlight>
                  <a:srgbClr val="FFFF00"/>
                </a:highlight>
                <a:latin typeface="Times New Roman" panose="02020603050405020304" pitchFamily="18" charset="0"/>
                <a:cs typeface="Times New Roman" panose="02020603050405020304" pitchFamily="18" charset="0"/>
              </a:rPr>
              <a:t>No common physical clock</a:t>
            </a:r>
            <a:r>
              <a:rPr lang="en-US" dirty="0">
                <a:latin typeface="Times New Roman" panose="02020603050405020304" pitchFamily="18" charset="0"/>
                <a:cs typeface="Times New Roman" panose="02020603050405020304" pitchFamily="18" charset="0"/>
              </a:rPr>
              <a:t>: This is an important assumption because it introduces the element of “distribution” in the system and gives rise to the inherent asynchrony amongst the processors.</a:t>
            </a:r>
          </a:p>
          <a:p>
            <a:pPr marL="514350" indent="-514350" algn="just">
              <a:buFont typeface="+mj-lt"/>
              <a:buAutoNum type="arabicPeriod"/>
            </a:pPr>
            <a:r>
              <a:rPr lang="en-US" dirty="0">
                <a:highlight>
                  <a:srgbClr val="FFFF00"/>
                </a:highlight>
                <a:latin typeface="Times New Roman" panose="02020603050405020304" pitchFamily="18" charset="0"/>
                <a:cs typeface="Times New Roman" panose="02020603050405020304" pitchFamily="18" charset="0"/>
              </a:rPr>
              <a:t>No shared memory:</a:t>
            </a:r>
            <a:r>
              <a:rPr lang="en-US" dirty="0">
                <a:latin typeface="Times New Roman" panose="02020603050405020304" pitchFamily="18" charset="0"/>
                <a:cs typeface="Times New Roman" panose="02020603050405020304" pitchFamily="18" charset="0"/>
              </a:rPr>
              <a:t> This is a key feature that requires message-passing for communication. This feature implies the absence of the common physical clock.</a:t>
            </a:r>
          </a:p>
          <a:p>
            <a:pPr marL="514350" indent="-514350" algn="just">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69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C26720-7F77-46C3-81B9-7A4E69FBA8F6}"/>
              </a:ext>
            </a:extLst>
          </p:cNvPr>
          <p:cNvSpPr>
            <a:spLocks noGrp="1"/>
          </p:cNvSpPr>
          <p:nvPr>
            <p:ph idx="1"/>
          </p:nvPr>
        </p:nvSpPr>
        <p:spPr>
          <a:xfrm>
            <a:off x="838200" y="436880"/>
            <a:ext cx="10185400" cy="5740083"/>
          </a:xfrm>
        </p:spPr>
        <p:txBody>
          <a:bodyPr/>
          <a:lstStyle/>
          <a:p>
            <a:pPr algn="just"/>
            <a:r>
              <a:rPr lang="en-US" dirty="0">
                <a:highlight>
                  <a:srgbClr val="FFFF00"/>
                </a:highlight>
                <a:latin typeface="Times New Roman" panose="02020603050405020304" pitchFamily="18" charset="0"/>
                <a:cs typeface="Times New Roman" panose="02020603050405020304" pitchFamily="18" charset="0"/>
              </a:rPr>
              <a:t>Geographical separation </a:t>
            </a:r>
            <a:r>
              <a:rPr lang="en-US" dirty="0">
                <a:latin typeface="Times New Roman" panose="02020603050405020304" pitchFamily="18" charset="0"/>
                <a:cs typeface="Times New Roman" panose="02020603050405020304" pitchFamily="18" charset="0"/>
              </a:rPr>
              <a:t>:The geographically wider apart that the processors are, the more representative is the system of a distributed system.</a:t>
            </a:r>
          </a:p>
          <a:p>
            <a:pPr algn="just"/>
            <a:r>
              <a:rPr lang="en-US" dirty="0">
                <a:highlight>
                  <a:srgbClr val="FFFF00"/>
                </a:highlight>
                <a:latin typeface="Times New Roman" panose="02020603050405020304" pitchFamily="18" charset="0"/>
                <a:cs typeface="Times New Roman" panose="02020603050405020304" pitchFamily="18" charset="0"/>
              </a:rPr>
              <a:t>Autonomy and heterogeneity </a:t>
            </a:r>
            <a:r>
              <a:rPr lang="en-US" dirty="0">
                <a:latin typeface="Times New Roman" panose="02020603050405020304" pitchFamily="18" charset="0"/>
                <a:cs typeface="Times New Roman" panose="02020603050405020304" pitchFamily="18" charset="0"/>
              </a:rPr>
              <a:t>:The processors are “loosely coupled” in that they have different speeds and each can be running a different operating system. They are usually not part of a dedicated system, but cooperate with one another by offering services or solving a problem jointly.</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686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BDF85-F29C-588A-1C32-DBFE50215B0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Relation to computer system components</a:t>
            </a:r>
          </a:p>
        </p:txBody>
      </p:sp>
      <p:sp>
        <p:nvSpPr>
          <p:cNvPr id="3" name="Content Placeholder 2">
            <a:extLst>
              <a:ext uri="{FF2B5EF4-FFF2-40B4-BE49-F238E27FC236}">
                <a16:creationId xmlns:a16="http://schemas.microsoft.com/office/drawing/2014/main" id="{210AB2A4-CD6C-F2B3-C757-C138FDC94892}"/>
              </a:ext>
            </a:extLst>
          </p:cNvPr>
          <p:cNvSpPr>
            <a:spLocks noGrp="1"/>
          </p:cNvSpPr>
          <p:nvPr>
            <p:ph idx="1"/>
          </p:nvPr>
        </p:nvSpPr>
        <p:spPr>
          <a:xfrm>
            <a:off x="838200" y="2235200"/>
            <a:ext cx="5095240" cy="3159760"/>
          </a:xfrm>
        </p:spPr>
        <p:txBody>
          <a:bodyPr/>
          <a:lstStyle/>
          <a:p>
            <a:pPr algn="just"/>
            <a:r>
              <a:rPr lang="en-US" dirty="0">
                <a:latin typeface="Times New Roman" panose="02020603050405020304" pitchFamily="18" charset="0"/>
                <a:cs typeface="Times New Roman" panose="02020603050405020304" pitchFamily="18" charset="0"/>
              </a:rPr>
              <a:t>A typical distributed system is shown in Figure .</a:t>
            </a:r>
          </a:p>
          <a:p>
            <a:pPr algn="just"/>
            <a:r>
              <a:rPr lang="en-US" dirty="0">
                <a:latin typeface="Times New Roman" panose="02020603050405020304" pitchFamily="18" charset="0"/>
                <a:cs typeface="Times New Roman" panose="02020603050405020304" pitchFamily="18" charset="0"/>
              </a:rPr>
              <a:t> Each computer has a memory processing unit and the computers are connected by a communication network.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C9A7B46-32EB-B4BD-282B-25744167FE69}"/>
              </a:ext>
            </a:extLst>
          </p:cNvPr>
          <p:cNvPicPr>
            <a:picLocks noChangeAspect="1"/>
          </p:cNvPicPr>
          <p:nvPr/>
        </p:nvPicPr>
        <p:blipFill>
          <a:blip r:embed="rId2"/>
          <a:stretch>
            <a:fillRect/>
          </a:stretch>
        </p:blipFill>
        <p:spPr>
          <a:xfrm>
            <a:off x="6004560" y="2235200"/>
            <a:ext cx="6086053" cy="3159760"/>
          </a:xfrm>
          <a:prstGeom prst="rect">
            <a:avLst/>
          </a:prstGeom>
        </p:spPr>
      </p:pic>
    </p:spTree>
    <p:extLst>
      <p:ext uri="{BB962C8B-B14F-4D97-AF65-F5344CB8AC3E}">
        <p14:creationId xmlns:p14="http://schemas.microsoft.com/office/powerpoint/2010/main" val="3492071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27CE4AF-AE71-900F-CEF1-B6AC08313BDF}"/>
              </a:ext>
            </a:extLst>
          </p:cNvPr>
          <p:cNvPicPr>
            <a:picLocks noGrp="1" noChangeAspect="1"/>
          </p:cNvPicPr>
          <p:nvPr>
            <p:ph idx="1"/>
          </p:nvPr>
        </p:nvPicPr>
        <p:blipFill>
          <a:blip r:embed="rId2"/>
          <a:stretch>
            <a:fillRect/>
          </a:stretch>
        </p:blipFill>
        <p:spPr>
          <a:xfrm>
            <a:off x="1787131" y="733223"/>
            <a:ext cx="8617738" cy="3930567"/>
          </a:xfrm>
        </p:spPr>
      </p:pic>
      <p:sp>
        <p:nvSpPr>
          <p:cNvPr id="6" name="TextBox 5">
            <a:extLst>
              <a:ext uri="{FF2B5EF4-FFF2-40B4-BE49-F238E27FC236}">
                <a16:creationId xmlns:a16="http://schemas.microsoft.com/office/drawing/2014/main" id="{D76E54BE-7D87-C101-ECFF-CD0FF8E91BFC}"/>
              </a:ext>
            </a:extLst>
          </p:cNvPr>
          <p:cNvSpPr txBox="1"/>
          <p:nvPr/>
        </p:nvSpPr>
        <p:spPr>
          <a:xfrm>
            <a:off x="1121752" y="4867690"/>
            <a:ext cx="10562247" cy="156966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Figure shows the relationships of the software components that run on each of the computers and use the local operating system and network protocol stack for functioning.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distributed software is also termed as </a:t>
            </a:r>
            <a:r>
              <a:rPr lang="en-US" sz="2400" dirty="0">
                <a:highlight>
                  <a:srgbClr val="FFFF00"/>
                </a:highlight>
                <a:latin typeface="Times New Roman" panose="02020603050405020304" pitchFamily="18" charset="0"/>
                <a:cs typeface="Times New Roman" panose="02020603050405020304" pitchFamily="18" charset="0"/>
              </a:rPr>
              <a:t>middleware.</a:t>
            </a:r>
            <a:endParaRPr lang="en-IN" sz="24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947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F01100-2860-57B2-0C6B-FF7A45FBE5EB}"/>
              </a:ext>
            </a:extLst>
          </p:cNvPr>
          <p:cNvSpPr>
            <a:spLocks noGrp="1"/>
          </p:cNvSpPr>
          <p:nvPr>
            <p:ph idx="1"/>
          </p:nvPr>
        </p:nvSpPr>
        <p:spPr>
          <a:xfrm>
            <a:off x="838200" y="436880"/>
            <a:ext cx="10515600" cy="5740083"/>
          </a:xfrm>
        </p:spPr>
        <p:txBody>
          <a:bodyPr/>
          <a:lstStyle/>
          <a:p>
            <a:pPr algn="just"/>
            <a:r>
              <a:rPr lang="en-US" dirty="0">
                <a:latin typeface="Times New Roman" panose="02020603050405020304" pitchFamily="18" charset="0"/>
                <a:cs typeface="Times New Roman" panose="02020603050405020304" pitchFamily="18" charset="0"/>
              </a:rPr>
              <a:t>A </a:t>
            </a:r>
            <a:r>
              <a:rPr lang="en-US" dirty="0">
                <a:highlight>
                  <a:srgbClr val="FFFF00"/>
                </a:highlight>
                <a:latin typeface="Times New Roman" panose="02020603050405020304" pitchFamily="18" charset="0"/>
                <a:cs typeface="Times New Roman" panose="02020603050405020304" pitchFamily="18" charset="0"/>
              </a:rPr>
              <a:t>distributed execution </a:t>
            </a:r>
            <a:r>
              <a:rPr lang="en-US" dirty="0">
                <a:latin typeface="Times New Roman" panose="02020603050405020304" pitchFamily="18" charset="0"/>
                <a:cs typeface="Times New Roman" panose="02020603050405020304" pitchFamily="18" charset="0"/>
              </a:rPr>
              <a:t>is the execution of processes across the distributed system to collaboratively achieve a common goal. </a:t>
            </a:r>
          </a:p>
          <a:p>
            <a:pPr algn="just"/>
            <a:r>
              <a:rPr lang="en-US" dirty="0">
                <a:latin typeface="Times New Roman" panose="02020603050405020304" pitchFamily="18" charset="0"/>
                <a:cs typeface="Times New Roman" panose="02020603050405020304" pitchFamily="18" charset="0"/>
              </a:rPr>
              <a:t>An execution is also sometimes termed a computation or a run. </a:t>
            </a:r>
          </a:p>
          <a:p>
            <a:pPr algn="just"/>
            <a:r>
              <a:rPr lang="en-US" dirty="0">
                <a:latin typeface="Times New Roman" panose="02020603050405020304" pitchFamily="18" charset="0"/>
                <a:cs typeface="Times New Roman" panose="02020603050405020304" pitchFamily="18" charset="0"/>
              </a:rPr>
              <a:t>The distributed system uses a </a:t>
            </a:r>
            <a:r>
              <a:rPr lang="en-US" dirty="0">
                <a:solidFill>
                  <a:srgbClr val="FF0000"/>
                </a:solidFill>
                <a:latin typeface="Times New Roman" panose="02020603050405020304" pitchFamily="18" charset="0"/>
                <a:cs typeface="Times New Roman" panose="02020603050405020304" pitchFamily="18" charset="0"/>
              </a:rPr>
              <a:t>layered architecture </a:t>
            </a:r>
            <a:r>
              <a:rPr lang="en-US" dirty="0">
                <a:latin typeface="Times New Roman" panose="02020603050405020304" pitchFamily="18" charset="0"/>
                <a:cs typeface="Times New Roman" panose="02020603050405020304" pitchFamily="18" charset="0"/>
              </a:rPr>
              <a:t>to break down the complexity of system design.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0712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6B123-5623-DE70-7783-6A0F7B5E63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Middleware??</a:t>
            </a:r>
          </a:p>
        </p:txBody>
      </p:sp>
      <p:sp>
        <p:nvSpPr>
          <p:cNvPr id="3" name="Content Placeholder 2">
            <a:extLst>
              <a:ext uri="{FF2B5EF4-FFF2-40B4-BE49-F238E27FC236}">
                <a16:creationId xmlns:a16="http://schemas.microsoft.com/office/drawing/2014/main" id="{743A4931-4BA7-A1C6-ACEA-8FC470D38812}"/>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middleware is the </a:t>
            </a:r>
            <a:r>
              <a:rPr lang="en-US" i="1" dirty="0">
                <a:solidFill>
                  <a:srgbClr val="FF0000"/>
                </a:solidFill>
                <a:latin typeface="Times New Roman" panose="02020603050405020304" pitchFamily="18" charset="0"/>
                <a:cs typeface="Times New Roman" panose="02020603050405020304" pitchFamily="18" charset="0"/>
              </a:rPr>
              <a:t>distributed software that drives the distributed system</a:t>
            </a:r>
            <a:r>
              <a:rPr lang="en-US" dirty="0">
                <a:latin typeface="Times New Roman" panose="02020603050405020304" pitchFamily="18" charset="0"/>
                <a:cs typeface="Times New Roman" panose="02020603050405020304" pitchFamily="18" charset="0"/>
              </a:rPr>
              <a:t>, while providing transparency of heterogeneity at the platform level.</a:t>
            </a:r>
          </a:p>
          <a:p>
            <a:pPr algn="just"/>
            <a:r>
              <a:rPr lang="en-US" dirty="0">
                <a:latin typeface="Times New Roman" panose="02020603050405020304" pitchFamily="18" charset="0"/>
                <a:cs typeface="Times New Roman" panose="02020603050405020304" pitchFamily="18" charset="0"/>
              </a:rPr>
              <a:t>Various primitives and calls to functions defined in various libraries of the middleware layer are embedded in the user program code. </a:t>
            </a:r>
          </a:p>
          <a:p>
            <a:pPr algn="just"/>
            <a:r>
              <a:rPr lang="en-US" dirty="0">
                <a:latin typeface="Times New Roman" panose="02020603050405020304" pitchFamily="18" charset="0"/>
                <a:cs typeface="Times New Roman" panose="02020603050405020304" pitchFamily="18" charset="0"/>
              </a:rPr>
              <a:t>There exist several libraries to choose from to invoke primitives for the more common functions such as reliable and ordered multicasting of the middleware layer.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680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A4695-CA1B-754F-5895-9BF3C090449A}"/>
              </a:ext>
            </a:extLst>
          </p:cNvPr>
          <p:cNvSpPr>
            <a:spLocks noGrp="1"/>
          </p:cNvSpPr>
          <p:nvPr>
            <p:ph type="title"/>
          </p:nvPr>
        </p:nvSpPr>
        <p:spPr>
          <a:xfrm>
            <a:off x="665480" y="-224155"/>
            <a:ext cx="10515600" cy="1325563"/>
          </a:xfrm>
        </p:spPr>
        <p:txBody>
          <a:bodyPr/>
          <a:lstStyle/>
          <a:p>
            <a:r>
              <a:rPr lang="en-IN" b="1"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7048E37A-7614-4E91-3624-43C03FE6E12C}"/>
              </a:ext>
            </a:extLst>
          </p:cNvPr>
          <p:cNvSpPr>
            <a:spLocks noGrp="1"/>
          </p:cNvSpPr>
          <p:nvPr>
            <p:ph idx="1"/>
          </p:nvPr>
        </p:nvSpPr>
        <p:spPr>
          <a:xfrm>
            <a:off x="838200" y="1101408"/>
            <a:ext cx="10419080" cy="5756592"/>
          </a:xfrm>
        </p:spPr>
        <p:txBody>
          <a:bodyPr>
            <a:normAutofit/>
          </a:bodyPr>
          <a:lstStyle/>
          <a:p>
            <a:pPr algn="just"/>
            <a:r>
              <a:rPr lang="en-US" dirty="0">
                <a:latin typeface="Times New Roman" panose="02020603050405020304" pitchFamily="18" charset="0"/>
                <a:cs typeface="Times New Roman" panose="02020603050405020304" pitchFamily="18" charset="0"/>
              </a:rPr>
              <a:t>The motivation for using a distributed system is some or all of the following requirements:</a:t>
            </a:r>
          </a:p>
          <a:p>
            <a:pPr marL="514350" indent="-514350" algn="just">
              <a:buFont typeface="+mj-lt"/>
              <a:buAutoNum type="arabicPeriod"/>
            </a:pPr>
            <a:r>
              <a:rPr lang="en-US" dirty="0">
                <a:highlight>
                  <a:srgbClr val="FFFF00"/>
                </a:highlight>
                <a:latin typeface="Times New Roman" panose="02020603050405020304" pitchFamily="18" charset="0"/>
                <a:cs typeface="Times New Roman" panose="02020603050405020304" pitchFamily="18" charset="0"/>
              </a:rPr>
              <a:t>Inherently distributed computations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In many applications such as money transfer in banking, or reaching consensus among parties that are geographically distant, the computation is inherently distributed.</a:t>
            </a:r>
          </a:p>
          <a:p>
            <a:pPr marL="514350" indent="-514350" algn="just">
              <a:buFont typeface="+mj-lt"/>
              <a:buAutoNum type="arabicPeriod"/>
            </a:pPr>
            <a:r>
              <a:rPr lang="en-US" dirty="0">
                <a:highlight>
                  <a:srgbClr val="FFFF00"/>
                </a:highlight>
                <a:latin typeface="Times New Roman" panose="02020603050405020304" pitchFamily="18" charset="0"/>
                <a:cs typeface="Times New Roman" panose="02020603050405020304" pitchFamily="18" charset="0"/>
              </a:rPr>
              <a:t>Resource sharing :</a:t>
            </a:r>
            <a:r>
              <a:rPr lang="en-US" i="1" dirty="0">
                <a:latin typeface="Times New Roman" panose="02020603050405020304" pitchFamily="18" charset="0"/>
                <a:cs typeface="Times New Roman" panose="02020603050405020304" pitchFamily="18" charset="0"/>
              </a:rPr>
              <a:t>Resources such as peripherals, complete data sets in databases, special libraries, as well as data (variable/files) cannot be fully replicated at all the sites because it is often neither practical nor cost-effective. Further, they cannot be placed at a single site because access to that site might prove to be a bottleneck. Therefore, such resources are typically distributed across the system. </a:t>
            </a:r>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66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CE438-C185-A8BA-CE37-E9F6E18E1E4C}"/>
              </a:ext>
            </a:extLst>
          </p:cNvPr>
          <p:cNvSpPr>
            <a:spLocks noGrp="1"/>
          </p:cNvSpPr>
          <p:nvPr>
            <p:ph idx="1"/>
          </p:nvPr>
        </p:nvSpPr>
        <p:spPr>
          <a:xfrm>
            <a:off x="838200" y="447039"/>
            <a:ext cx="10500360" cy="10341025"/>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3. </a:t>
            </a:r>
            <a:r>
              <a:rPr lang="en-US" sz="2400" b="1" dirty="0">
                <a:highlight>
                  <a:srgbClr val="FFFF00"/>
                </a:highlight>
                <a:latin typeface="Times New Roman" panose="02020603050405020304" pitchFamily="18" charset="0"/>
                <a:cs typeface="Times New Roman" panose="02020603050405020304" pitchFamily="18" charset="0"/>
              </a:rPr>
              <a:t>Access to geographically remote data and resources</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3CC0C2-1437-4CD2-116A-ED60CB307ECB}"/>
              </a:ext>
            </a:extLst>
          </p:cNvPr>
          <p:cNvSpPr txBox="1"/>
          <p:nvPr/>
        </p:nvSpPr>
        <p:spPr>
          <a:xfrm>
            <a:off x="838200" y="1132116"/>
            <a:ext cx="10307320" cy="4154984"/>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many scenarios, the data cannot be replicated at every site participating in the distributed execution because it may be too large or too sensitive to be replicated.</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For example, payroll data within a multinational corporation is both too large and too sensitive to be replicated at every branch office/site.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therefore stored at a central server which can be queried by branch offices.</a:t>
            </a:r>
          </a:p>
          <a:p>
            <a:pPr algn="just"/>
            <a:r>
              <a:rPr lang="en-US" sz="2400" b="1" dirty="0">
                <a:latin typeface="Times New Roman" panose="02020603050405020304" pitchFamily="18" charset="0"/>
                <a:cs typeface="Times New Roman" panose="02020603050405020304" pitchFamily="18" charset="0"/>
              </a:rPr>
              <a:t>4. </a:t>
            </a:r>
            <a:r>
              <a:rPr lang="en-IN" sz="2400" b="1" dirty="0">
                <a:highlight>
                  <a:srgbClr val="FFFF00"/>
                </a:highlight>
                <a:latin typeface="Times New Roman" panose="02020603050405020304" pitchFamily="18" charset="0"/>
                <a:cs typeface="Times New Roman" panose="02020603050405020304" pitchFamily="18" charset="0"/>
              </a:rPr>
              <a:t>Enhanced reliability</a:t>
            </a: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distributed system has the inherent potential to provide increased reliability because of the possibility of replicating resources and executions, as well as the reality that geographically distributed resources are not likely to crash/malfunction at the same time under normal circumstances. </a:t>
            </a:r>
            <a:endParaRPr lang="en-IN" sz="2400"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978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56E3B4-DA50-CD8E-A8EC-75C6D67DBF80}"/>
              </a:ext>
            </a:extLst>
          </p:cNvPr>
          <p:cNvSpPr>
            <a:spLocks noGrp="1"/>
          </p:cNvSpPr>
          <p:nvPr>
            <p:ph idx="1"/>
          </p:nvPr>
        </p:nvSpPr>
        <p:spPr>
          <a:xfrm>
            <a:off x="838200" y="660400"/>
            <a:ext cx="10515600" cy="5516563"/>
          </a:xfrm>
        </p:spPr>
        <p:txBody>
          <a:bodyPr/>
          <a:lstStyle/>
          <a:p>
            <a:pPr marL="0" indent="0" algn="just">
              <a:buNone/>
            </a:pPr>
            <a:r>
              <a:rPr lang="en-US" sz="2800" dirty="0">
                <a:solidFill>
                  <a:srgbClr val="FF0000"/>
                </a:solidFill>
                <a:latin typeface="Times New Roman" panose="02020603050405020304" pitchFamily="18" charset="0"/>
                <a:cs typeface="Times New Roman" panose="02020603050405020304" pitchFamily="18" charset="0"/>
              </a:rPr>
              <a:t>Reliability entails several aspects</a:t>
            </a:r>
            <a:r>
              <a:rPr lang="en-US" sz="2800" dirty="0">
                <a:latin typeface="Times New Roman" panose="02020603050405020304" pitchFamily="18" charset="0"/>
                <a:cs typeface="Times New Roman" panose="02020603050405020304" pitchFamily="18" charset="0"/>
              </a:rPr>
              <a:t>: </a:t>
            </a:r>
          </a:p>
          <a:p>
            <a:pPr algn="just"/>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availability</a:t>
            </a:r>
            <a:r>
              <a:rPr lang="en-US" sz="2800" dirty="0">
                <a:latin typeface="Times New Roman" panose="02020603050405020304" pitchFamily="18" charset="0"/>
                <a:cs typeface="Times New Roman" panose="02020603050405020304" pitchFamily="18" charset="0"/>
              </a:rPr>
              <a:t>, i.e., the resource should be accessible at all times;</a:t>
            </a:r>
          </a:p>
          <a:p>
            <a:pPr algn="just"/>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integrity</a:t>
            </a:r>
            <a:r>
              <a:rPr lang="en-US" sz="2800" dirty="0">
                <a:latin typeface="Times New Roman" panose="02020603050405020304" pitchFamily="18" charset="0"/>
                <a:cs typeface="Times New Roman" panose="02020603050405020304" pitchFamily="18" charset="0"/>
              </a:rPr>
              <a:t>, i.e., the value/state of the resource should be correct, in the face of concurrent access from multiple processors, as per the semantics expected by the application; </a:t>
            </a:r>
          </a:p>
          <a:p>
            <a:pPr algn="just"/>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fault-tolerance</a:t>
            </a:r>
            <a:r>
              <a:rPr lang="en-US" sz="2800" dirty="0">
                <a:latin typeface="Times New Roman" panose="02020603050405020304" pitchFamily="18" charset="0"/>
                <a:cs typeface="Times New Roman" panose="02020603050405020304" pitchFamily="18" charset="0"/>
              </a:rPr>
              <a:t>, i.e., the ability to recover from system failures, where such failures may be defined to occur in one of many failure models</a:t>
            </a:r>
          </a:p>
          <a:p>
            <a:pPr marL="0" indent="0" algn="just">
              <a:buNone/>
            </a:pPr>
            <a:r>
              <a:rPr lang="en-IN" b="1" dirty="0">
                <a:highlight>
                  <a:srgbClr val="FFFF00"/>
                </a:highlight>
                <a:latin typeface="Times New Roman" panose="02020603050405020304" pitchFamily="18" charset="0"/>
                <a:cs typeface="Times New Roman" panose="02020603050405020304" pitchFamily="18" charset="0"/>
              </a:rPr>
              <a:t>5. Increased performance/cost ratio</a:t>
            </a:r>
            <a:endParaRPr lang="en-US" b="1" dirty="0">
              <a:highlight>
                <a:srgbClr val="FFFF00"/>
              </a:highlight>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Distributed system provides a better performance/cost ratio than using special parallel machines</a:t>
            </a:r>
            <a:endParaRPr lang="en-IN" sz="2800" b="1" dirty="0">
              <a:highlight>
                <a:srgbClr val="FFFF00"/>
              </a:highlight>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494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4C53A-C5F0-F7FF-2FF7-9C484DDF5CA6}"/>
              </a:ext>
            </a:extLst>
          </p:cNvPr>
          <p:cNvSpPr>
            <a:spLocks noGrp="1"/>
          </p:cNvSpPr>
          <p:nvPr>
            <p:ph idx="1"/>
          </p:nvPr>
        </p:nvSpPr>
        <p:spPr>
          <a:xfrm>
            <a:off x="838200" y="447040"/>
            <a:ext cx="10515600" cy="5729923"/>
          </a:xfrm>
        </p:spPr>
        <p:txBody>
          <a:bodyPr/>
          <a:lstStyle/>
          <a:p>
            <a:pPr marL="0" indent="0" algn="just">
              <a:buNone/>
            </a:pPr>
            <a:r>
              <a:rPr lang="en-IN" b="1" dirty="0">
                <a:highlight>
                  <a:srgbClr val="FFFF00"/>
                </a:highlight>
                <a:latin typeface="Times New Roman" panose="02020603050405020304" pitchFamily="18" charset="0"/>
                <a:cs typeface="Times New Roman" panose="02020603050405020304" pitchFamily="18" charset="0"/>
              </a:rPr>
              <a:t>6. </a:t>
            </a:r>
            <a:r>
              <a:rPr lang="en-US" b="1" dirty="0">
                <a:highlight>
                  <a:srgbClr val="FFFF00"/>
                </a:highlight>
                <a:latin typeface="Times New Roman" panose="02020603050405020304" pitchFamily="18" charset="0"/>
                <a:cs typeface="Times New Roman" panose="02020603050405020304" pitchFamily="18" charset="0"/>
              </a:rPr>
              <a:t>Scalability </a:t>
            </a:r>
          </a:p>
          <a:p>
            <a:pPr algn="just"/>
            <a:r>
              <a:rPr lang="en-US" dirty="0">
                <a:latin typeface="Times New Roman" panose="02020603050405020304" pitchFamily="18" charset="0"/>
                <a:cs typeface="Times New Roman" panose="02020603050405020304" pitchFamily="18" charset="0"/>
              </a:rPr>
              <a:t>As the processors are usually connected by a wide-area network, adding more processors does not pose a direct bottleneck for the communication network.</a:t>
            </a:r>
          </a:p>
          <a:p>
            <a:pPr marL="0" indent="0" algn="just">
              <a:buNone/>
            </a:pPr>
            <a:r>
              <a:rPr lang="en-US" dirty="0">
                <a:latin typeface="Times New Roman" panose="02020603050405020304" pitchFamily="18" charset="0"/>
                <a:cs typeface="Times New Roman" panose="02020603050405020304" pitchFamily="18" charset="0"/>
              </a:rPr>
              <a:t>7. </a:t>
            </a:r>
            <a:r>
              <a:rPr lang="en-US" b="1" dirty="0">
                <a:highlight>
                  <a:srgbClr val="FFFF00"/>
                </a:highlight>
                <a:latin typeface="Times New Roman" panose="02020603050405020304" pitchFamily="18" charset="0"/>
                <a:cs typeface="Times New Roman" panose="02020603050405020304" pitchFamily="18" charset="0"/>
              </a:rPr>
              <a:t>Modularity and incremental expandability </a:t>
            </a:r>
          </a:p>
          <a:p>
            <a:pPr algn="just"/>
            <a:r>
              <a:rPr lang="en-US" dirty="0">
                <a:latin typeface="Times New Roman" panose="02020603050405020304" pitchFamily="18" charset="0"/>
                <a:cs typeface="Times New Roman" panose="02020603050405020304" pitchFamily="18" charset="0"/>
              </a:rPr>
              <a:t>Heterogeneous processors may be easily added into the system without affecting the performance, as long as those processors are running the same middleware algorithms. Similarly, existing processors may be easily replaced by other processors.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0221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CC4D3-B563-FF88-BEBF-7215EAD87021}"/>
              </a:ext>
            </a:extLst>
          </p:cNvPr>
          <p:cNvSpPr>
            <a:spLocks noGrp="1"/>
          </p:cNvSpPr>
          <p:nvPr>
            <p:ph type="title"/>
          </p:nvPr>
        </p:nvSpPr>
        <p:spPr>
          <a:xfrm>
            <a:off x="756920" y="-173355"/>
            <a:ext cx="10515600" cy="1325563"/>
          </a:xfrm>
        </p:spPr>
        <p:txBody>
          <a:bodyPr/>
          <a:lstStyle/>
          <a:p>
            <a:r>
              <a:rPr lang="en-IN" b="1" dirty="0">
                <a:latin typeface="Times New Roman" panose="02020603050405020304" pitchFamily="18" charset="0"/>
                <a:cs typeface="Times New Roman" panose="02020603050405020304" pitchFamily="18" charset="0"/>
              </a:rPr>
              <a:t>Primitives for distributed communication</a:t>
            </a:r>
          </a:p>
        </p:txBody>
      </p:sp>
      <p:sp>
        <p:nvSpPr>
          <p:cNvPr id="3" name="Content Placeholder 2">
            <a:extLst>
              <a:ext uri="{FF2B5EF4-FFF2-40B4-BE49-F238E27FC236}">
                <a16:creationId xmlns:a16="http://schemas.microsoft.com/office/drawing/2014/main" id="{A6D8E62B-814A-0B8B-3E2E-9442F22191B8}"/>
              </a:ext>
            </a:extLst>
          </p:cNvPr>
          <p:cNvSpPr>
            <a:spLocks noGrp="1"/>
          </p:cNvSpPr>
          <p:nvPr>
            <p:ph idx="1"/>
          </p:nvPr>
        </p:nvSpPr>
        <p:spPr>
          <a:xfrm>
            <a:off x="838200" y="1005840"/>
            <a:ext cx="10596880" cy="5171123"/>
          </a:xfrm>
        </p:spPr>
        <p:txBody>
          <a:bodyPr>
            <a:normAutofit/>
          </a:bodyPr>
          <a:lstStyle/>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Blocking/non-blocking, synchronous/asynchronous primitives</a:t>
            </a:r>
          </a:p>
          <a:p>
            <a:pPr algn="just"/>
            <a:r>
              <a:rPr lang="en-US" dirty="0">
                <a:latin typeface="Times New Roman" panose="02020603050405020304" pitchFamily="18" charset="0"/>
                <a:cs typeface="Times New Roman" panose="02020603050405020304" pitchFamily="18" charset="0"/>
              </a:rPr>
              <a:t>Message send and message receive communication primitives are denoted </a:t>
            </a:r>
            <a:r>
              <a:rPr lang="en-US" dirty="0">
                <a:highlight>
                  <a:srgbClr val="FFFF00"/>
                </a:highlight>
                <a:latin typeface="Times New Roman" panose="02020603050405020304" pitchFamily="18" charset="0"/>
                <a:cs typeface="Times New Roman" panose="02020603050405020304" pitchFamily="18" charset="0"/>
              </a:rPr>
              <a:t>Send() </a:t>
            </a:r>
            <a:r>
              <a:rPr lang="en-US" dirty="0">
                <a:latin typeface="Times New Roman" panose="02020603050405020304" pitchFamily="18" charset="0"/>
                <a:cs typeface="Times New Roman" panose="02020603050405020304" pitchFamily="18" charset="0"/>
              </a:rPr>
              <a:t>and </a:t>
            </a:r>
            <a:r>
              <a:rPr lang="en-US" dirty="0">
                <a:highlight>
                  <a:srgbClr val="FFFF00"/>
                </a:highlight>
                <a:latin typeface="Times New Roman" panose="02020603050405020304" pitchFamily="18" charset="0"/>
                <a:cs typeface="Times New Roman" panose="02020603050405020304" pitchFamily="18" charset="0"/>
              </a:rPr>
              <a:t>Receive()</a:t>
            </a:r>
            <a:r>
              <a:rPr lang="en-US" dirty="0">
                <a:latin typeface="Times New Roman" panose="02020603050405020304" pitchFamily="18" charset="0"/>
                <a:cs typeface="Times New Roman" panose="02020603050405020304" pitchFamily="18" charset="0"/>
              </a:rPr>
              <a:t>, respectively.</a:t>
            </a:r>
          </a:p>
          <a:p>
            <a:pPr algn="just"/>
            <a:r>
              <a:rPr lang="en-US" sz="3200" b="1" u="sng" dirty="0">
                <a:latin typeface="Times New Roman" panose="02020603050405020304" pitchFamily="18" charset="0"/>
                <a:cs typeface="Times New Roman" panose="02020603050405020304" pitchFamily="18" charset="0"/>
              </a:rPr>
              <a:t>Send()</a:t>
            </a:r>
          </a:p>
          <a:p>
            <a:pPr lvl="1" algn="just"/>
            <a:r>
              <a:rPr lang="en-US" dirty="0">
                <a:latin typeface="Times New Roman" panose="02020603050405020304" pitchFamily="18" charset="0"/>
                <a:cs typeface="Times New Roman" panose="02020603050405020304" pitchFamily="18" charset="0"/>
              </a:rPr>
              <a:t>A Send primitive has at least two parameters</a:t>
            </a:r>
          </a:p>
          <a:p>
            <a:pPr marL="1371600" lvl="2" indent="-457200" algn="just">
              <a:buFont typeface="+mj-lt"/>
              <a:buAutoNum type="arabicPeriod"/>
            </a:pPr>
            <a:r>
              <a:rPr lang="en-US" sz="2400" dirty="0">
                <a:latin typeface="Times New Roman" panose="02020603050405020304" pitchFamily="18" charset="0"/>
                <a:cs typeface="Times New Roman" panose="02020603050405020304" pitchFamily="18" charset="0"/>
              </a:rPr>
              <a:t> the destination</a:t>
            </a:r>
          </a:p>
          <a:p>
            <a:pPr marL="1371600" lvl="2" indent="-457200" algn="just">
              <a:buFont typeface="+mj-lt"/>
              <a:buAutoNum type="arabicPeriod"/>
            </a:pPr>
            <a:r>
              <a:rPr lang="en-US" sz="2400" dirty="0">
                <a:latin typeface="Times New Roman" panose="02020603050405020304" pitchFamily="18" charset="0"/>
                <a:cs typeface="Times New Roman" panose="02020603050405020304" pitchFamily="18" charset="0"/>
              </a:rPr>
              <a:t> the buffer in the user space, containing the data to be sent.</a:t>
            </a:r>
          </a:p>
          <a:p>
            <a:pPr algn="just"/>
            <a:r>
              <a:rPr lang="en-US" sz="3200" b="1" u="sng" dirty="0">
                <a:latin typeface="Times New Roman" panose="02020603050405020304" pitchFamily="18" charset="0"/>
                <a:cs typeface="Times New Roman" panose="02020603050405020304" pitchFamily="18" charset="0"/>
              </a:rPr>
              <a:t>Receive()</a:t>
            </a:r>
          </a:p>
          <a:p>
            <a:pPr lvl="1" algn="just"/>
            <a:r>
              <a:rPr lang="en-US" dirty="0">
                <a:latin typeface="Times New Roman" panose="02020603050405020304" pitchFamily="18" charset="0"/>
                <a:cs typeface="Times New Roman" panose="02020603050405020304" pitchFamily="18" charset="0"/>
              </a:rPr>
              <a:t>A Receive primitive has at least two parameters</a:t>
            </a:r>
          </a:p>
          <a:p>
            <a:pPr marL="1371600" lvl="2" indent="-457200" algn="just">
              <a:buFont typeface="+mj-lt"/>
              <a:buAutoNum type="arabicPeriod"/>
            </a:pPr>
            <a:r>
              <a:rPr lang="en-US" sz="2400" dirty="0">
                <a:latin typeface="Times New Roman" panose="02020603050405020304" pitchFamily="18" charset="0"/>
                <a:cs typeface="Times New Roman" panose="02020603050405020304" pitchFamily="18" charset="0"/>
              </a:rPr>
              <a:t>The source from which the data is to be received</a:t>
            </a:r>
          </a:p>
          <a:p>
            <a:pPr marL="1371600" lvl="2" indent="-457200" algn="just">
              <a:buFont typeface="+mj-lt"/>
              <a:buAutoNum type="arabicPeriod"/>
            </a:pPr>
            <a:r>
              <a:rPr lang="en-US" sz="2400" dirty="0">
                <a:latin typeface="Times New Roman" panose="02020603050405020304" pitchFamily="18" charset="0"/>
                <a:cs typeface="Times New Roman" panose="02020603050405020304" pitchFamily="18" charset="0"/>
              </a:rPr>
              <a:t>the user buffer into which the data is to be received.</a:t>
            </a:r>
            <a:endParaRPr lang="en-IN"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8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0C2FF-E84B-EC61-B65B-2446E6907802}"/>
              </a:ext>
            </a:extLst>
          </p:cNvPr>
          <p:cNvSpPr>
            <a:spLocks noGrp="1"/>
          </p:cNvSpPr>
          <p:nvPr>
            <p:ph idx="1"/>
          </p:nvPr>
        </p:nvSpPr>
        <p:spPr>
          <a:xfrm>
            <a:off x="736600" y="403224"/>
            <a:ext cx="10916920" cy="6017895"/>
          </a:xfrm>
        </p:spPr>
        <p:txBody>
          <a:bodyPr/>
          <a:lstStyle/>
          <a:p>
            <a:pPr algn="just"/>
            <a:r>
              <a:rPr lang="en-US" dirty="0">
                <a:latin typeface="Times New Roman" panose="02020603050405020304" pitchFamily="18" charset="0"/>
                <a:cs typeface="Times New Roman" panose="02020603050405020304" pitchFamily="18" charset="0"/>
              </a:rPr>
              <a:t>There are two ways of sending data when the Send primitive is invoked – the </a:t>
            </a:r>
            <a:r>
              <a:rPr lang="en-US" dirty="0">
                <a:highlight>
                  <a:srgbClr val="FFFF00"/>
                </a:highlight>
                <a:latin typeface="Times New Roman" panose="02020603050405020304" pitchFamily="18" charset="0"/>
                <a:cs typeface="Times New Roman" panose="02020603050405020304" pitchFamily="18" charset="0"/>
              </a:rPr>
              <a:t>buffered option and the unbuffered option</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buffered option </a:t>
            </a:r>
            <a:r>
              <a:rPr lang="en-US" dirty="0">
                <a:latin typeface="Times New Roman" panose="02020603050405020304" pitchFamily="18" charset="0"/>
                <a:cs typeface="Times New Roman" panose="02020603050405020304" pitchFamily="18" charset="0"/>
              </a:rPr>
              <a:t>which is the standard option </a:t>
            </a:r>
            <a:r>
              <a:rPr lang="en-US" dirty="0">
                <a:solidFill>
                  <a:srgbClr val="FF0000"/>
                </a:solidFill>
                <a:latin typeface="Times New Roman" panose="02020603050405020304" pitchFamily="18" charset="0"/>
                <a:cs typeface="Times New Roman" panose="02020603050405020304" pitchFamily="18" charset="0"/>
              </a:rPr>
              <a:t>copies the data from the user buffer to the kernel buffer</a:t>
            </a:r>
            <a:r>
              <a:rPr lang="en-US" dirty="0">
                <a:latin typeface="Times New Roman" panose="02020603050405020304" pitchFamily="18" charset="0"/>
                <a:cs typeface="Times New Roman" panose="02020603050405020304" pitchFamily="18" charset="0"/>
              </a:rPr>
              <a:t>. The </a:t>
            </a:r>
            <a:r>
              <a:rPr lang="en-US" dirty="0">
                <a:solidFill>
                  <a:srgbClr val="FF0000"/>
                </a:solidFill>
                <a:latin typeface="Times New Roman" panose="02020603050405020304" pitchFamily="18" charset="0"/>
                <a:cs typeface="Times New Roman" panose="02020603050405020304" pitchFamily="18" charset="0"/>
              </a:rPr>
              <a:t>data later gets copied from the kernel buffer onto the network</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In the </a:t>
            </a:r>
            <a:r>
              <a:rPr lang="en-US" b="1" dirty="0">
                <a:latin typeface="Times New Roman" panose="02020603050405020304" pitchFamily="18" charset="0"/>
                <a:cs typeface="Times New Roman" panose="02020603050405020304" pitchFamily="18" charset="0"/>
              </a:rPr>
              <a:t>unbuffered option</a:t>
            </a:r>
            <a:r>
              <a:rPr lang="en-US" dirty="0">
                <a:latin typeface="Times New Roman" panose="02020603050405020304" pitchFamily="18" charset="0"/>
                <a:cs typeface="Times New Roman" panose="02020603050405020304" pitchFamily="18" charset="0"/>
              </a:rPr>
              <a:t>, the </a:t>
            </a:r>
            <a:r>
              <a:rPr lang="en-US" dirty="0">
                <a:solidFill>
                  <a:srgbClr val="FF0000"/>
                </a:solidFill>
                <a:latin typeface="Times New Roman" panose="02020603050405020304" pitchFamily="18" charset="0"/>
                <a:cs typeface="Times New Roman" panose="02020603050405020304" pitchFamily="18" charset="0"/>
              </a:rPr>
              <a:t>data gets copied directly from the user buffer onto the network</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For the </a:t>
            </a:r>
            <a:r>
              <a:rPr lang="en-US" dirty="0">
                <a:highlight>
                  <a:srgbClr val="FFFF00"/>
                </a:highlight>
                <a:latin typeface="Times New Roman" panose="02020603050405020304" pitchFamily="18" charset="0"/>
                <a:cs typeface="Times New Roman" panose="02020603050405020304" pitchFamily="18" charset="0"/>
              </a:rPr>
              <a:t>Receive primitive, the buffered option </a:t>
            </a:r>
            <a:r>
              <a:rPr lang="en-US" dirty="0">
                <a:latin typeface="Times New Roman" panose="02020603050405020304" pitchFamily="18" charset="0"/>
                <a:cs typeface="Times New Roman" panose="02020603050405020304" pitchFamily="18" charset="0"/>
              </a:rPr>
              <a:t>is usually required because the data may already have arrived when the primitive is invoked, and needs a storage place in the kernel.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7372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169DA-3007-7AEF-A508-CE8A4A907EA2}"/>
              </a:ext>
            </a:extLst>
          </p:cNvPr>
          <p:cNvSpPr>
            <a:spLocks noGrp="1"/>
          </p:cNvSpPr>
          <p:nvPr>
            <p:ph idx="1"/>
          </p:nvPr>
        </p:nvSpPr>
        <p:spPr>
          <a:xfrm>
            <a:off x="838200" y="436880"/>
            <a:ext cx="10652760" cy="5740083"/>
          </a:xfrm>
        </p:spPr>
        <p:txBody>
          <a:bodyPr/>
          <a:lstStyle/>
          <a:p>
            <a:pPr algn="just"/>
            <a:r>
              <a:rPr lang="en-IN" b="1" dirty="0">
                <a:highlight>
                  <a:srgbClr val="FFFF00"/>
                </a:highlight>
                <a:latin typeface="Times New Roman" panose="02020603050405020304" pitchFamily="18" charset="0"/>
                <a:cs typeface="Times New Roman" panose="02020603050405020304" pitchFamily="18" charset="0"/>
              </a:rPr>
              <a:t>Synchronous primitives:</a:t>
            </a:r>
          </a:p>
          <a:p>
            <a:pPr lvl="1" algn="just"/>
            <a:r>
              <a:rPr lang="en-US" dirty="0">
                <a:latin typeface="Times New Roman" panose="02020603050405020304" pitchFamily="18" charset="0"/>
                <a:cs typeface="Times New Roman" panose="02020603050405020304" pitchFamily="18" charset="0"/>
              </a:rPr>
              <a:t>A Send or a Receive primitive is synchronous if both the Send() and Receive() handshake with each other. </a:t>
            </a:r>
          </a:p>
          <a:p>
            <a:pPr lvl="1" algn="just"/>
            <a:r>
              <a:rPr lang="en-US" dirty="0">
                <a:latin typeface="Times New Roman" panose="02020603050405020304" pitchFamily="18" charset="0"/>
                <a:cs typeface="Times New Roman" panose="02020603050405020304" pitchFamily="18" charset="0"/>
              </a:rPr>
              <a:t>The processing for the Send primitive completes only after the invoking processor learns that the other corresponding Receive primitive has also been invoked and that the receive operation has been completed.</a:t>
            </a:r>
          </a:p>
          <a:p>
            <a:pPr lvl="1" algn="just"/>
            <a:r>
              <a:rPr lang="en-US" dirty="0">
                <a:latin typeface="Times New Roman" panose="02020603050405020304" pitchFamily="18" charset="0"/>
                <a:cs typeface="Times New Roman" panose="02020603050405020304" pitchFamily="18" charset="0"/>
              </a:rPr>
              <a:t>The processing for the Receive primitive completes when the data to be received is copied into the receiver’s user buffer.</a:t>
            </a:r>
            <a:endParaRPr lang="en-IN" dirty="0">
              <a:latin typeface="Times New Roman" panose="02020603050405020304" pitchFamily="18" charset="0"/>
              <a:cs typeface="Times New Roman" panose="02020603050405020304" pitchFamily="18" charset="0"/>
            </a:endParaRPr>
          </a:p>
          <a:p>
            <a:pPr algn="just"/>
            <a:r>
              <a:rPr lang="en-US" b="1" dirty="0">
                <a:highlight>
                  <a:srgbClr val="FFFF00"/>
                </a:highlight>
                <a:latin typeface="Times New Roman" panose="02020603050405020304" pitchFamily="18" charset="0"/>
                <a:cs typeface="Times New Roman" panose="02020603050405020304" pitchFamily="18" charset="0"/>
              </a:rPr>
              <a:t>Asynchronous primitives </a:t>
            </a:r>
          </a:p>
          <a:p>
            <a:pPr lvl="1" algn="just"/>
            <a:r>
              <a:rPr lang="en-US" dirty="0">
                <a:latin typeface="Times New Roman" panose="02020603050405020304" pitchFamily="18" charset="0"/>
                <a:cs typeface="Times New Roman" panose="02020603050405020304" pitchFamily="18" charset="0"/>
              </a:rPr>
              <a:t>A Send primitive is said to be asynchronous if control returns back to the invoking process after the data item to be sent has been copied out of the user-specified buffer. </a:t>
            </a:r>
          </a:p>
          <a:p>
            <a:pPr lvl="1" algn="just"/>
            <a:r>
              <a:rPr lang="en-US" dirty="0">
                <a:latin typeface="Times New Roman" panose="02020603050405020304" pitchFamily="18" charset="0"/>
                <a:cs typeface="Times New Roman" panose="02020603050405020304" pitchFamily="18" charset="0"/>
              </a:rPr>
              <a:t>It does not make sense to define asynchronous Receive primitives</a:t>
            </a:r>
          </a:p>
        </p:txBody>
      </p:sp>
    </p:spTree>
    <p:extLst>
      <p:ext uri="{BB962C8B-B14F-4D97-AF65-F5344CB8AC3E}">
        <p14:creationId xmlns:p14="http://schemas.microsoft.com/office/powerpoint/2010/main" val="1315220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A50A3F-26C3-EED7-117B-BD1F4D3461D1}"/>
              </a:ext>
            </a:extLst>
          </p:cNvPr>
          <p:cNvPicPr>
            <a:picLocks noChangeAspect="1"/>
          </p:cNvPicPr>
          <p:nvPr/>
        </p:nvPicPr>
        <p:blipFill rotWithShape="1">
          <a:blip r:embed="rId2">
            <a:extLst>
              <a:ext uri="{28A0092B-C50C-407E-A947-70E740481C1C}">
                <a14:useLocalDpi xmlns:a14="http://schemas.microsoft.com/office/drawing/2010/main" val="0"/>
              </a:ext>
            </a:extLst>
          </a:blip>
          <a:srcRect l="8860" t="25630" r="22463" b="41778"/>
          <a:stretch/>
        </p:blipFill>
        <p:spPr>
          <a:xfrm>
            <a:off x="221403" y="701244"/>
            <a:ext cx="5600277" cy="5951986"/>
          </a:xfrm>
          <a:prstGeom prst="rect">
            <a:avLst/>
          </a:prstGeom>
        </p:spPr>
      </p:pic>
      <p:pic>
        <p:nvPicPr>
          <p:cNvPr id="7" name="Picture 6">
            <a:extLst>
              <a:ext uri="{FF2B5EF4-FFF2-40B4-BE49-F238E27FC236}">
                <a16:creationId xmlns:a16="http://schemas.microsoft.com/office/drawing/2014/main" id="{C9F1310C-1386-0337-6DCC-329187BC9BC5}"/>
              </a:ext>
            </a:extLst>
          </p:cNvPr>
          <p:cNvPicPr>
            <a:picLocks noChangeAspect="1"/>
          </p:cNvPicPr>
          <p:nvPr/>
        </p:nvPicPr>
        <p:blipFill rotWithShape="1">
          <a:blip r:embed="rId3">
            <a:extLst>
              <a:ext uri="{28A0092B-C50C-407E-A947-70E740481C1C}">
                <a14:useLocalDpi xmlns:a14="http://schemas.microsoft.com/office/drawing/2010/main" val="0"/>
              </a:ext>
            </a:extLst>
          </a:blip>
          <a:srcRect l="10850" t="26815" r="22463" b="40000"/>
          <a:stretch/>
        </p:blipFill>
        <p:spPr>
          <a:xfrm>
            <a:off x="6664960" y="701244"/>
            <a:ext cx="4693920" cy="5231035"/>
          </a:xfrm>
          <a:prstGeom prst="rect">
            <a:avLst/>
          </a:prstGeom>
        </p:spPr>
      </p:pic>
    </p:spTree>
    <p:extLst>
      <p:ext uri="{BB962C8B-B14F-4D97-AF65-F5344CB8AC3E}">
        <p14:creationId xmlns:p14="http://schemas.microsoft.com/office/powerpoint/2010/main" val="2573825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B9E2D0-3782-358B-0148-EB69A3756103}"/>
              </a:ext>
            </a:extLst>
          </p:cNvPr>
          <p:cNvSpPr>
            <a:spLocks noGrp="1"/>
          </p:cNvSpPr>
          <p:nvPr>
            <p:ph idx="1"/>
          </p:nvPr>
        </p:nvSpPr>
        <p:spPr>
          <a:xfrm>
            <a:off x="838200" y="365760"/>
            <a:ext cx="10368280" cy="5811203"/>
          </a:xfrm>
        </p:spPr>
        <p:txBody>
          <a:bodyPr>
            <a:normAutofit/>
          </a:bodyPr>
          <a:lstStyle/>
          <a:p>
            <a:pPr algn="just"/>
            <a:r>
              <a:rPr lang="en-US" b="1" dirty="0">
                <a:highlight>
                  <a:srgbClr val="FFFF00"/>
                </a:highlight>
                <a:latin typeface="Times New Roman" panose="02020603050405020304" pitchFamily="18" charset="0"/>
                <a:cs typeface="Times New Roman" panose="02020603050405020304" pitchFamily="18" charset="0"/>
              </a:rPr>
              <a:t>Blocking primitives </a:t>
            </a:r>
          </a:p>
          <a:p>
            <a:pPr lvl="1" algn="just"/>
            <a:r>
              <a:rPr lang="en-US" dirty="0">
                <a:latin typeface="Times New Roman" panose="02020603050405020304" pitchFamily="18" charset="0"/>
                <a:cs typeface="Times New Roman" panose="02020603050405020304" pitchFamily="18" charset="0"/>
              </a:rPr>
              <a:t>A primitive is blocking if control returns to the invoking process after the processing for the primitive (whether in synchronous or asynchronous mode) completes.</a:t>
            </a:r>
          </a:p>
          <a:p>
            <a:pPr algn="just"/>
            <a:r>
              <a:rPr lang="en-US" b="1" dirty="0">
                <a:highlight>
                  <a:srgbClr val="FFFF00"/>
                </a:highlight>
                <a:latin typeface="Times New Roman" panose="02020603050405020304" pitchFamily="18" charset="0"/>
                <a:cs typeface="Times New Roman" panose="02020603050405020304" pitchFamily="18" charset="0"/>
              </a:rPr>
              <a:t>Non-blocking primitives </a:t>
            </a:r>
          </a:p>
          <a:p>
            <a:pPr lvl="1" algn="just"/>
            <a:r>
              <a:rPr lang="en-US" dirty="0">
                <a:latin typeface="Times New Roman" panose="02020603050405020304" pitchFamily="18" charset="0"/>
                <a:cs typeface="Times New Roman" panose="02020603050405020304" pitchFamily="18" charset="0"/>
              </a:rPr>
              <a:t>A primitive is non-blocking if control returns back to the invoking process immediately after invocation, even though the operation has not completed. </a:t>
            </a:r>
          </a:p>
          <a:p>
            <a:pPr lvl="1" algn="just"/>
            <a:r>
              <a:rPr lang="en-US" dirty="0">
                <a:latin typeface="Times New Roman" panose="02020603050405020304" pitchFamily="18" charset="0"/>
                <a:cs typeface="Times New Roman" panose="02020603050405020304" pitchFamily="18" charset="0"/>
              </a:rPr>
              <a:t>For a non-blocking Send, control returns to the process even before the data is copied out of the user buffer. </a:t>
            </a:r>
          </a:p>
          <a:p>
            <a:pPr lvl="1" algn="just"/>
            <a:r>
              <a:rPr lang="en-US" dirty="0">
                <a:latin typeface="Times New Roman" panose="02020603050405020304" pitchFamily="18" charset="0"/>
                <a:cs typeface="Times New Roman" panose="02020603050405020304" pitchFamily="18" charset="0"/>
              </a:rPr>
              <a:t>For a non-blocking Receive, control returns to the process even before the data may have arrived from the sender.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558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F8EB-786D-E315-E64A-AB35C78BB12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Processor synchrony</a:t>
            </a:r>
          </a:p>
        </p:txBody>
      </p:sp>
      <p:sp>
        <p:nvSpPr>
          <p:cNvPr id="3" name="Content Placeholder 2">
            <a:extLst>
              <a:ext uri="{FF2B5EF4-FFF2-40B4-BE49-F238E27FC236}">
                <a16:creationId xmlns:a16="http://schemas.microsoft.com/office/drawing/2014/main" id="{359F75A6-4CDC-4BC9-94F1-5069F6D578EE}"/>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Processor synchrony indicates that </a:t>
            </a:r>
            <a:r>
              <a:rPr lang="en-US" dirty="0">
                <a:highlight>
                  <a:srgbClr val="FFFF00"/>
                </a:highlight>
                <a:latin typeface="Times New Roman" panose="02020603050405020304" pitchFamily="18" charset="0"/>
                <a:cs typeface="Times New Roman" panose="02020603050405020304" pitchFamily="18" charset="0"/>
              </a:rPr>
              <a:t>all the processors execute in lock-step with their clocks synchronized. </a:t>
            </a:r>
          </a:p>
          <a:p>
            <a:pPr algn="just"/>
            <a:r>
              <a:rPr lang="en-US" dirty="0">
                <a:latin typeface="Times New Roman" panose="02020603050405020304" pitchFamily="18" charset="0"/>
                <a:cs typeface="Times New Roman" panose="02020603050405020304" pitchFamily="18" charset="0"/>
              </a:rPr>
              <a:t>As this synchrony </a:t>
            </a:r>
            <a:r>
              <a:rPr lang="en-US" dirty="0">
                <a:solidFill>
                  <a:srgbClr val="FF0000"/>
                </a:solidFill>
                <a:latin typeface="Times New Roman" panose="02020603050405020304" pitchFamily="18" charset="0"/>
                <a:cs typeface="Times New Roman" panose="02020603050405020304" pitchFamily="18" charset="0"/>
              </a:rPr>
              <a:t>is not attainable in a distributed system</a:t>
            </a:r>
            <a:r>
              <a:rPr lang="en-US" dirty="0">
                <a:latin typeface="Times New Roman" panose="02020603050405020304" pitchFamily="18" charset="0"/>
                <a:cs typeface="Times New Roman" panose="02020603050405020304" pitchFamily="18" charset="0"/>
              </a:rPr>
              <a:t>, what is more generally indicated is that for a large granularity of code, usually termed as a step, the processors are synchronized.</a:t>
            </a:r>
          </a:p>
          <a:p>
            <a:pPr algn="just"/>
            <a:r>
              <a:rPr lang="en-US" dirty="0">
                <a:latin typeface="Times New Roman" panose="02020603050405020304" pitchFamily="18" charset="0"/>
                <a:cs typeface="Times New Roman" panose="02020603050405020304" pitchFamily="18" charset="0"/>
              </a:rPr>
              <a:t> This abstraction is implemented using some form of barrier synchronization to ensure that </a:t>
            </a:r>
            <a:r>
              <a:rPr lang="en-US" u="sng"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 processor begins executing the next step of code until all the processors have completed executing the previous steps of code assigned to each of the processors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666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36EC42-9497-577D-FCA4-8DEEF516AD4C}"/>
              </a:ext>
            </a:extLst>
          </p:cNvPr>
          <p:cNvSpPr>
            <a:spLocks noGrp="1"/>
          </p:cNvSpPr>
          <p:nvPr>
            <p:ph idx="1"/>
          </p:nvPr>
        </p:nvSpPr>
        <p:spPr>
          <a:xfrm>
            <a:off x="838200" y="406400"/>
            <a:ext cx="10541000" cy="5770563"/>
          </a:xfrm>
        </p:spPr>
        <p:txBody>
          <a:bodyPr/>
          <a:lstStyle/>
          <a:p>
            <a:r>
              <a:rPr lang="en-US" dirty="0"/>
              <a:t>Distributed systems challenges from a system perspective</a:t>
            </a:r>
          </a:p>
          <a:p>
            <a:r>
              <a:rPr lang="en-US" dirty="0"/>
              <a:t>Algorithmic challenges in distributed computing</a:t>
            </a:r>
          </a:p>
          <a:p>
            <a:r>
              <a:rPr lang="en-US"/>
              <a:t>Applications of distributed computing and newer challenges</a:t>
            </a:r>
            <a:endParaRPr lang="en-IN" dirty="0"/>
          </a:p>
        </p:txBody>
      </p:sp>
    </p:spTree>
    <p:extLst>
      <p:ext uri="{BB962C8B-B14F-4D97-AF65-F5344CB8AC3E}">
        <p14:creationId xmlns:p14="http://schemas.microsoft.com/office/powerpoint/2010/main" val="3067963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TotalTime>
  <Words>1412</Words>
  <Application>Microsoft Office PowerPoint</Application>
  <PresentationFormat>Widescreen</PresentationFormat>
  <Paragraphs>83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Module1 Part_01</vt:lpstr>
      <vt:lpstr>PowerPoint Presentation</vt:lpstr>
      <vt:lpstr>Distributed Computing??</vt:lpstr>
      <vt:lpstr>PowerPoint Presentation</vt:lpstr>
      <vt:lpstr>PowerPoint Presentation</vt:lpstr>
      <vt:lpstr>Relation to computer system components</vt:lpstr>
      <vt:lpstr>PowerPoint Presentation</vt:lpstr>
      <vt:lpstr>PowerPoint Presentation</vt:lpstr>
      <vt:lpstr>Middleware??</vt:lpstr>
      <vt:lpstr>Motivation</vt:lpstr>
      <vt:lpstr>PowerPoint Presentation</vt:lpstr>
      <vt:lpstr>PowerPoint Presentation</vt:lpstr>
      <vt:lpstr>PowerPoint Presentation</vt:lpstr>
      <vt:lpstr>Primitives for distributed communication</vt:lpstr>
      <vt:lpstr>PowerPoint Presentation</vt:lpstr>
      <vt:lpstr>PowerPoint Presentation</vt:lpstr>
      <vt:lpstr>PowerPoint Presentation</vt:lpstr>
      <vt:lpstr>PowerPoint Presentation</vt:lpstr>
      <vt:lpstr>Processor synchrony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JESNA J S</dc:creator>
  <cp:lastModifiedBy>JESNA J S</cp:lastModifiedBy>
  <cp:revision>1</cp:revision>
  <dcterms:created xsi:type="dcterms:W3CDTF">2024-01-22T18:01:30Z</dcterms:created>
  <dcterms:modified xsi:type="dcterms:W3CDTF">2024-04-26T14:27:59Z</dcterms:modified>
</cp:coreProperties>
</file>