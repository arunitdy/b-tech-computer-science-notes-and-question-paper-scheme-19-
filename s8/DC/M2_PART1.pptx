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C74339-FBF4-4ECE-BAF9-6334BE4F4218}" v="29" dt="2024-02-15T06:50:03.9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NA J S" userId="1cf9dc77da0791c6" providerId="LiveId" clId="{A5C74339-FBF4-4ECE-BAF9-6334BE4F4218}"/>
    <pc:docChg chg="undo redo custSel addSld delSld modSld">
      <pc:chgData name="JESNA J S" userId="1cf9dc77da0791c6" providerId="LiveId" clId="{A5C74339-FBF4-4ECE-BAF9-6334BE4F4218}" dt="2024-02-15T06:50:03.959" v="1376"/>
      <pc:docMkLst>
        <pc:docMk/>
      </pc:docMkLst>
      <pc:sldChg chg="modSp new mod">
        <pc:chgData name="JESNA J S" userId="1cf9dc77da0791c6" providerId="LiveId" clId="{A5C74339-FBF4-4ECE-BAF9-6334BE4F4218}" dt="2024-02-04T14:03:30.804" v="71" actId="1076"/>
        <pc:sldMkLst>
          <pc:docMk/>
          <pc:sldMk cId="3793274901" sldId="256"/>
        </pc:sldMkLst>
        <pc:spChg chg="mod">
          <ac:chgData name="JESNA J S" userId="1cf9dc77da0791c6" providerId="LiveId" clId="{A5C74339-FBF4-4ECE-BAF9-6334BE4F4218}" dt="2024-02-04T14:03:30.804" v="71" actId="1076"/>
          <ac:spMkLst>
            <pc:docMk/>
            <pc:sldMk cId="3793274901" sldId="256"/>
            <ac:spMk id="2" creationId="{6383A9ED-2991-F98A-C474-39CA61E94741}"/>
          </ac:spMkLst>
        </pc:spChg>
        <pc:spChg chg="mod">
          <ac:chgData name="JESNA J S" userId="1cf9dc77da0791c6" providerId="LiveId" clId="{A5C74339-FBF4-4ECE-BAF9-6334BE4F4218}" dt="2024-02-04T14:03:25.054" v="70" actId="1076"/>
          <ac:spMkLst>
            <pc:docMk/>
            <pc:sldMk cId="3793274901" sldId="256"/>
            <ac:spMk id="3" creationId="{08F9F2FC-BD87-3006-6724-0CF5BB8B3273}"/>
          </ac:spMkLst>
        </pc:spChg>
      </pc:sldChg>
      <pc:sldChg chg="modSp new mod">
        <pc:chgData name="JESNA J S" userId="1cf9dc77da0791c6" providerId="LiveId" clId="{A5C74339-FBF4-4ECE-BAF9-6334BE4F4218}" dt="2024-02-04T14:17:12.928" v="212" actId="123"/>
        <pc:sldMkLst>
          <pc:docMk/>
          <pc:sldMk cId="4145441247" sldId="257"/>
        </pc:sldMkLst>
        <pc:spChg chg="mod">
          <ac:chgData name="JESNA J S" userId="1cf9dc77da0791c6" providerId="LiveId" clId="{A5C74339-FBF4-4ECE-BAF9-6334BE4F4218}" dt="2024-02-04T14:17:12.928" v="212" actId="123"/>
          <ac:spMkLst>
            <pc:docMk/>
            <pc:sldMk cId="4145441247" sldId="257"/>
            <ac:spMk id="2" creationId="{C7C228C8-C211-BB80-CFB8-4C4170D7799E}"/>
          </ac:spMkLst>
        </pc:spChg>
        <pc:spChg chg="mod">
          <ac:chgData name="JESNA J S" userId="1cf9dc77da0791c6" providerId="LiveId" clId="{A5C74339-FBF4-4ECE-BAF9-6334BE4F4218}" dt="2024-02-04T14:17:12.928" v="212" actId="123"/>
          <ac:spMkLst>
            <pc:docMk/>
            <pc:sldMk cId="4145441247" sldId="257"/>
            <ac:spMk id="3" creationId="{E0540F6D-11EB-2200-ED41-433C7FF6CF09}"/>
          </ac:spMkLst>
        </pc:spChg>
      </pc:sldChg>
      <pc:sldChg chg="delSp modSp new mod">
        <pc:chgData name="JESNA J S" userId="1cf9dc77da0791c6" providerId="LiveId" clId="{A5C74339-FBF4-4ECE-BAF9-6334BE4F4218}" dt="2024-02-04T15:03:20.698" v="272" actId="20577"/>
        <pc:sldMkLst>
          <pc:docMk/>
          <pc:sldMk cId="2717378993" sldId="258"/>
        </pc:sldMkLst>
        <pc:spChg chg="del">
          <ac:chgData name="JESNA J S" userId="1cf9dc77da0791c6" providerId="LiveId" clId="{A5C74339-FBF4-4ECE-BAF9-6334BE4F4218}" dt="2024-02-04T14:59:20.248" v="221" actId="478"/>
          <ac:spMkLst>
            <pc:docMk/>
            <pc:sldMk cId="2717378993" sldId="258"/>
            <ac:spMk id="2" creationId="{7A93A41B-717A-781F-E1EB-BF5A63F49420}"/>
          </ac:spMkLst>
        </pc:spChg>
        <pc:spChg chg="mod">
          <ac:chgData name="JESNA J S" userId="1cf9dc77da0791c6" providerId="LiveId" clId="{A5C74339-FBF4-4ECE-BAF9-6334BE4F4218}" dt="2024-02-04T15:03:20.698" v="272" actId="20577"/>
          <ac:spMkLst>
            <pc:docMk/>
            <pc:sldMk cId="2717378993" sldId="258"/>
            <ac:spMk id="3" creationId="{75A42D46-1B99-1237-9D13-D747304AE442}"/>
          </ac:spMkLst>
        </pc:spChg>
      </pc:sldChg>
      <pc:sldChg chg="delSp modSp new mod">
        <pc:chgData name="JESNA J S" userId="1cf9dc77da0791c6" providerId="LiveId" clId="{A5C74339-FBF4-4ECE-BAF9-6334BE4F4218}" dt="2024-02-04T15:14:47.380" v="316" actId="313"/>
        <pc:sldMkLst>
          <pc:docMk/>
          <pc:sldMk cId="976428086" sldId="259"/>
        </pc:sldMkLst>
        <pc:spChg chg="del">
          <ac:chgData name="JESNA J S" userId="1cf9dc77da0791c6" providerId="LiveId" clId="{A5C74339-FBF4-4ECE-BAF9-6334BE4F4218}" dt="2024-02-04T15:04:41.201" v="274" actId="478"/>
          <ac:spMkLst>
            <pc:docMk/>
            <pc:sldMk cId="976428086" sldId="259"/>
            <ac:spMk id="2" creationId="{2C9C52AD-F640-3CA6-4B1C-962648FD84CE}"/>
          </ac:spMkLst>
        </pc:spChg>
        <pc:spChg chg="mod">
          <ac:chgData name="JESNA J S" userId="1cf9dc77da0791c6" providerId="LiveId" clId="{A5C74339-FBF4-4ECE-BAF9-6334BE4F4218}" dt="2024-02-04T15:14:47.380" v="316" actId="313"/>
          <ac:spMkLst>
            <pc:docMk/>
            <pc:sldMk cId="976428086" sldId="259"/>
            <ac:spMk id="3" creationId="{C7CB6269-0D1B-A35F-69B8-6B1CA60B6D07}"/>
          </ac:spMkLst>
        </pc:spChg>
      </pc:sldChg>
      <pc:sldChg chg="delSp modSp new mod">
        <pc:chgData name="JESNA J S" userId="1cf9dc77da0791c6" providerId="LiveId" clId="{A5C74339-FBF4-4ECE-BAF9-6334BE4F4218}" dt="2024-02-04T15:17:37.188" v="363" actId="13926"/>
        <pc:sldMkLst>
          <pc:docMk/>
          <pc:sldMk cId="147991376" sldId="260"/>
        </pc:sldMkLst>
        <pc:spChg chg="del">
          <ac:chgData name="JESNA J S" userId="1cf9dc77da0791c6" providerId="LiveId" clId="{A5C74339-FBF4-4ECE-BAF9-6334BE4F4218}" dt="2024-02-04T15:15:41.758" v="318" actId="478"/>
          <ac:spMkLst>
            <pc:docMk/>
            <pc:sldMk cId="147991376" sldId="260"/>
            <ac:spMk id="2" creationId="{0974C721-9D3C-9B00-0CDD-79D8DE7AF673}"/>
          </ac:spMkLst>
        </pc:spChg>
        <pc:spChg chg="mod">
          <ac:chgData name="JESNA J S" userId="1cf9dc77da0791c6" providerId="LiveId" clId="{A5C74339-FBF4-4ECE-BAF9-6334BE4F4218}" dt="2024-02-04T15:17:37.188" v="363" actId="13926"/>
          <ac:spMkLst>
            <pc:docMk/>
            <pc:sldMk cId="147991376" sldId="260"/>
            <ac:spMk id="3" creationId="{E8EA3932-87A8-1F15-8EB4-4F170FC37DC0}"/>
          </ac:spMkLst>
        </pc:spChg>
      </pc:sldChg>
      <pc:sldChg chg="addSp delSp modSp new mod">
        <pc:chgData name="JESNA J S" userId="1cf9dc77da0791c6" providerId="LiveId" clId="{A5C74339-FBF4-4ECE-BAF9-6334BE4F4218}" dt="2024-02-04T15:26:05.794" v="424" actId="14100"/>
        <pc:sldMkLst>
          <pc:docMk/>
          <pc:sldMk cId="19728793" sldId="261"/>
        </pc:sldMkLst>
        <pc:spChg chg="mod">
          <ac:chgData name="JESNA J S" userId="1cf9dc77da0791c6" providerId="LiveId" clId="{A5C74339-FBF4-4ECE-BAF9-6334BE4F4218}" dt="2024-02-04T15:25:58.309" v="422" actId="1076"/>
          <ac:spMkLst>
            <pc:docMk/>
            <pc:sldMk cId="19728793" sldId="261"/>
            <ac:spMk id="2" creationId="{355F44F0-A146-5DE2-520E-8B395E90364B}"/>
          </ac:spMkLst>
        </pc:spChg>
        <pc:spChg chg="mod">
          <ac:chgData name="JESNA J S" userId="1cf9dc77da0791c6" providerId="LiveId" clId="{A5C74339-FBF4-4ECE-BAF9-6334BE4F4218}" dt="2024-02-04T15:26:05.794" v="424" actId="14100"/>
          <ac:spMkLst>
            <pc:docMk/>
            <pc:sldMk cId="19728793" sldId="261"/>
            <ac:spMk id="3" creationId="{A0DEC205-9059-C506-A20D-5067D48207B2}"/>
          </ac:spMkLst>
        </pc:spChg>
        <pc:picChg chg="add del mod modCrop">
          <ac:chgData name="JESNA J S" userId="1cf9dc77da0791c6" providerId="LiveId" clId="{A5C74339-FBF4-4ECE-BAF9-6334BE4F4218}" dt="2024-02-04T15:25:12.641" v="410" actId="21"/>
          <ac:picMkLst>
            <pc:docMk/>
            <pc:sldMk cId="19728793" sldId="261"/>
            <ac:picMk id="5" creationId="{45814FD6-B1AA-5D90-7B37-DDF35C4BC1E9}"/>
          </ac:picMkLst>
        </pc:picChg>
      </pc:sldChg>
      <pc:sldChg chg="addSp delSp modSp new mod">
        <pc:chgData name="JESNA J S" userId="1cf9dc77da0791c6" providerId="LiveId" clId="{A5C74339-FBF4-4ECE-BAF9-6334BE4F4218}" dt="2024-02-04T15:31:01.700" v="443" actId="9405"/>
        <pc:sldMkLst>
          <pc:docMk/>
          <pc:sldMk cId="3175182970" sldId="262"/>
        </pc:sldMkLst>
        <pc:spChg chg="del">
          <ac:chgData name="JESNA J S" userId="1cf9dc77da0791c6" providerId="LiveId" clId="{A5C74339-FBF4-4ECE-BAF9-6334BE4F4218}" dt="2024-02-04T15:25:24.441" v="413" actId="478"/>
          <ac:spMkLst>
            <pc:docMk/>
            <pc:sldMk cId="3175182970" sldId="262"/>
            <ac:spMk id="2" creationId="{1E3288CC-544D-47D4-A261-A961DE8F1246}"/>
          </ac:spMkLst>
        </pc:spChg>
        <pc:spChg chg="del">
          <ac:chgData name="JESNA J S" userId="1cf9dc77da0791c6" providerId="LiveId" clId="{A5C74339-FBF4-4ECE-BAF9-6334BE4F4218}" dt="2024-02-04T15:25:18.741" v="412" actId="478"/>
          <ac:spMkLst>
            <pc:docMk/>
            <pc:sldMk cId="3175182970" sldId="262"/>
            <ac:spMk id="3" creationId="{821D4E53-88E9-AF5B-2F7D-59466DB20DEA}"/>
          </ac:spMkLst>
        </pc:spChg>
        <pc:spChg chg="add mod">
          <ac:chgData name="JESNA J S" userId="1cf9dc77da0791c6" providerId="LiveId" clId="{A5C74339-FBF4-4ECE-BAF9-6334BE4F4218}" dt="2024-02-04T15:26:58.567" v="427" actId="208"/>
          <ac:spMkLst>
            <pc:docMk/>
            <pc:sldMk cId="3175182970" sldId="262"/>
            <ac:spMk id="4" creationId="{333BC05E-8D25-C531-BBD8-2ED68F5868F4}"/>
          </ac:spMkLst>
        </pc:spChg>
        <pc:picChg chg="add mod">
          <ac:chgData name="JESNA J S" userId="1cf9dc77da0791c6" providerId="LiveId" clId="{A5C74339-FBF4-4ECE-BAF9-6334BE4F4218}" dt="2024-02-04T15:25:36.358" v="418" actId="14100"/>
          <ac:picMkLst>
            <pc:docMk/>
            <pc:sldMk cId="3175182970" sldId="262"/>
            <ac:picMk id="5" creationId="{45814FD6-B1AA-5D90-7B37-DDF35C4BC1E9}"/>
          </ac:picMkLst>
        </pc:picChg>
        <pc:inkChg chg="add">
          <ac:chgData name="JESNA J S" userId="1cf9dc77da0791c6" providerId="LiveId" clId="{A5C74339-FBF4-4ECE-BAF9-6334BE4F4218}" dt="2024-02-04T15:30:42.127" v="440" actId="9405"/>
          <ac:inkMkLst>
            <pc:docMk/>
            <pc:sldMk cId="3175182970" sldId="262"/>
            <ac:inkMk id="13" creationId="{407388E0-9479-25E7-B1C9-E6BE70C7298A}"/>
          </ac:inkMkLst>
        </pc:inkChg>
        <pc:inkChg chg="add">
          <ac:chgData name="JESNA J S" userId="1cf9dc77da0791c6" providerId="LiveId" clId="{A5C74339-FBF4-4ECE-BAF9-6334BE4F4218}" dt="2024-02-04T15:30:48.715" v="441" actId="9405"/>
          <ac:inkMkLst>
            <pc:docMk/>
            <pc:sldMk cId="3175182970" sldId="262"/>
            <ac:inkMk id="14" creationId="{F29E141E-F238-5379-99AA-4920FA03F667}"/>
          </ac:inkMkLst>
        </pc:inkChg>
        <pc:inkChg chg="add">
          <ac:chgData name="JESNA J S" userId="1cf9dc77da0791c6" providerId="LiveId" clId="{A5C74339-FBF4-4ECE-BAF9-6334BE4F4218}" dt="2024-02-04T15:30:55.552" v="442" actId="9405"/>
          <ac:inkMkLst>
            <pc:docMk/>
            <pc:sldMk cId="3175182970" sldId="262"/>
            <ac:inkMk id="15" creationId="{452D51B6-18E8-4DEE-FF21-005D25C316C0}"/>
          </ac:inkMkLst>
        </pc:inkChg>
        <pc:inkChg chg="add">
          <ac:chgData name="JESNA J S" userId="1cf9dc77da0791c6" providerId="LiveId" clId="{A5C74339-FBF4-4ECE-BAF9-6334BE4F4218}" dt="2024-02-04T15:31:01.700" v="443" actId="9405"/>
          <ac:inkMkLst>
            <pc:docMk/>
            <pc:sldMk cId="3175182970" sldId="262"/>
            <ac:inkMk id="16" creationId="{E6CA29C8-2ACD-EE1F-94A5-0ED205F6B15B}"/>
          </ac:inkMkLst>
        </pc:inkChg>
        <pc:cxnChg chg="add mod">
          <ac:chgData name="JESNA J S" userId="1cf9dc77da0791c6" providerId="LiveId" clId="{A5C74339-FBF4-4ECE-BAF9-6334BE4F4218}" dt="2024-02-04T15:28:52.951" v="431" actId="208"/>
          <ac:cxnSpMkLst>
            <pc:docMk/>
            <pc:sldMk cId="3175182970" sldId="262"/>
            <ac:cxnSpMk id="7" creationId="{8F47444C-A620-5D6B-3D0F-3CA34D7EB732}"/>
          </ac:cxnSpMkLst>
        </pc:cxnChg>
        <pc:cxnChg chg="add mod">
          <ac:chgData name="JESNA J S" userId="1cf9dc77da0791c6" providerId="LiveId" clId="{A5C74339-FBF4-4ECE-BAF9-6334BE4F4218}" dt="2024-02-04T15:29:15.259" v="434" actId="14100"/>
          <ac:cxnSpMkLst>
            <pc:docMk/>
            <pc:sldMk cId="3175182970" sldId="262"/>
            <ac:cxnSpMk id="8" creationId="{5FEE69E2-4C55-D526-96F9-B8847276C6B3}"/>
          </ac:cxnSpMkLst>
        </pc:cxnChg>
        <pc:cxnChg chg="add mod">
          <ac:chgData name="JESNA J S" userId="1cf9dc77da0791c6" providerId="LiveId" clId="{A5C74339-FBF4-4ECE-BAF9-6334BE4F4218}" dt="2024-02-04T15:29:24.038" v="437" actId="14100"/>
          <ac:cxnSpMkLst>
            <pc:docMk/>
            <pc:sldMk cId="3175182970" sldId="262"/>
            <ac:cxnSpMk id="10" creationId="{61404EDF-0676-C422-40BA-48E9F5C0B0A2}"/>
          </ac:cxnSpMkLst>
        </pc:cxnChg>
        <pc:cxnChg chg="add mod">
          <ac:chgData name="JESNA J S" userId="1cf9dc77da0791c6" providerId="LiveId" clId="{A5C74339-FBF4-4ECE-BAF9-6334BE4F4218}" dt="2024-02-04T15:29:34.144" v="439" actId="1076"/>
          <ac:cxnSpMkLst>
            <pc:docMk/>
            <pc:sldMk cId="3175182970" sldId="262"/>
            <ac:cxnSpMk id="12" creationId="{0F697A79-794E-4DF1-83F7-9F2F5E0AF3FD}"/>
          </ac:cxnSpMkLst>
        </pc:cxnChg>
      </pc:sldChg>
      <pc:sldChg chg="addSp delSp modSp new mod">
        <pc:chgData name="JESNA J S" userId="1cf9dc77da0791c6" providerId="LiveId" clId="{A5C74339-FBF4-4ECE-BAF9-6334BE4F4218}" dt="2024-02-04T15:36:27.447" v="469" actId="1076"/>
        <pc:sldMkLst>
          <pc:docMk/>
          <pc:sldMk cId="3710314833" sldId="263"/>
        </pc:sldMkLst>
        <pc:spChg chg="mod">
          <ac:chgData name="JESNA J S" userId="1cf9dc77da0791c6" providerId="LiveId" clId="{A5C74339-FBF4-4ECE-BAF9-6334BE4F4218}" dt="2024-02-04T15:32:14.850" v="457" actId="14100"/>
          <ac:spMkLst>
            <pc:docMk/>
            <pc:sldMk cId="3710314833" sldId="263"/>
            <ac:spMk id="2" creationId="{9AD8D57C-FCE4-F7A4-F4D7-F4B48C08975A}"/>
          </ac:spMkLst>
        </pc:spChg>
        <pc:spChg chg="del">
          <ac:chgData name="JESNA J S" userId="1cf9dc77da0791c6" providerId="LiveId" clId="{A5C74339-FBF4-4ECE-BAF9-6334BE4F4218}" dt="2024-02-04T15:33:09.240" v="458" actId="478"/>
          <ac:spMkLst>
            <pc:docMk/>
            <pc:sldMk cId="3710314833" sldId="263"/>
            <ac:spMk id="3" creationId="{E81962A0-B066-6246-9ED2-6E7CF00E666D}"/>
          </ac:spMkLst>
        </pc:spChg>
        <pc:picChg chg="add mod">
          <ac:chgData name="JESNA J S" userId="1cf9dc77da0791c6" providerId="LiveId" clId="{A5C74339-FBF4-4ECE-BAF9-6334BE4F4218}" dt="2024-02-04T15:34:17.121" v="462" actId="14100"/>
          <ac:picMkLst>
            <pc:docMk/>
            <pc:sldMk cId="3710314833" sldId="263"/>
            <ac:picMk id="7" creationId="{5D8624CD-5B0D-C2FA-7BC5-C6F0249F5222}"/>
          </ac:picMkLst>
        </pc:picChg>
        <pc:inkChg chg="add del">
          <ac:chgData name="JESNA J S" userId="1cf9dc77da0791c6" providerId="LiveId" clId="{A5C74339-FBF4-4ECE-BAF9-6334BE4F4218}" dt="2024-02-04T15:31:47.992" v="447" actId="478"/>
          <ac:inkMkLst>
            <pc:docMk/>
            <pc:sldMk cId="3710314833" sldId="263"/>
            <ac:inkMk id="4" creationId="{6CF27CBC-F8E1-7712-6068-A66B0F890C40}"/>
          </ac:inkMkLst>
        </pc:inkChg>
        <pc:inkChg chg="add">
          <ac:chgData name="JESNA J S" userId="1cf9dc77da0791c6" providerId="LiveId" clId="{A5C74339-FBF4-4ECE-BAF9-6334BE4F4218}" dt="2024-02-04T15:31:35.432" v="446" actId="9405"/>
          <ac:inkMkLst>
            <pc:docMk/>
            <pc:sldMk cId="3710314833" sldId="263"/>
            <ac:inkMk id="5" creationId="{C7EBDEC9-93D1-25C9-CC96-8BFB5AA128D9}"/>
          </ac:inkMkLst>
        </pc:inkChg>
        <pc:cxnChg chg="add mod">
          <ac:chgData name="JESNA J S" userId="1cf9dc77da0791c6" providerId="LiveId" clId="{A5C74339-FBF4-4ECE-BAF9-6334BE4F4218}" dt="2024-02-04T15:36:08.476" v="465" actId="14100"/>
          <ac:cxnSpMkLst>
            <pc:docMk/>
            <pc:sldMk cId="3710314833" sldId="263"/>
            <ac:cxnSpMk id="8" creationId="{35EE43BF-4691-BCD4-F2E6-7976C120EF0A}"/>
          </ac:cxnSpMkLst>
        </pc:cxnChg>
        <pc:cxnChg chg="add mod">
          <ac:chgData name="JESNA J S" userId="1cf9dc77da0791c6" providerId="LiveId" clId="{A5C74339-FBF4-4ECE-BAF9-6334BE4F4218}" dt="2024-02-04T15:36:27.447" v="469" actId="1076"/>
          <ac:cxnSpMkLst>
            <pc:docMk/>
            <pc:sldMk cId="3710314833" sldId="263"/>
            <ac:cxnSpMk id="10" creationId="{C59C87C6-41CA-E750-9D7C-B4045D030518}"/>
          </ac:cxnSpMkLst>
        </pc:cxnChg>
      </pc:sldChg>
      <pc:sldChg chg="addSp delSp modSp new mod">
        <pc:chgData name="JESNA J S" userId="1cf9dc77da0791c6" providerId="LiveId" clId="{A5C74339-FBF4-4ECE-BAF9-6334BE4F4218}" dt="2024-02-04T17:21:05.358" v="523" actId="1076"/>
        <pc:sldMkLst>
          <pc:docMk/>
          <pc:sldMk cId="358494526" sldId="264"/>
        </pc:sldMkLst>
        <pc:spChg chg="del">
          <ac:chgData name="JESNA J S" userId="1cf9dc77da0791c6" providerId="LiveId" clId="{A5C74339-FBF4-4ECE-BAF9-6334BE4F4218}" dt="2024-02-04T17:12:53.927" v="471" actId="478"/>
          <ac:spMkLst>
            <pc:docMk/>
            <pc:sldMk cId="358494526" sldId="264"/>
            <ac:spMk id="2" creationId="{1E6AC26F-1ECE-BBA0-C357-E6451B06348B}"/>
          </ac:spMkLst>
        </pc:spChg>
        <pc:spChg chg="del">
          <ac:chgData name="JESNA J S" userId="1cf9dc77da0791c6" providerId="LiveId" clId="{A5C74339-FBF4-4ECE-BAF9-6334BE4F4218}" dt="2024-02-04T17:12:56.940" v="472" actId="478"/>
          <ac:spMkLst>
            <pc:docMk/>
            <pc:sldMk cId="358494526" sldId="264"/>
            <ac:spMk id="3" creationId="{B8E696CF-810D-7B51-FC23-D6B8B11F21A5}"/>
          </ac:spMkLst>
        </pc:spChg>
        <pc:spChg chg="add mod">
          <ac:chgData name="JESNA J S" userId="1cf9dc77da0791c6" providerId="LiveId" clId="{A5C74339-FBF4-4ECE-BAF9-6334BE4F4218}" dt="2024-02-04T17:21:05.358" v="523" actId="1076"/>
          <ac:spMkLst>
            <pc:docMk/>
            <pc:sldMk cId="358494526" sldId="264"/>
            <ac:spMk id="18" creationId="{4ADEFF37-0556-F304-0F8B-95226A87C32B}"/>
          </ac:spMkLst>
        </pc:spChg>
        <pc:picChg chg="add mod">
          <ac:chgData name="JESNA J S" userId="1cf9dc77da0791c6" providerId="LiveId" clId="{A5C74339-FBF4-4ECE-BAF9-6334BE4F4218}" dt="2024-02-04T17:20:52.807" v="520" actId="1076"/>
          <ac:picMkLst>
            <pc:docMk/>
            <pc:sldMk cId="358494526" sldId="264"/>
            <ac:picMk id="5" creationId="{7938BB55-5B7B-4D1A-2A24-DD620E620BAE}"/>
          </ac:picMkLst>
        </pc:picChg>
        <pc:inkChg chg="add">
          <ac:chgData name="JESNA J S" userId="1cf9dc77da0791c6" providerId="LiveId" clId="{A5C74339-FBF4-4ECE-BAF9-6334BE4F4218}" dt="2024-02-04T17:16:00.878" v="489" actId="9405"/>
          <ac:inkMkLst>
            <pc:docMk/>
            <pc:sldMk cId="358494526" sldId="264"/>
            <ac:inkMk id="12" creationId="{5F61FB5A-651B-AD7C-92B9-6FC84D0F06EF}"/>
          </ac:inkMkLst>
        </pc:inkChg>
        <pc:inkChg chg="add">
          <ac:chgData name="JESNA J S" userId="1cf9dc77da0791c6" providerId="LiveId" clId="{A5C74339-FBF4-4ECE-BAF9-6334BE4F4218}" dt="2024-02-04T17:16:07.719" v="490" actId="9405"/>
          <ac:inkMkLst>
            <pc:docMk/>
            <pc:sldMk cId="358494526" sldId="264"/>
            <ac:inkMk id="13" creationId="{BCAF9699-AB8C-2C15-2CBF-CC67EA709B69}"/>
          </ac:inkMkLst>
        </pc:inkChg>
        <pc:inkChg chg="add">
          <ac:chgData name="JESNA J S" userId="1cf9dc77da0791c6" providerId="LiveId" clId="{A5C74339-FBF4-4ECE-BAF9-6334BE4F4218}" dt="2024-02-04T17:16:12.457" v="491" actId="9405"/>
          <ac:inkMkLst>
            <pc:docMk/>
            <pc:sldMk cId="358494526" sldId="264"/>
            <ac:inkMk id="14" creationId="{C241245C-E0C5-CF7B-6087-C689B69C8A91}"/>
          </ac:inkMkLst>
        </pc:inkChg>
        <pc:inkChg chg="add">
          <ac:chgData name="JESNA J S" userId="1cf9dc77da0791c6" providerId="LiveId" clId="{A5C74339-FBF4-4ECE-BAF9-6334BE4F4218}" dt="2024-02-04T17:16:20.716" v="492" actId="9405"/>
          <ac:inkMkLst>
            <pc:docMk/>
            <pc:sldMk cId="358494526" sldId="264"/>
            <ac:inkMk id="15" creationId="{ACC1B857-8CBD-9963-69F9-086D251CC359}"/>
          </ac:inkMkLst>
        </pc:inkChg>
        <pc:inkChg chg="add">
          <ac:chgData name="JESNA J S" userId="1cf9dc77da0791c6" providerId="LiveId" clId="{A5C74339-FBF4-4ECE-BAF9-6334BE4F4218}" dt="2024-02-04T17:16:28.529" v="493" actId="9405"/>
          <ac:inkMkLst>
            <pc:docMk/>
            <pc:sldMk cId="358494526" sldId="264"/>
            <ac:inkMk id="16" creationId="{06E808E9-2BAD-FA30-F66E-04AC9D1CEB1E}"/>
          </ac:inkMkLst>
        </pc:inkChg>
        <pc:inkChg chg="add">
          <ac:chgData name="JESNA J S" userId="1cf9dc77da0791c6" providerId="LiveId" clId="{A5C74339-FBF4-4ECE-BAF9-6334BE4F4218}" dt="2024-02-04T17:16:30.301" v="494" actId="9405"/>
          <ac:inkMkLst>
            <pc:docMk/>
            <pc:sldMk cId="358494526" sldId="264"/>
            <ac:inkMk id="17" creationId="{16E8873A-29ED-47D2-1090-61814715A2EA}"/>
          </ac:inkMkLst>
        </pc:inkChg>
        <pc:cxnChg chg="add mod">
          <ac:chgData name="JESNA J S" userId="1cf9dc77da0791c6" providerId="LiveId" clId="{A5C74339-FBF4-4ECE-BAF9-6334BE4F4218}" dt="2024-02-04T17:20:57.983" v="521" actId="1076"/>
          <ac:cxnSpMkLst>
            <pc:docMk/>
            <pc:sldMk cId="358494526" sldId="264"/>
            <ac:cxnSpMk id="7" creationId="{1698082F-7EAC-BD1B-3717-2B5B8DA0D53E}"/>
          </ac:cxnSpMkLst>
        </pc:cxnChg>
        <pc:cxnChg chg="add mod">
          <ac:chgData name="JESNA J S" userId="1cf9dc77da0791c6" providerId="LiveId" clId="{A5C74339-FBF4-4ECE-BAF9-6334BE4F4218}" dt="2024-02-04T17:21:01.204" v="522" actId="1076"/>
          <ac:cxnSpMkLst>
            <pc:docMk/>
            <pc:sldMk cId="358494526" sldId="264"/>
            <ac:cxnSpMk id="10" creationId="{4F0A2199-72EA-BCFA-CC84-00944493E115}"/>
          </ac:cxnSpMkLst>
        </pc:cxnChg>
      </pc:sldChg>
      <pc:sldChg chg="addSp delSp modSp new mod">
        <pc:chgData name="JESNA J S" userId="1cf9dc77da0791c6" providerId="LiveId" clId="{A5C74339-FBF4-4ECE-BAF9-6334BE4F4218}" dt="2024-02-10T16:15:26.644" v="670" actId="1076"/>
        <pc:sldMkLst>
          <pc:docMk/>
          <pc:sldMk cId="2739130887" sldId="265"/>
        </pc:sldMkLst>
        <pc:spChg chg="mod">
          <ac:chgData name="JESNA J S" userId="1cf9dc77da0791c6" providerId="LiveId" clId="{A5C74339-FBF4-4ECE-BAF9-6334BE4F4218}" dt="2024-02-04T17:21:39.484" v="530" actId="113"/>
          <ac:spMkLst>
            <pc:docMk/>
            <pc:sldMk cId="2739130887" sldId="265"/>
            <ac:spMk id="2" creationId="{5B118778-F78E-1230-694B-01B1706B4058}"/>
          </ac:spMkLst>
        </pc:spChg>
        <pc:spChg chg="del mod">
          <ac:chgData name="JESNA J S" userId="1cf9dc77da0791c6" providerId="LiveId" clId="{A5C74339-FBF4-4ECE-BAF9-6334BE4F4218}" dt="2024-02-04T17:20:34.963" v="517" actId="21"/>
          <ac:spMkLst>
            <pc:docMk/>
            <pc:sldMk cId="2739130887" sldId="265"/>
            <ac:spMk id="3" creationId="{4ADEFF37-0556-F304-0F8B-95226A87C32B}"/>
          </ac:spMkLst>
        </pc:spChg>
        <pc:spChg chg="add mod">
          <ac:chgData name="JESNA J S" userId="1cf9dc77da0791c6" providerId="LiveId" clId="{A5C74339-FBF4-4ECE-BAF9-6334BE4F4218}" dt="2024-02-10T16:15:26.644" v="670" actId="1076"/>
          <ac:spMkLst>
            <pc:docMk/>
            <pc:sldMk cId="2739130887" sldId="265"/>
            <ac:spMk id="5" creationId="{19EE4080-9343-A816-F9C4-9498E78D0600}"/>
          </ac:spMkLst>
        </pc:spChg>
      </pc:sldChg>
      <pc:sldChg chg="addSp delSp modSp new mod">
        <pc:chgData name="JESNA J S" userId="1cf9dc77da0791c6" providerId="LiveId" clId="{A5C74339-FBF4-4ECE-BAF9-6334BE4F4218}" dt="2024-02-10T16:22:39.541" v="686" actId="14100"/>
        <pc:sldMkLst>
          <pc:docMk/>
          <pc:sldMk cId="2312910368" sldId="266"/>
        </pc:sldMkLst>
        <pc:spChg chg="del">
          <ac:chgData name="JESNA J S" userId="1cf9dc77da0791c6" providerId="LiveId" clId="{A5C74339-FBF4-4ECE-BAF9-6334BE4F4218}" dt="2024-02-04T17:33:45.856" v="558" actId="478"/>
          <ac:spMkLst>
            <pc:docMk/>
            <pc:sldMk cId="2312910368" sldId="266"/>
            <ac:spMk id="2" creationId="{AE0034DE-3518-EB2C-87E9-2167FC63E09F}"/>
          </ac:spMkLst>
        </pc:spChg>
        <pc:spChg chg="del">
          <ac:chgData name="JESNA J S" userId="1cf9dc77da0791c6" providerId="LiveId" clId="{A5C74339-FBF4-4ECE-BAF9-6334BE4F4218}" dt="2024-02-04T17:33:48.601" v="559" actId="478"/>
          <ac:spMkLst>
            <pc:docMk/>
            <pc:sldMk cId="2312910368" sldId="266"/>
            <ac:spMk id="3" creationId="{00064BBE-2EB7-5697-12FE-8A62133BB781}"/>
          </ac:spMkLst>
        </pc:spChg>
        <pc:spChg chg="add mod">
          <ac:chgData name="JESNA J S" userId="1cf9dc77da0791c6" providerId="LiveId" clId="{A5C74339-FBF4-4ECE-BAF9-6334BE4F4218}" dt="2024-02-10T16:09:32.415" v="667" actId="207"/>
          <ac:spMkLst>
            <pc:docMk/>
            <pc:sldMk cId="2312910368" sldId="266"/>
            <ac:spMk id="3" creationId="{1F79BA8F-FE24-0828-18F0-2B87685552B9}"/>
          </ac:spMkLst>
        </pc:spChg>
        <pc:picChg chg="add mod">
          <ac:chgData name="JESNA J S" userId="1cf9dc77da0791c6" providerId="LiveId" clId="{A5C74339-FBF4-4ECE-BAF9-6334BE4F4218}" dt="2024-02-10T16:09:12.563" v="661" actId="1076"/>
          <ac:picMkLst>
            <pc:docMk/>
            <pc:sldMk cId="2312910368" sldId="266"/>
            <ac:picMk id="5" creationId="{F43E3889-52F0-537D-1A87-FBD358B26358}"/>
          </ac:picMkLst>
        </pc:picChg>
        <pc:cxnChg chg="add mod">
          <ac:chgData name="JESNA J S" userId="1cf9dc77da0791c6" providerId="LiveId" clId="{A5C74339-FBF4-4ECE-BAF9-6334BE4F4218}" dt="2024-02-10T16:19:51.112" v="674" actId="208"/>
          <ac:cxnSpMkLst>
            <pc:docMk/>
            <pc:sldMk cId="2312910368" sldId="266"/>
            <ac:cxnSpMk id="6" creationId="{757D844C-37ED-6E3F-54B2-7ADA6425F98C}"/>
          </ac:cxnSpMkLst>
        </pc:cxnChg>
        <pc:cxnChg chg="add mod">
          <ac:chgData name="JESNA J S" userId="1cf9dc77da0791c6" providerId="LiveId" clId="{A5C74339-FBF4-4ECE-BAF9-6334BE4F4218}" dt="2024-02-10T16:22:18.325" v="683" actId="14100"/>
          <ac:cxnSpMkLst>
            <pc:docMk/>
            <pc:sldMk cId="2312910368" sldId="266"/>
            <ac:cxnSpMk id="7" creationId="{8B2D9B84-EAF8-4BCE-947A-1A40E85C7588}"/>
          </ac:cxnSpMkLst>
        </pc:cxnChg>
        <pc:cxnChg chg="add mod">
          <ac:chgData name="JESNA J S" userId="1cf9dc77da0791c6" providerId="LiveId" clId="{A5C74339-FBF4-4ECE-BAF9-6334BE4F4218}" dt="2024-02-10T16:22:39.541" v="686" actId="14100"/>
          <ac:cxnSpMkLst>
            <pc:docMk/>
            <pc:sldMk cId="2312910368" sldId="266"/>
            <ac:cxnSpMk id="10" creationId="{7E9D66E4-CAC6-5AA1-B89F-7C127065C8AD}"/>
          </ac:cxnSpMkLst>
        </pc:cxnChg>
        <pc:cxnChg chg="add mod">
          <ac:chgData name="JESNA J S" userId="1cf9dc77da0791c6" providerId="LiveId" clId="{A5C74339-FBF4-4ECE-BAF9-6334BE4F4218}" dt="2024-02-10T16:22:22.851" v="684"/>
          <ac:cxnSpMkLst>
            <pc:docMk/>
            <pc:sldMk cId="2312910368" sldId="266"/>
            <ac:cxnSpMk id="12" creationId="{8C49A18D-23DD-6575-29C5-B1BDE5260F4A}"/>
          </ac:cxnSpMkLst>
        </pc:cxnChg>
      </pc:sldChg>
      <pc:sldChg chg="addSp delSp modSp new mod">
        <pc:chgData name="JESNA J S" userId="1cf9dc77da0791c6" providerId="LiveId" clId="{A5C74339-FBF4-4ECE-BAF9-6334BE4F4218}" dt="2024-02-04T17:36:59.611" v="582" actId="1076"/>
        <pc:sldMkLst>
          <pc:docMk/>
          <pc:sldMk cId="2927853939" sldId="267"/>
        </pc:sldMkLst>
        <pc:spChg chg="del">
          <ac:chgData name="JESNA J S" userId="1cf9dc77da0791c6" providerId="LiveId" clId="{A5C74339-FBF4-4ECE-BAF9-6334BE4F4218}" dt="2024-02-04T17:36:32.796" v="576" actId="478"/>
          <ac:spMkLst>
            <pc:docMk/>
            <pc:sldMk cId="2927853939" sldId="267"/>
            <ac:spMk id="2" creationId="{DF24EAC0-CDC9-6E8A-B717-6AE9BC3951C1}"/>
          </ac:spMkLst>
        </pc:spChg>
        <pc:spChg chg="del">
          <ac:chgData name="JESNA J S" userId="1cf9dc77da0791c6" providerId="LiveId" clId="{A5C74339-FBF4-4ECE-BAF9-6334BE4F4218}" dt="2024-02-04T17:36:36.003" v="577" actId="478"/>
          <ac:spMkLst>
            <pc:docMk/>
            <pc:sldMk cId="2927853939" sldId="267"/>
            <ac:spMk id="3" creationId="{086A2AC4-85AE-09EF-002A-5D0BAFD57B01}"/>
          </ac:spMkLst>
        </pc:spChg>
        <pc:picChg chg="add mod">
          <ac:chgData name="JESNA J S" userId="1cf9dc77da0791c6" providerId="LiveId" clId="{A5C74339-FBF4-4ECE-BAF9-6334BE4F4218}" dt="2024-02-04T17:36:59.611" v="582" actId="1076"/>
          <ac:picMkLst>
            <pc:docMk/>
            <pc:sldMk cId="2927853939" sldId="267"/>
            <ac:picMk id="5" creationId="{A2497B03-4DF9-9A61-F6E4-C66F62CDA61E}"/>
          </ac:picMkLst>
        </pc:picChg>
      </pc:sldChg>
      <pc:sldChg chg="addSp delSp modSp new mod">
        <pc:chgData name="JESNA J S" userId="1cf9dc77da0791c6" providerId="LiveId" clId="{A5C74339-FBF4-4ECE-BAF9-6334BE4F4218}" dt="2024-02-11T16:31:18.945" v="1164"/>
        <pc:sldMkLst>
          <pc:docMk/>
          <pc:sldMk cId="2099625279" sldId="268"/>
        </pc:sldMkLst>
        <pc:spChg chg="mod">
          <ac:chgData name="JESNA J S" userId="1cf9dc77da0791c6" providerId="LiveId" clId="{A5C74339-FBF4-4ECE-BAF9-6334BE4F4218}" dt="2024-02-04T17:38:41.566" v="594" actId="27636"/>
          <ac:spMkLst>
            <pc:docMk/>
            <pc:sldMk cId="2099625279" sldId="268"/>
            <ac:spMk id="2" creationId="{1E2549DD-742E-52FD-8824-81A4DD0210E7}"/>
          </ac:spMkLst>
        </pc:spChg>
        <pc:spChg chg="del mod">
          <ac:chgData name="JESNA J S" userId="1cf9dc77da0791c6" providerId="LiveId" clId="{A5C74339-FBF4-4ECE-BAF9-6334BE4F4218}" dt="2024-02-04T17:51:52.467" v="603" actId="478"/>
          <ac:spMkLst>
            <pc:docMk/>
            <pc:sldMk cId="2099625279" sldId="268"/>
            <ac:spMk id="3" creationId="{6831174C-7C67-3E7C-345B-F7CA7760AEF9}"/>
          </ac:spMkLst>
        </pc:spChg>
        <pc:spChg chg="add mod">
          <ac:chgData name="JESNA J S" userId="1cf9dc77da0791c6" providerId="LiveId" clId="{A5C74339-FBF4-4ECE-BAF9-6334BE4F4218}" dt="2024-02-11T16:31:18.945" v="1164"/>
          <ac:spMkLst>
            <pc:docMk/>
            <pc:sldMk cId="2099625279" sldId="268"/>
            <ac:spMk id="3" creationId="{AC7C00E6-0F41-6470-6C2C-4F37F1507423}"/>
          </ac:spMkLst>
        </pc:spChg>
        <pc:picChg chg="add del">
          <ac:chgData name="JESNA J S" userId="1cf9dc77da0791c6" providerId="LiveId" clId="{A5C74339-FBF4-4ECE-BAF9-6334BE4F4218}" dt="2024-02-04T17:38:15.737" v="585" actId="22"/>
          <ac:picMkLst>
            <pc:docMk/>
            <pc:sldMk cId="2099625279" sldId="268"/>
            <ac:picMk id="5" creationId="{02B67E2A-CB64-AE9B-BDDC-EEFC9FC2D854}"/>
          </ac:picMkLst>
        </pc:picChg>
        <pc:picChg chg="add mod">
          <ac:chgData name="JESNA J S" userId="1cf9dc77da0791c6" providerId="LiveId" clId="{A5C74339-FBF4-4ECE-BAF9-6334BE4F4218}" dt="2024-02-10T14:26:58.305" v="642" actId="1076"/>
          <ac:picMkLst>
            <pc:docMk/>
            <pc:sldMk cId="2099625279" sldId="268"/>
            <ac:picMk id="7" creationId="{F2755489-1C8A-41A2-0ADB-7C6320E7CB0F}"/>
          </ac:picMkLst>
        </pc:picChg>
      </pc:sldChg>
      <pc:sldChg chg="addSp delSp modSp new mod">
        <pc:chgData name="JESNA J S" userId="1cf9dc77da0791c6" providerId="LiveId" clId="{A5C74339-FBF4-4ECE-BAF9-6334BE4F4218}" dt="2024-02-11T16:40:37.868" v="1166" actId="1076"/>
        <pc:sldMkLst>
          <pc:docMk/>
          <pc:sldMk cId="3851791078" sldId="269"/>
        </pc:sldMkLst>
        <pc:spChg chg="del">
          <ac:chgData name="JESNA J S" userId="1cf9dc77da0791c6" providerId="LiveId" clId="{A5C74339-FBF4-4ECE-BAF9-6334BE4F4218}" dt="2024-02-11T14:00:14.636" v="792" actId="478"/>
          <ac:spMkLst>
            <pc:docMk/>
            <pc:sldMk cId="3851791078" sldId="269"/>
            <ac:spMk id="2" creationId="{3ED23FCA-067D-8D94-D70A-984A08BEB38D}"/>
          </ac:spMkLst>
        </pc:spChg>
        <pc:spChg chg="mod">
          <ac:chgData name="JESNA J S" userId="1cf9dc77da0791c6" providerId="LiveId" clId="{A5C74339-FBF4-4ECE-BAF9-6334BE4F4218}" dt="2024-02-11T16:40:37.868" v="1166" actId="1076"/>
          <ac:spMkLst>
            <pc:docMk/>
            <pc:sldMk cId="3851791078" sldId="269"/>
            <ac:spMk id="3" creationId="{8242673F-3278-54A5-977F-D6BF78D7AF76}"/>
          </ac:spMkLst>
        </pc:spChg>
        <pc:picChg chg="add mod">
          <ac:chgData name="JESNA J S" userId="1cf9dc77da0791c6" providerId="LiveId" clId="{A5C74339-FBF4-4ECE-BAF9-6334BE4F4218}" dt="2024-02-11T14:09:44.256" v="831" actId="1076"/>
          <ac:picMkLst>
            <pc:docMk/>
            <pc:sldMk cId="3851791078" sldId="269"/>
            <ac:picMk id="5" creationId="{59445949-33B2-9ED1-51EE-580863A10587}"/>
          </ac:picMkLst>
        </pc:picChg>
      </pc:sldChg>
      <pc:sldChg chg="addSp delSp modSp new mod">
        <pc:chgData name="JESNA J S" userId="1cf9dc77da0791c6" providerId="LiveId" clId="{A5C74339-FBF4-4ECE-BAF9-6334BE4F4218}" dt="2024-02-11T14:28:31.228" v="906"/>
        <pc:sldMkLst>
          <pc:docMk/>
          <pc:sldMk cId="1054696688" sldId="270"/>
        </pc:sldMkLst>
        <pc:spChg chg="del">
          <ac:chgData name="JESNA J S" userId="1cf9dc77da0791c6" providerId="LiveId" clId="{A5C74339-FBF4-4ECE-BAF9-6334BE4F4218}" dt="2024-02-11T14:19:14.673" v="858" actId="478"/>
          <ac:spMkLst>
            <pc:docMk/>
            <pc:sldMk cId="1054696688" sldId="270"/>
            <ac:spMk id="2" creationId="{81E04158-6973-524E-6492-6C7DA69711B3}"/>
          </ac:spMkLst>
        </pc:spChg>
        <pc:spChg chg="mod">
          <ac:chgData name="JESNA J S" userId="1cf9dc77da0791c6" providerId="LiveId" clId="{A5C74339-FBF4-4ECE-BAF9-6334BE4F4218}" dt="2024-02-11T14:28:31.228" v="906"/>
          <ac:spMkLst>
            <pc:docMk/>
            <pc:sldMk cId="1054696688" sldId="270"/>
            <ac:spMk id="3" creationId="{7AF236AD-F0FE-6A69-8B22-D47296A19FA2}"/>
          </ac:spMkLst>
        </pc:spChg>
        <pc:picChg chg="add mod">
          <ac:chgData name="JESNA J S" userId="1cf9dc77da0791c6" providerId="LiveId" clId="{A5C74339-FBF4-4ECE-BAF9-6334BE4F4218}" dt="2024-02-11T14:28:18.309" v="904" actId="1076"/>
          <ac:picMkLst>
            <pc:docMk/>
            <pc:sldMk cId="1054696688" sldId="270"/>
            <ac:picMk id="5" creationId="{6F147AAC-C4BE-D452-8497-AB90236E58E9}"/>
          </ac:picMkLst>
        </pc:picChg>
      </pc:sldChg>
      <pc:sldChg chg="addSp delSp modSp new mod">
        <pc:chgData name="JESNA J S" userId="1cf9dc77da0791c6" providerId="LiveId" clId="{A5C74339-FBF4-4ECE-BAF9-6334BE4F4218}" dt="2024-02-11T14:53:06.063" v="955" actId="14100"/>
        <pc:sldMkLst>
          <pc:docMk/>
          <pc:sldMk cId="3179276584" sldId="271"/>
        </pc:sldMkLst>
        <pc:spChg chg="del">
          <ac:chgData name="JESNA J S" userId="1cf9dc77da0791c6" providerId="LiveId" clId="{A5C74339-FBF4-4ECE-BAF9-6334BE4F4218}" dt="2024-02-11T14:31:15.947" v="908" actId="478"/>
          <ac:spMkLst>
            <pc:docMk/>
            <pc:sldMk cId="3179276584" sldId="271"/>
            <ac:spMk id="2" creationId="{DA61D4D8-DA12-67AA-6422-498C9FD2895A}"/>
          </ac:spMkLst>
        </pc:spChg>
        <pc:spChg chg="mod">
          <ac:chgData name="JESNA J S" userId="1cf9dc77da0791c6" providerId="LiveId" clId="{A5C74339-FBF4-4ECE-BAF9-6334BE4F4218}" dt="2024-02-11T14:52:53.425" v="952" actId="14100"/>
          <ac:spMkLst>
            <pc:docMk/>
            <pc:sldMk cId="3179276584" sldId="271"/>
            <ac:spMk id="3" creationId="{D9C13D77-5C09-7B34-DB6E-4527D6EB62DD}"/>
          </ac:spMkLst>
        </pc:spChg>
        <pc:picChg chg="add mod">
          <ac:chgData name="JESNA J S" userId="1cf9dc77da0791c6" providerId="LiveId" clId="{A5C74339-FBF4-4ECE-BAF9-6334BE4F4218}" dt="2024-02-11T14:53:06.063" v="955" actId="14100"/>
          <ac:picMkLst>
            <pc:docMk/>
            <pc:sldMk cId="3179276584" sldId="271"/>
            <ac:picMk id="5" creationId="{5F546F95-434E-2A21-6893-1C10E500AE8E}"/>
          </ac:picMkLst>
        </pc:picChg>
      </pc:sldChg>
      <pc:sldChg chg="addSp delSp modSp new mod">
        <pc:chgData name="JESNA J S" userId="1cf9dc77da0791c6" providerId="LiveId" clId="{A5C74339-FBF4-4ECE-BAF9-6334BE4F4218}" dt="2024-02-11T16:53:06.569" v="1167" actId="13926"/>
        <pc:sldMkLst>
          <pc:docMk/>
          <pc:sldMk cId="3340355656" sldId="272"/>
        </pc:sldMkLst>
        <pc:spChg chg="del">
          <ac:chgData name="JESNA J S" userId="1cf9dc77da0791c6" providerId="LiveId" clId="{A5C74339-FBF4-4ECE-BAF9-6334BE4F4218}" dt="2024-02-11T14:53:59.469" v="956" actId="478"/>
          <ac:spMkLst>
            <pc:docMk/>
            <pc:sldMk cId="3340355656" sldId="272"/>
            <ac:spMk id="2" creationId="{F8A1B570-0A3D-A456-76D2-B633FE7C18EB}"/>
          </ac:spMkLst>
        </pc:spChg>
        <pc:spChg chg="mod">
          <ac:chgData name="JESNA J S" userId="1cf9dc77da0791c6" providerId="LiveId" clId="{A5C74339-FBF4-4ECE-BAF9-6334BE4F4218}" dt="2024-02-11T16:53:06.569" v="1167" actId="13926"/>
          <ac:spMkLst>
            <pc:docMk/>
            <pc:sldMk cId="3340355656" sldId="272"/>
            <ac:spMk id="3" creationId="{AF388C29-4D7B-08D0-906A-E6CDB70DBCC7}"/>
          </ac:spMkLst>
        </pc:spChg>
        <pc:picChg chg="add del">
          <ac:chgData name="JESNA J S" userId="1cf9dc77da0791c6" providerId="LiveId" clId="{A5C74339-FBF4-4ECE-BAF9-6334BE4F4218}" dt="2024-02-11T14:56:20.041" v="969" actId="478"/>
          <ac:picMkLst>
            <pc:docMk/>
            <pc:sldMk cId="3340355656" sldId="272"/>
            <ac:picMk id="5" creationId="{9306B5B7-47B8-F82E-3451-2D129AF24D5A}"/>
          </ac:picMkLst>
        </pc:picChg>
        <pc:picChg chg="add mod">
          <ac:chgData name="JESNA J S" userId="1cf9dc77da0791c6" providerId="LiveId" clId="{A5C74339-FBF4-4ECE-BAF9-6334BE4F4218}" dt="2024-02-11T14:57:47.392" v="978" actId="1076"/>
          <ac:picMkLst>
            <pc:docMk/>
            <pc:sldMk cId="3340355656" sldId="272"/>
            <ac:picMk id="7" creationId="{8FDFF7FF-4776-A1D3-82A0-B9F06949ACB9}"/>
          </ac:picMkLst>
        </pc:picChg>
        <pc:picChg chg="add mod">
          <ac:chgData name="JESNA J S" userId="1cf9dc77da0791c6" providerId="LiveId" clId="{A5C74339-FBF4-4ECE-BAF9-6334BE4F4218}" dt="2024-02-11T15:01:40.404" v="1008" actId="1076"/>
          <ac:picMkLst>
            <pc:docMk/>
            <pc:sldMk cId="3340355656" sldId="272"/>
            <ac:picMk id="8" creationId="{2C34F597-7B88-FFEC-94AD-5B1380B6EA7C}"/>
          </ac:picMkLst>
        </pc:picChg>
      </pc:sldChg>
      <pc:sldChg chg="addSp modSp new mod">
        <pc:chgData name="JESNA J S" userId="1cf9dc77da0791c6" providerId="LiveId" clId="{A5C74339-FBF4-4ECE-BAF9-6334BE4F4218}" dt="2024-02-11T16:56:57.404" v="1177" actId="1076"/>
        <pc:sldMkLst>
          <pc:docMk/>
          <pc:sldMk cId="3908663189" sldId="273"/>
        </pc:sldMkLst>
        <pc:spChg chg="mod">
          <ac:chgData name="JESNA J S" userId="1cf9dc77da0791c6" providerId="LiveId" clId="{A5C74339-FBF4-4ECE-BAF9-6334BE4F4218}" dt="2024-02-11T15:03:18.586" v="1017" actId="14100"/>
          <ac:spMkLst>
            <pc:docMk/>
            <pc:sldMk cId="3908663189" sldId="273"/>
            <ac:spMk id="2" creationId="{E541919E-2A2B-A914-D667-CD254BCA9185}"/>
          </ac:spMkLst>
        </pc:spChg>
        <pc:spChg chg="mod">
          <ac:chgData name="JESNA J S" userId="1cf9dc77da0791c6" providerId="LiveId" clId="{A5C74339-FBF4-4ECE-BAF9-6334BE4F4218}" dt="2024-02-11T15:06:54.584" v="1047" actId="123"/>
          <ac:spMkLst>
            <pc:docMk/>
            <pc:sldMk cId="3908663189" sldId="273"/>
            <ac:spMk id="3" creationId="{F4F6B435-2D3D-01FE-7D7B-DBC683ADD431}"/>
          </ac:spMkLst>
        </pc:spChg>
        <pc:picChg chg="add mod">
          <ac:chgData name="JESNA J S" userId="1cf9dc77da0791c6" providerId="LiveId" clId="{A5C74339-FBF4-4ECE-BAF9-6334BE4F4218}" dt="2024-02-11T15:07:08.382" v="1050" actId="1076"/>
          <ac:picMkLst>
            <pc:docMk/>
            <pc:sldMk cId="3908663189" sldId="273"/>
            <ac:picMk id="5" creationId="{FABD2A67-FAB6-891C-9D94-C9F3E8609BE2}"/>
          </ac:picMkLst>
        </pc:picChg>
        <pc:cxnChg chg="add mod">
          <ac:chgData name="JESNA J S" userId="1cf9dc77da0791c6" providerId="LiveId" clId="{A5C74339-FBF4-4ECE-BAF9-6334BE4F4218}" dt="2024-02-11T16:56:34.916" v="1173" actId="208"/>
          <ac:cxnSpMkLst>
            <pc:docMk/>
            <pc:sldMk cId="3908663189" sldId="273"/>
            <ac:cxnSpMk id="7" creationId="{6167360C-0F01-B78B-43F9-D247BD327410}"/>
          </ac:cxnSpMkLst>
        </pc:cxnChg>
        <pc:cxnChg chg="add mod">
          <ac:chgData name="JESNA J S" userId="1cf9dc77da0791c6" providerId="LiveId" clId="{A5C74339-FBF4-4ECE-BAF9-6334BE4F4218}" dt="2024-02-11T16:56:57.404" v="1177" actId="1076"/>
          <ac:cxnSpMkLst>
            <pc:docMk/>
            <pc:sldMk cId="3908663189" sldId="273"/>
            <ac:cxnSpMk id="10" creationId="{C99D3B5D-A667-533E-C3C9-B2E6A11B0FC2}"/>
          </ac:cxnSpMkLst>
        </pc:cxnChg>
      </pc:sldChg>
      <pc:sldChg chg="addSp delSp modSp new mod">
        <pc:chgData name="JESNA J S" userId="1cf9dc77da0791c6" providerId="LiveId" clId="{A5C74339-FBF4-4ECE-BAF9-6334BE4F4218}" dt="2024-02-11T15:47:11.137" v="1069" actId="2711"/>
        <pc:sldMkLst>
          <pc:docMk/>
          <pc:sldMk cId="775303705" sldId="274"/>
        </pc:sldMkLst>
        <pc:spChg chg="del">
          <ac:chgData name="JESNA J S" userId="1cf9dc77da0791c6" providerId="LiveId" clId="{A5C74339-FBF4-4ECE-BAF9-6334BE4F4218}" dt="2024-02-11T15:45:42.292" v="1052" actId="478"/>
          <ac:spMkLst>
            <pc:docMk/>
            <pc:sldMk cId="775303705" sldId="274"/>
            <ac:spMk id="2" creationId="{05CCF4C1-9632-0B85-1CE2-655E86ECA11E}"/>
          </ac:spMkLst>
        </pc:spChg>
        <pc:spChg chg="mod">
          <ac:chgData name="JESNA J S" userId="1cf9dc77da0791c6" providerId="LiveId" clId="{A5C74339-FBF4-4ECE-BAF9-6334BE4F4218}" dt="2024-02-11T15:47:11.137" v="1069" actId="2711"/>
          <ac:spMkLst>
            <pc:docMk/>
            <pc:sldMk cId="775303705" sldId="274"/>
            <ac:spMk id="3" creationId="{7CB5938E-06B2-52F7-0531-FA45832799E8}"/>
          </ac:spMkLst>
        </pc:spChg>
        <pc:picChg chg="add mod">
          <ac:chgData name="JESNA J S" userId="1cf9dc77da0791c6" providerId="LiveId" clId="{A5C74339-FBF4-4ECE-BAF9-6334BE4F4218}" dt="2024-02-11T15:47:04.477" v="1068" actId="1076"/>
          <ac:picMkLst>
            <pc:docMk/>
            <pc:sldMk cId="775303705" sldId="274"/>
            <ac:picMk id="5" creationId="{EF903A31-D694-F7ED-93C6-355BE04E3F0B}"/>
          </ac:picMkLst>
        </pc:picChg>
      </pc:sldChg>
      <pc:sldChg chg="addSp delSp modSp new mod">
        <pc:chgData name="JESNA J S" userId="1cf9dc77da0791c6" providerId="LiveId" clId="{A5C74339-FBF4-4ECE-BAF9-6334BE4F4218}" dt="2024-02-11T15:56:27.839" v="1152"/>
        <pc:sldMkLst>
          <pc:docMk/>
          <pc:sldMk cId="3738179853" sldId="275"/>
        </pc:sldMkLst>
        <pc:spChg chg="del">
          <ac:chgData name="JESNA J S" userId="1cf9dc77da0791c6" providerId="LiveId" clId="{A5C74339-FBF4-4ECE-BAF9-6334BE4F4218}" dt="2024-02-11T15:49:27.007" v="1071" actId="478"/>
          <ac:spMkLst>
            <pc:docMk/>
            <pc:sldMk cId="3738179853" sldId="275"/>
            <ac:spMk id="2" creationId="{28C800DB-C89B-2A4F-D391-D977302F4619}"/>
          </ac:spMkLst>
        </pc:spChg>
        <pc:spChg chg="mod">
          <ac:chgData name="JESNA J S" userId="1cf9dc77da0791c6" providerId="LiveId" clId="{A5C74339-FBF4-4ECE-BAF9-6334BE4F4218}" dt="2024-02-11T15:56:27.839" v="1152"/>
          <ac:spMkLst>
            <pc:docMk/>
            <pc:sldMk cId="3738179853" sldId="275"/>
            <ac:spMk id="3" creationId="{5ECFCC3F-ED00-8B52-8F50-E32E904CC66D}"/>
          </ac:spMkLst>
        </pc:spChg>
        <pc:picChg chg="add mod modCrop">
          <ac:chgData name="JESNA J S" userId="1cf9dc77da0791c6" providerId="LiveId" clId="{A5C74339-FBF4-4ECE-BAF9-6334BE4F4218}" dt="2024-02-11T15:54:47.533" v="1119" actId="14100"/>
          <ac:picMkLst>
            <pc:docMk/>
            <pc:sldMk cId="3738179853" sldId="275"/>
            <ac:picMk id="5" creationId="{1899620E-32D3-ECFE-0E32-0ABE259E263A}"/>
          </ac:picMkLst>
        </pc:picChg>
      </pc:sldChg>
      <pc:sldChg chg="addSp delSp modSp new mod">
        <pc:chgData name="JESNA J S" userId="1cf9dc77da0791c6" providerId="LiveId" clId="{A5C74339-FBF4-4ECE-BAF9-6334BE4F4218}" dt="2024-02-11T15:58:48.539" v="1160" actId="1076"/>
        <pc:sldMkLst>
          <pc:docMk/>
          <pc:sldMk cId="3903850058" sldId="276"/>
        </pc:sldMkLst>
        <pc:spChg chg="del">
          <ac:chgData name="JESNA J S" userId="1cf9dc77da0791c6" providerId="LiveId" clId="{A5C74339-FBF4-4ECE-BAF9-6334BE4F4218}" dt="2024-02-11T15:58:28.627" v="1154" actId="478"/>
          <ac:spMkLst>
            <pc:docMk/>
            <pc:sldMk cId="3903850058" sldId="276"/>
            <ac:spMk id="2" creationId="{D0E159CB-1B9C-D005-E276-9FD1AFEA2069}"/>
          </ac:spMkLst>
        </pc:spChg>
        <pc:spChg chg="del">
          <ac:chgData name="JESNA J S" userId="1cf9dc77da0791c6" providerId="LiveId" clId="{A5C74339-FBF4-4ECE-BAF9-6334BE4F4218}" dt="2024-02-11T15:58:37.587" v="1155" actId="478"/>
          <ac:spMkLst>
            <pc:docMk/>
            <pc:sldMk cId="3903850058" sldId="276"/>
            <ac:spMk id="3" creationId="{E4F2FA9C-91B2-D762-B4F0-77E64D139F6F}"/>
          </ac:spMkLst>
        </pc:spChg>
        <pc:picChg chg="add mod">
          <ac:chgData name="JESNA J S" userId="1cf9dc77da0791c6" providerId="LiveId" clId="{A5C74339-FBF4-4ECE-BAF9-6334BE4F4218}" dt="2024-02-11T15:58:48.539" v="1160" actId="1076"/>
          <ac:picMkLst>
            <pc:docMk/>
            <pc:sldMk cId="3903850058" sldId="276"/>
            <ac:picMk id="5" creationId="{B147276A-A86D-43AC-D27E-E7FA131826EC}"/>
          </ac:picMkLst>
        </pc:picChg>
      </pc:sldChg>
      <pc:sldChg chg="new del">
        <pc:chgData name="JESNA J S" userId="1cf9dc77da0791c6" providerId="LiveId" clId="{A5C74339-FBF4-4ECE-BAF9-6334BE4F4218}" dt="2024-02-11T16:07:27.101" v="1162" actId="47"/>
        <pc:sldMkLst>
          <pc:docMk/>
          <pc:sldMk cId="552045330" sldId="277"/>
        </pc:sldMkLst>
      </pc:sldChg>
      <pc:sldChg chg="modSp new mod">
        <pc:chgData name="JESNA J S" userId="1cf9dc77da0791c6" providerId="LiveId" clId="{A5C74339-FBF4-4ECE-BAF9-6334BE4F4218}" dt="2024-02-15T06:42:50.139" v="1247" actId="20577"/>
        <pc:sldMkLst>
          <pc:docMk/>
          <pc:sldMk cId="915614681" sldId="277"/>
        </pc:sldMkLst>
        <pc:spChg chg="mod">
          <ac:chgData name="JESNA J S" userId="1cf9dc77da0791c6" providerId="LiveId" clId="{A5C74339-FBF4-4ECE-BAF9-6334BE4F4218}" dt="2024-02-15T06:41:53.100" v="1196" actId="113"/>
          <ac:spMkLst>
            <pc:docMk/>
            <pc:sldMk cId="915614681" sldId="277"/>
            <ac:spMk id="2" creationId="{FE17427B-BE59-AEF9-B84A-076186929C34}"/>
          </ac:spMkLst>
        </pc:spChg>
        <pc:spChg chg="mod">
          <ac:chgData name="JESNA J S" userId="1cf9dc77da0791c6" providerId="LiveId" clId="{A5C74339-FBF4-4ECE-BAF9-6334BE4F4218}" dt="2024-02-15T06:42:50.139" v="1247" actId="20577"/>
          <ac:spMkLst>
            <pc:docMk/>
            <pc:sldMk cId="915614681" sldId="277"/>
            <ac:spMk id="3" creationId="{ECCA6A18-2564-A89F-5812-C42DDE55F522}"/>
          </ac:spMkLst>
        </pc:spChg>
      </pc:sldChg>
      <pc:sldChg chg="addSp delSp modSp new mod">
        <pc:chgData name="JESNA J S" userId="1cf9dc77da0791c6" providerId="LiveId" clId="{A5C74339-FBF4-4ECE-BAF9-6334BE4F4218}" dt="2024-02-15T06:47:17.300" v="1319" actId="113"/>
        <pc:sldMkLst>
          <pc:docMk/>
          <pc:sldMk cId="81918141" sldId="278"/>
        </pc:sldMkLst>
        <pc:spChg chg="mod">
          <ac:chgData name="JESNA J S" userId="1cf9dc77da0791c6" providerId="LiveId" clId="{A5C74339-FBF4-4ECE-BAF9-6334BE4F4218}" dt="2024-02-15T06:47:17.300" v="1319" actId="113"/>
          <ac:spMkLst>
            <pc:docMk/>
            <pc:sldMk cId="81918141" sldId="278"/>
            <ac:spMk id="2" creationId="{1F26D092-C58C-E974-5D52-4C7DC4DF389D}"/>
          </ac:spMkLst>
        </pc:spChg>
        <pc:spChg chg="mod">
          <ac:chgData name="JESNA J S" userId="1cf9dc77da0791c6" providerId="LiveId" clId="{A5C74339-FBF4-4ECE-BAF9-6334BE4F4218}" dt="2024-02-15T06:46:22.723" v="1308" actId="1076"/>
          <ac:spMkLst>
            <pc:docMk/>
            <pc:sldMk cId="81918141" sldId="278"/>
            <ac:spMk id="3" creationId="{32B5800D-E90E-AC7E-9F89-F4390F1E5A55}"/>
          </ac:spMkLst>
        </pc:spChg>
        <pc:spChg chg="add del mod">
          <ac:chgData name="JESNA J S" userId="1cf9dc77da0791c6" providerId="LiveId" clId="{A5C74339-FBF4-4ECE-BAF9-6334BE4F4218}" dt="2024-02-15T06:45:12.724" v="1282" actId="22"/>
          <ac:spMkLst>
            <pc:docMk/>
            <pc:sldMk cId="81918141" sldId="278"/>
            <ac:spMk id="7" creationId="{F58558A7-E918-2DD5-5C97-EC434F8BAC6A}"/>
          </ac:spMkLst>
        </pc:spChg>
        <pc:spChg chg="add del">
          <ac:chgData name="JESNA J S" userId="1cf9dc77da0791c6" providerId="LiveId" clId="{A5C74339-FBF4-4ECE-BAF9-6334BE4F4218}" dt="2024-02-15T06:45:16.637" v="1286" actId="22"/>
          <ac:spMkLst>
            <pc:docMk/>
            <pc:sldMk cId="81918141" sldId="278"/>
            <ac:spMk id="9" creationId="{900879A7-3E68-BB58-70D0-4F35413673D1}"/>
          </ac:spMkLst>
        </pc:spChg>
        <pc:spChg chg="add mod">
          <ac:chgData name="JESNA J S" userId="1cf9dc77da0791c6" providerId="LiveId" clId="{A5C74339-FBF4-4ECE-BAF9-6334BE4F4218}" dt="2024-02-15T06:46:28.226" v="1310" actId="1076"/>
          <ac:spMkLst>
            <pc:docMk/>
            <pc:sldMk cId="81918141" sldId="278"/>
            <ac:spMk id="11" creationId="{D878C674-5DC5-063E-D57A-A4E819FBED30}"/>
          </ac:spMkLst>
        </pc:spChg>
        <pc:picChg chg="add mod">
          <ac:chgData name="JESNA J S" userId="1cf9dc77da0791c6" providerId="LiveId" clId="{A5C74339-FBF4-4ECE-BAF9-6334BE4F4218}" dt="2024-02-15T06:46:25.207" v="1309" actId="1076"/>
          <ac:picMkLst>
            <pc:docMk/>
            <pc:sldMk cId="81918141" sldId="278"/>
            <ac:picMk id="5" creationId="{05DFCC39-BEFF-ED8F-224E-421B64735E1D}"/>
          </ac:picMkLst>
        </pc:picChg>
      </pc:sldChg>
      <pc:sldChg chg="modSp new mod">
        <pc:chgData name="JESNA J S" userId="1cf9dc77da0791c6" providerId="LiveId" clId="{A5C74339-FBF4-4ECE-BAF9-6334BE4F4218}" dt="2024-02-15T06:48:16.067" v="1338"/>
        <pc:sldMkLst>
          <pc:docMk/>
          <pc:sldMk cId="3845708115" sldId="279"/>
        </pc:sldMkLst>
        <pc:spChg chg="mod">
          <ac:chgData name="JESNA J S" userId="1cf9dc77da0791c6" providerId="LiveId" clId="{A5C74339-FBF4-4ECE-BAF9-6334BE4F4218}" dt="2024-02-15T06:47:12.099" v="1318" actId="113"/>
          <ac:spMkLst>
            <pc:docMk/>
            <pc:sldMk cId="3845708115" sldId="279"/>
            <ac:spMk id="2" creationId="{09EA1324-EABE-E644-E969-5793D06B8F31}"/>
          </ac:spMkLst>
        </pc:spChg>
        <pc:spChg chg="mod">
          <ac:chgData name="JESNA J S" userId="1cf9dc77da0791c6" providerId="LiveId" clId="{A5C74339-FBF4-4ECE-BAF9-6334BE4F4218}" dt="2024-02-15T06:48:16.067" v="1338"/>
          <ac:spMkLst>
            <pc:docMk/>
            <pc:sldMk cId="3845708115" sldId="279"/>
            <ac:spMk id="3" creationId="{E0CC917E-67F2-A18E-22D6-76739C470648}"/>
          </ac:spMkLst>
        </pc:spChg>
      </pc:sldChg>
      <pc:sldChg chg="modSp new mod">
        <pc:chgData name="JESNA J S" userId="1cf9dc77da0791c6" providerId="LiveId" clId="{A5C74339-FBF4-4ECE-BAF9-6334BE4F4218}" dt="2024-02-15T06:50:03.959" v="1376"/>
        <pc:sldMkLst>
          <pc:docMk/>
          <pc:sldMk cId="2860200445" sldId="280"/>
        </pc:sldMkLst>
        <pc:spChg chg="mod">
          <ac:chgData name="JESNA J S" userId="1cf9dc77da0791c6" providerId="LiveId" clId="{A5C74339-FBF4-4ECE-BAF9-6334BE4F4218}" dt="2024-02-15T06:48:55.479" v="1355" actId="113"/>
          <ac:spMkLst>
            <pc:docMk/>
            <pc:sldMk cId="2860200445" sldId="280"/>
            <ac:spMk id="2" creationId="{018FD7F7-04AC-8D3A-5DE4-418F74CAE9FC}"/>
          </ac:spMkLst>
        </pc:spChg>
        <pc:spChg chg="mod">
          <ac:chgData name="JESNA J S" userId="1cf9dc77da0791c6" providerId="LiveId" clId="{A5C74339-FBF4-4ECE-BAF9-6334BE4F4218}" dt="2024-02-15T06:50:03.959" v="1376"/>
          <ac:spMkLst>
            <pc:docMk/>
            <pc:sldMk cId="2860200445" sldId="280"/>
            <ac:spMk id="3" creationId="{7CCA9458-1C26-F7C5-9133-D15863053CDD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4T15:30:42.11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32,'263'-17,"-175"7,176 6,-217 10,66 16,26 5,187 34,3 0,-221-46,-51-6,87 2,294-12,-400-1,0-2,0-2,45-12,43-6,-13 16,-74 7,62-9,-37 1,-1 4,103 3,24-1,-165 0,32-8,-34 6,38-4,-6 7,-26 2,0-2,37-7,-20 1,1 1,50 1,97 7,-73 1,41-2,-136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4T15:30:48.715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0 296,'299'10,"-41"-11,72-14,1187-136,-350 26,-992 112,341 17,-346 17,-139-15,-1 1,-1 2,46 19,-28-9,0-1,2-3,0-1,0-3,1-2,0-2,1-3,0-1,0-3,95-12,-23-2,-1 5,178 11,-204 6,158 35,-235-39,34 9,0-3,80 4,-130-14,343-2,-248-10,6-1,-62 10,111-11,-86 6,0 2,69 4,-75 1,11 0,457 13,-487-5,0 1,51 16,-57-12,1-3,76 10,2-4,-72-8,44 3,315-11,-251-14,36-1,-46 9,-116 4,0-2,0 0,37-14,-41 13,0 1,1 1,0 1,0 1,33 0,-26 1,1 0,33-8,-19 1,0 2,0 2,0 1,70 6,-93 0,-1 1,0 1,34 13,-34-11,1-1,-1 0,28 3,6 0,-34-2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4T15:30:55.54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0 302,'176'-15,"-16"0,-143 14,-1 1,1 0,-1 1,0 1,1 1,30 9,202 73,-235-81,-1 0,1-1,0-1,0 0,0-1,0-1,0 0,0-1,0 0,0-1,24-7,-20 4,25-5,0-2,41-19,-49 19,1 1,0 1,59-7,41-11,71-32,-153 43,62-28,44-15,-102 43,-30 7,1 2,-1 1,2 1,50-4,-75 10,0 1,0-1,-1 1,1 0,0 1,0-1,-1 1,1 0,-1 0,6 3,43 33,-9-5,-28-24,0-1,1 0,0-1,0-1,0 0,1-2,32 5,4-4,71-3,-94-1,0 2,54 12,-34-5,70 19,-103-24,-1 1,0 0,-1 1,20 11,-16-7,30 10,-42-18,0-1,0 0,1 0,-1-1,1 0,0 0,10-1,23-5,74-18,-76 14,1 1,44-3,-76 11,43-3,-1 2,52 6,-80 0,0 0,44 18,-2-1,-45-16,34 18,-33-14,28 10,-18-9,41 21,-55-23,1 0,0-1,0-1,1-1,0-1,0 0,28 2,235-7,-122-2,-91 1,0-4,0-2,78-20,-98 19,96-4,-75 8,-51 2,-1-2,0 0,0 0,27-12,-3 1,-28 12,-1 0,1 1,26-1,16-2,-48 3,0 0,-1-1,1 0,-1-1,10-5,-8 4,0 1,18-8,-7 8,1 0,38-2,-35 4,43-9,-29 5,0 0,1 3,-1 1,44 3,60-2,-55-13,-57 8,35-2,87 9,27-3,-154-3,-6-2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4T15:31:01.69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93,'1153'0,"-1136"1,1 0,-1 2,22 6,33 4,-17-9,-19-2,40 8,-26-2,92 4,53-13,-66-2,-44 5,102-4,-152-3,0-1,36-12,-36 9,0 1,36-4,-33 7,70-18,18-4,-37 13,57-4,395 11,-329 9,-203-2,0 1,0 0,0 0,-1 1,1 0,0 0,0 1,-1 1,0-1,0 1,12 8,-2-3,-1-1,26 8,2 2,-5-4,1-1,0-2,51 6,-30-9,0-3,108-6,-62-1,-48 2,200-8,-226 4,-1-1,1-1,-1-2,-1-2,51-21,-66 23,-3 1,0 1,1 0,-1 0,1 2,0 0,20-3,161 4,-124 5,-44-1,-1 1,1 2,-1 1,0 0,51 19,-23-5,2-2,0-3,0-3,1-2,1-3,93-1,348-7,-306 3,-173 0,0 1,0 1,21 6,-27-6,11 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4T15:31:35.43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4T17:16:00.87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4T17:16:07.7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92,'29'-1,"44"-7,-9 0,341-21,441 26,-461 36,-285-17,179 54,64 61,-87-30,-236-93,2-2,-1 0,1-2,-1 0,1-1,0-1,1-1,33-3,343-56,35-3,-52 28,-325 24,-1-3,81-27,-11 3,324-56,-336 78,1 4,121 6,-98 7,193-19,-14-17,4 21,-290 14,0 1,0 1,50 13,84 39,-136-43,-21-9,0-1,0 1,1-2,0 1,0-1,-1 0,1-1,0 0,11 0,200-16,-46 1,101 5,310 29,-526-14,-1 2,1 2,63 21,-69-16,2-1,0-4,0-1,75 1,-7-6,153 10,-202-6,122 27,2 19,-148-37,90 42,-133-56,0-1,0 1,0-2,0 1,1-1,-1 0,0-1,1 0,-1 0,0 0,1-1,-1 0,11-3,-2 1,348-63,-283 50,66-19,-91 19,1 3,87-9,-89 16,1-4,87-25,-67 14,229-41,-228 53,0 3,84 4,-50 5,225 15,267 49,-583-65,0 1,0 1,0 1,0 0,-1 2,34 15,-45-18,-1-1,1 0,0-1,0 1,1-1,-1-1,12 1,63-1,-45-2,19 0,1-3,0-2,96-23,-101 18,89-7,-31 5,65-8,260 0,-245 37,-28-1,60-15,46 1,-127 14,30 1,-32-1,2 1,351-16,-230-1,-92 16,-14 0,134-15,-133-1,-108-1,58-10,24-2,10 12,-99 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4T17:16:12.45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1 332,'218'5,"-1"11,309 61,-136 23,-9 27,-198-64,-145-50,92 28,-109-36,-1-1,2-1,-1-1,29-1,78-3,82-5,-156 2,100-22,-106 15,140-31,-130 31,360-65,-291 60,174-1,-260 19,0 2,53 11,80 27,-2-1,85-6,-142-21,-93-10,-9 0,0-1,-1-1,1 0,0-1,0-1,-1 1,1-2,0 0,-1-1,16-5,338-141,-76 27,355-100,-578 202,124-44,-175 57,0-2,-1 0,0-1,18-15,-12 9,-17 13,1 0,0 1,-1-1,1 1,0 0,0 1,1-1,-1 1,0 0,9-1,1 0,125-16,1 6,234 10,-311 5,-1 2,1 3,-1 3,0 3,111 40,-144-44,1-2,0 0,64 5,12 3,148 38,-237-49,0 0,0 1,-1 0,0 1,30 19,70 57,-78-53,-28-23,0 0,1-1,24 10,-26-12,0-1,0 2,-1 0,0 0,0 0,16 14,0 3,1-2,1-1,56 31,-28-18,-44-27,-1 1,1-1,0-1,0 0,15 4,-1-3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4T17:16:20.7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1 335,'13'-1,"0"0,0-1,0-1,14-4,10-3,43-4,138-7,86 18,-251 3,53 4,0 5,195 43,-274-46,-1 0,1 0,0-2,0-1,41 0,40-14,177-42,-111 17,30 3,303-13,-363 44,1 7,277 44,-236-9,91 16,-117-44,-60-7,529 60,-447-37,255 75,-243-43,350 161,-511-203,-1 0,56 43,-85-58,1 0,0-1,0 1,1-1,-1 0,0-1,1 1,-1-1,6 2,1-2,0 0,0 0,12-2,31-3,79-15,56-24,-70 15,154-25,-205 44,1 2,72 4,-121 2,1-1,-1-1,-1-1,1 0,0-1,-1-2,28-12,28-9,-41 15,-1-2,0-2,-1-1,35-25,-28 17,433-252,-322 202,203-73,-303 132,1 1,1 3,0 2,0 3,1 1,0 3,86 5,-82 5,-29-2,28 0,23-4,0 4,0 3,150 33,185 84,-377-113,1-3,0-1,0-1,58 0,-38-2,669 67,-664-62,78 13,-123-17,-1 0,1 0,-1 2,0 0,25 16,-34-19,0 0,0 0,0 0,1-1,0-1,-1 1,1-1,16 1,3-2,42-2,-37-1,3 1,217-1,-203 4,0 3,-1 2,53 14,12 13,-60-16,2-3,60 9,150-5,5-20,-144-1,-91 2,205 2,-177 2,111 21,-132-13,-32-8,0-1,0 0,0-1,20 2,0-5,1 0,46-10,-35 5,312-36,368 5,-604 30,-1-4,117-28,22-3,-215 37,101-11,-112 14,-1 2,49 5,85 26,-20-3,-89-15,-33-7,-1-2,40 4,177-7,-122-2,-88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4T17:16:28.5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1 547,'885'19,"-513"12,-281-22,174-5,-165-6,131 13,-96 7,117 13,-162-18,-59-7,-1-1,1-2,51-1,1-11,126-30,-108 18,714-110,15 83,-757 51,-38-1,-1-2,1-1,45-7,-6-9,-1-3,111-46,-108 37,375-124,-343 123,2 5,143-14,-208 36,-1 2,1 2,0 2,-1 2,52 13,-11 4,134 53,-197-67,0-1,1-1,0-2,0 0,25 1,120-4,-87-3,292 8,2 32,-181-2,-1 9,-3 8,199 85,-224-61,-149-67,-8-5,0-1,0 0,10 4,-15-7,0 0,-1-1,1 1,0-1,0 1,-1-1,1 0,0 0,0-1,-1 1,1 0,0-1,0 0,4-1,-1-1,-1 0,1 0,-1-1,0 0,1 0,-2-1,1 1,0-1,6-10,35-56,-41 62,144-283,-97 184,-50 104,4-9,1 0,0 0,1 1,13-17,-19 26,1 1,-1 0,0-1,1 1,-1 0,1 1,-1-1,1 0,0 1,0-1,0 1,0 0,0 0,0 0,0 1,0-1,0 1,0-1,1 1,-1 0,0 0,0 1,0-1,0 0,0 1,5 1,17 9,0 0,-1 2,0 1,-1 1,27 21,-13-9,572 407,-579-412,-3-2,1-1,58 29,-78-44,-1-1,1 0,0 0,1-1,-1 0,0 0,1-1,-1 0,1-1,-1 0,1 0,-1-1,1 0,-1 0,0-1,14-4,4-7,1 0,41-31,11-5,15 4,150-49,-226 87,38-12,103-21,-130 35,0 1,0 2,1 1,-1 1,45 6,34 14,176 55,-241-59,-33-11,1-1,0 0,0 0,0-1,0-1,19 3,-2-7,1 0,-1-2,0-1,33-10,-40 10,453-92,-321 76,180-2,-216 22,0 6,-1 5,0 4,138 37,32 34,-272-81,2 1,0-1,1 0,-1-1,1-1,-1 0,1-1,0-1,-1-1,1 0,28-6,197-46,-13 2,81 0,86-18,-337 58,1 2,66-1,123 10,-115 1,420 17,254 62,-687-67,164-2,-143-13,293 3,-128 30,-112 6,-57-8,96 20,-180-34,0 3,66 31,-77-31,1-3,80 19,-45-13,-54-14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4T17:16:30.3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1D8AF-DBFC-C7DA-15DF-B1E93F46E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C5D7E6-2493-2287-AD9C-2EBBCFB33D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3AF2A-AC6F-4FFF-19A8-C5B6FEE51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7C149-C964-4206-9DF9-FC9763C84E2C}" type="datetimeFigureOut">
              <a:rPr lang="en-IN" smtClean="0"/>
              <a:t>15-02-2024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27FAC-4F96-4803-A6F9-7A0D04D2A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D6C0C-3793-99F1-AC20-E99FD6B83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6BE06-033B-4FD4-9357-06892E75A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050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AAB2E-3D99-B24E-4045-7E1C3A038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21ED9-2017-A671-090E-3EE011C17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56D98-B450-86A4-B47C-B962F1F37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7C149-C964-4206-9DF9-FC9763C84E2C}" type="datetimeFigureOut">
              <a:rPr lang="en-IN" smtClean="0"/>
              <a:t>15-02-2024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601BF-04E4-6F2D-7DAE-4084EDB2D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143C6-8EFD-FBBF-5446-FB394DD48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6BE06-033B-4FD4-9357-06892E75A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598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37760-636F-4241-F913-2BFB4477C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7D6D44-6FC5-0EF6-FB47-0EA612195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5B02A-D49C-C0DF-CAC8-D5D7159C5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7C149-C964-4206-9DF9-FC9763C84E2C}" type="datetimeFigureOut">
              <a:rPr lang="en-IN" smtClean="0"/>
              <a:t>15-02-2024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6D2E5-3C02-5F32-37C2-4C8C37B1C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8B214-FB31-399D-E641-8610D6F3E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6BE06-033B-4FD4-9357-06892E75A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160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B05BB-FFA8-46E9-7AF7-1C1429E5D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25295-0291-C7BF-06D5-98EB6C05AF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9550DB-9594-B5E7-BBA4-D86DB5034D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44B38E-050F-1A75-4D0B-ED195C782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7C149-C964-4206-9DF9-FC9763C84E2C}" type="datetimeFigureOut">
              <a:rPr lang="en-IN" smtClean="0"/>
              <a:t>15-02-2024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2443EC-C6D4-989C-6730-32726437D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7F5F50-41C4-FCED-5322-CE8391AC8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6BE06-033B-4FD4-9357-06892E75A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13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0A9BA-2381-0A13-E764-A33672AAF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88B3B-9ACA-D997-C2D3-8ADBAECB6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7732FE-0217-185F-69F6-661536651B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AE7C5C-D09B-15D6-0C97-5F027CEA0E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D39EB4-5CD5-0AD8-98A6-179515064B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DD9352-79BC-B1EF-E615-7EDF11162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7C149-C964-4206-9DF9-FC9763C84E2C}" type="datetimeFigureOut">
              <a:rPr lang="en-IN" smtClean="0"/>
              <a:t>15-02-2024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1A142B-354E-87F7-3126-9B1295371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AC8AE5-5373-7DEB-E9D7-281A75276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6BE06-033B-4FD4-9357-06892E75A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690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E6D18-EF31-ED07-A733-F07CBA216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84B4DB-300D-6D91-710B-1AFE2BD61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7C149-C964-4206-9DF9-FC9763C84E2C}" type="datetimeFigureOut">
              <a:rPr lang="en-IN" smtClean="0"/>
              <a:t>15-02-2024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5FA9BB-4728-93F4-E263-2334B50E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B97FCF-8CAB-47A7-91F6-B7E1951E8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6BE06-033B-4FD4-9357-06892E75A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724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F59B56-A81B-05E0-C297-90FADEF6F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7C149-C964-4206-9DF9-FC9763C84E2C}" type="datetimeFigureOut">
              <a:rPr lang="en-IN" smtClean="0"/>
              <a:t>15-02-2024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A8F366-C331-9502-ADC1-35B2686C5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60AFC-B77B-3195-E39D-672ECE988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6BE06-033B-4FD4-9357-06892E75A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515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FF339-B149-7593-00FF-EE380360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9490F-0C26-8D14-98FE-DD1D910B9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848C5D-8B23-AA83-DCF7-D32E133481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23742B-81AF-B4F4-62BA-5389AFE94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7C149-C964-4206-9DF9-FC9763C84E2C}" type="datetimeFigureOut">
              <a:rPr lang="en-IN" smtClean="0"/>
              <a:t>15-02-2024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8DCE5-2A8D-E7B5-A70B-7759FD9D5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FDB8-45CC-4294-B1E2-9F0F1198A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6BE06-033B-4FD4-9357-06892E75A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751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B3EA5-AB6B-5529-EF52-018D24672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8C2E8D-686A-0F32-CE5F-9865C53F28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DB431F-F9E7-4EFF-7274-5AA671E9E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9A6D37-B1CC-9F0A-34CB-0061D1780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7C149-C964-4206-9DF9-FC9763C84E2C}" type="datetimeFigureOut">
              <a:rPr lang="en-IN" smtClean="0"/>
              <a:t>15-02-2024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DBD37-8BBD-EB76-AB97-95DFB827C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D5325-7291-E38D-EE88-09564427F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6BE06-033B-4FD4-9357-06892E75A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393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9B3C3-ED9F-AC78-2C70-0AE7354A1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CA335C-D4BB-51D7-F370-BDB4BB3EFF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46147-869A-79B5-C4C0-B2BF3570B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7C149-C964-4206-9DF9-FC9763C84E2C}" type="datetimeFigureOut">
              <a:rPr lang="en-IN" smtClean="0"/>
              <a:t>15-02-2024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BBD8C-B62E-C3C4-4BB7-1B4B18F16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6C386-599F-8F31-E45B-C03D024E5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6BE06-033B-4FD4-9357-06892E75A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729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E698B3-C0DC-4528-F4B2-51EDE5BAC1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73D6EA-0358-8CC0-95BB-F36CD00A62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E3599-A930-F4F7-6160-E36183BC0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7C149-C964-4206-9DF9-FC9763C84E2C}" type="datetimeFigureOut">
              <a:rPr lang="en-IN" smtClean="0"/>
              <a:t>15-02-2024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14EC0-5AFC-6B90-120B-561E15706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EBABF-4FE5-3EB8-B861-18E56C5FF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6BE06-033B-4FD4-9357-06892E75A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093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4B5947-35B6-4942-D6E8-0873AAA68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C9B864-184A-9FD8-32CA-D47850423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F37A2-9004-CA79-6D7C-29C45670F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7C149-C964-4206-9DF9-FC9763C84E2C}" type="datetimeFigureOut">
              <a:rPr lang="en-IN" smtClean="0"/>
              <a:t>15-02-2024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3DD79-C415-BA4D-804D-92134000D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6F97D-39F4-B65A-1D8C-0980D90B24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6BE06-033B-4FD4-9357-06892E75A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43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customXml" Target="../ink/ink11.xml"/><Relationship Id="rId3" Type="http://schemas.openxmlformats.org/officeDocument/2006/relationships/customXml" Target="../ink/ink6.xml"/><Relationship Id="rId7" Type="http://schemas.openxmlformats.org/officeDocument/2006/relationships/customXml" Target="../ink/ink8.xml"/><Relationship Id="rId12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customXml" Target="../ink/ink10.xml"/><Relationship Id="rId5" Type="http://schemas.openxmlformats.org/officeDocument/2006/relationships/customXml" Target="../ink/ink7.xml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customXml" Target="../ink/ink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3A9ED-2991-F98A-C474-39CA61E947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85219"/>
            <a:ext cx="9144000" cy="23876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Part_01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F9F2FC-BD87-3006-6724-0CF5BB8B32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78981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</a:t>
            </a:r>
          </a:p>
          <a:p>
            <a:pPr algn="r"/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Jesna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 S</a:t>
            </a:r>
          </a:p>
          <a:p>
            <a:pPr algn="r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</p:txBody>
      </p:sp>
    </p:spTree>
    <p:extLst>
      <p:ext uri="{BB962C8B-B14F-4D97-AF65-F5344CB8AC3E}">
        <p14:creationId xmlns:p14="http://schemas.microsoft.com/office/powerpoint/2010/main" val="3793274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228C8-C211-BB80-CFB8-4C4170D77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40F6D-11EB-2200-ED41-433C7FF6C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343"/>
            <a:ext cx="10515600" cy="469174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3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Causality is tracked using physical time. </a:t>
            </a:r>
          </a:p>
          <a:p>
            <a:pPr algn="just"/>
            <a:r>
              <a:rPr lang="en-US" sz="3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in distributed systems, </a:t>
            </a:r>
            <a:r>
              <a:rPr lang="en-US" sz="30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not possible to have global physical time; it is possible to realize only an approximation of it</a:t>
            </a:r>
            <a:r>
              <a:rPr lang="en-US" sz="3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time can be implemented in three ways</a:t>
            </a:r>
          </a:p>
          <a:p>
            <a:pPr lvl="1"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Scalar time</a:t>
            </a:r>
          </a:p>
          <a:p>
            <a:pPr lvl="1"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time</a:t>
            </a:r>
          </a:p>
          <a:p>
            <a:pPr lvl="1"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time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knowledge of the causal precedence relation among the events of processes helps solve a variety of problems in distributed systems, such as distributed algorithms design, tracking of dependent events, knowledge about the progress of a computation, and concurrency measures.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441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42D46-1B99-1237-9D13-D747304AE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3143"/>
            <a:ext cx="10515600" cy="5523820"/>
          </a:xfrm>
        </p:spPr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distributed computing systems, the rate of occurrence of events is several magnitudes higher and the event execution time is several magnitudes 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distributed computation, generally the progress is made in spurts and the interaction between processes occurs in spurts.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Consequently, it turns out that in a distributed computation, the causality relation between events produced by a program execution and its fundamental monotonicity property can be accurately captured by logical clocks.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378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B6269-0D1B-A35F-69B8-6B1CA60B6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598714"/>
            <a:ext cx="10722429" cy="5578249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system of logical clocks,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every process has a logical clock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 advanced using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set of rules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Every event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assigned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timestamp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causality relation between events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generally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inferred from their timestamps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timestamps assigned to events obey the fundamental monotonicity property; that is,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if an event “a” causally affects an event “b”, then the timestamp of “a” is smaller than the timestamp of “b”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428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A3932-87A8-1F15-8EB4-4F170FC37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7200"/>
            <a:ext cx="10755086" cy="5719763"/>
          </a:xfrm>
        </p:spPr>
        <p:txBody>
          <a:bodyPr>
            <a:normAutofit/>
          </a:bodyPr>
          <a:lstStyle/>
          <a:p>
            <a:pPr algn="just"/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three ways to implement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time in a distributed system. </a:t>
            </a:r>
          </a:p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first method, </a:t>
            </a:r>
            <a:r>
              <a:rPr lang="en-US" sz="2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Lamport’s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scalar clocks, </a:t>
            </a:r>
            <a:r>
              <a:rPr lang="en-US" sz="24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time is represented by non-negative integers</a:t>
            </a:r>
            <a:r>
              <a:rPr lang="en-US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second method, the time is represented </a:t>
            </a:r>
            <a:r>
              <a:rPr lang="en-US" sz="24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by a vector of non-negative integers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third method, the time is represented as a matrix of non-negative integers.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91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F44F0-A146-5DE2-520E-8B395E903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028" y="325890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framework for a system of logical clocks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EC205-9059-C506-A20D-5067D4820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428" y="2108652"/>
            <a:ext cx="10515600" cy="3693433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system of logical clocks consists of a time domain T and a logical clock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of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 a partially ordered set over a relation &lt;.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relation is usually called the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happened before or causal precedence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8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814FD6-B1AA-5D90-7B37-DDF35C4BC1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08" r="1051"/>
          <a:stretch/>
        </p:blipFill>
        <p:spPr>
          <a:xfrm>
            <a:off x="533250" y="664026"/>
            <a:ext cx="11136236" cy="569518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33BC05E-8D25-C531-BBD8-2ED68F5868F4}"/>
              </a:ext>
            </a:extLst>
          </p:cNvPr>
          <p:cNvSpPr/>
          <p:nvPr/>
        </p:nvSpPr>
        <p:spPr>
          <a:xfrm>
            <a:off x="555171" y="555171"/>
            <a:ext cx="762000" cy="50074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F47444C-A620-5D6B-3D0F-3CA34D7EB732}"/>
              </a:ext>
            </a:extLst>
          </p:cNvPr>
          <p:cNvCxnSpPr/>
          <p:nvPr/>
        </p:nvCxnSpPr>
        <p:spPr>
          <a:xfrm>
            <a:off x="7043057" y="1055914"/>
            <a:ext cx="462642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EE69E2-4C55-D526-96F9-B8847276C6B3}"/>
              </a:ext>
            </a:extLst>
          </p:cNvPr>
          <p:cNvCxnSpPr>
            <a:cxnSpLocks/>
          </p:cNvCxnSpPr>
          <p:nvPr/>
        </p:nvCxnSpPr>
        <p:spPr>
          <a:xfrm>
            <a:off x="555171" y="1589314"/>
            <a:ext cx="1111431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1404EDF-0676-C422-40BA-48E9F5C0B0A2}"/>
              </a:ext>
            </a:extLst>
          </p:cNvPr>
          <p:cNvCxnSpPr>
            <a:cxnSpLocks/>
          </p:cNvCxnSpPr>
          <p:nvPr/>
        </p:nvCxnSpPr>
        <p:spPr>
          <a:xfrm>
            <a:off x="533250" y="2068286"/>
            <a:ext cx="604172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F697A79-794E-4DF1-83F7-9F2F5E0AF3FD}"/>
              </a:ext>
            </a:extLst>
          </p:cNvPr>
          <p:cNvCxnSpPr/>
          <p:nvPr/>
        </p:nvCxnSpPr>
        <p:spPr>
          <a:xfrm>
            <a:off x="631371" y="4572000"/>
            <a:ext cx="462642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07388E0-9479-25E7-B1C9-E6BE70C7298A}"/>
                  </a:ext>
                </a:extLst>
              </p14:cNvPr>
              <p14:cNvContentPartPr/>
              <p14:nvPr/>
            </p14:nvContentPartPr>
            <p14:xfrm>
              <a:off x="5301377" y="2351040"/>
              <a:ext cx="1588680" cy="76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07388E0-9479-25E7-B1C9-E6BE70C729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11377" y="2171400"/>
                <a:ext cx="1768320" cy="43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29E141E-F238-5379-99AA-4920FA03F667}"/>
                  </a:ext>
                </a:extLst>
              </p14:cNvPr>
              <p14:cNvContentPartPr/>
              <p14:nvPr/>
            </p14:nvContentPartPr>
            <p14:xfrm>
              <a:off x="6694937" y="4215480"/>
              <a:ext cx="3804120" cy="1105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29E141E-F238-5379-99AA-4920FA03F66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04937" y="4035840"/>
                <a:ext cx="3983760" cy="47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52D51B6-18E8-4DEE-FF21-005D25C316C0}"/>
                  </a:ext>
                </a:extLst>
              </p14:cNvPr>
              <p14:cNvContentPartPr/>
              <p14:nvPr/>
            </p14:nvContentPartPr>
            <p14:xfrm>
              <a:off x="6726977" y="4245360"/>
              <a:ext cx="2531520" cy="1645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52D51B6-18E8-4DEE-FF21-005D25C316C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36977" y="4065720"/>
                <a:ext cx="2711160" cy="52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6CA29C8-2ACD-EE1F-94A5-0ED205F6B15B}"/>
                  </a:ext>
                </a:extLst>
              </p14:cNvPr>
              <p14:cNvContentPartPr/>
              <p14:nvPr/>
            </p14:nvContentPartPr>
            <p14:xfrm>
              <a:off x="5606297" y="6019080"/>
              <a:ext cx="2589840" cy="640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6CA29C8-2ACD-EE1F-94A5-0ED205F6B15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516297" y="5839080"/>
                <a:ext cx="2769480" cy="42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5182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8D57C-FCE4-F7A4-F4D7-F4B48C089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475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logical clocks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7EBDEC9-93D1-25C9-CC96-8BFB5AA128D9}"/>
                  </a:ext>
                </a:extLst>
              </p14:cNvPr>
              <p14:cNvContentPartPr/>
              <p14:nvPr/>
            </p14:nvContentPartPr>
            <p14:xfrm>
              <a:off x="-1142983" y="125160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7EBDEC9-93D1-25C9-CC96-8BFB5AA128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232983" y="1071600"/>
                <a:ext cx="180000" cy="3600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5D8624CD-5B0D-C2FA-7BC5-C6F0249F52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1386523"/>
            <a:ext cx="10254343" cy="298129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5EE43BF-4691-BCD4-F2E6-7976C120EF0A}"/>
              </a:ext>
            </a:extLst>
          </p:cNvPr>
          <p:cNvCxnSpPr>
            <a:cxnSpLocks/>
          </p:cNvCxnSpPr>
          <p:nvPr/>
        </p:nvCxnSpPr>
        <p:spPr>
          <a:xfrm>
            <a:off x="1948542" y="2677885"/>
            <a:ext cx="241662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9C87C6-41CA-E750-9D7C-B4045D030518}"/>
              </a:ext>
            </a:extLst>
          </p:cNvPr>
          <p:cNvCxnSpPr>
            <a:cxnSpLocks/>
          </p:cNvCxnSpPr>
          <p:nvPr/>
        </p:nvCxnSpPr>
        <p:spPr>
          <a:xfrm>
            <a:off x="1948542" y="3548742"/>
            <a:ext cx="251460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0314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38BB55-5B7B-4D1A-2A24-DD620E620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06" y="535333"/>
            <a:ext cx="10794701" cy="452349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698082F-7EAC-BD1B-3717-2B5B8DA0D53E}"/>
              </a:ext>
            </a:extLst>
          </p:cNvPr>
          <p:cNvCxnSpPr>
            <a:cxnSpLocks/>
          </p:cNvCxnSpPr>
          <p:nvPr/>
        </p:nvCxnSpPr>
        <p:spPr>
          <a:xfrm>
            <a:off x="1034143" y="979715"/>
            <a:ext cx="979714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0A2199-72EA-BCFA-CC84-00944493E115}"/>
              </a:ext>
            </a:extLst>
          </p:cNvPr>
          <p:cNvCxnSpPr>
            <a:cxnSpLocks/>
          </p:cNvCxnSpPr>
          <p:nvPr/>
        </p:nvCxnSpPr>
        <p:spPr>
          <a:xfrm>
            <a:off x="772080" y="1469571"/>
            <a:ext cx="478971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F61FB5A-651B-AD7C-92B9-6FC84D0F06EF}"/>
                  </a:ext>
                </a:extLst>
              </p14:cNvPr>
              <p14:cNvContentPartPr/>
              <p14:nvPr/>
            </p14:nvContentPartPr>
            <p14:xfrm>
              <a:off x="4604417" y="2830200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F61FB5A-651B-AD7C-92B9-6FC84D0F06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50777" y="272220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CAF9699-AB8C-2C15-2CBF-CC67EA709B69}"/>
                  </a:ext>
                </a:extLst>
              </p14:cNvPr>
              <p14:cNvContentPartPr/>
              <p14:nvPr/>
            </p14:nvContentPartPr>
            <p14:xfrm>
              <a:off x="4604417" y="2797080"/>
              <a:ext cx="6510960" cy="1540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CAF9699-AB8C-2C15-2CBF-CC67EA709B6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50777" y="2689080"/>
                <a:ext cx="6618600" cy="3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241245C-E0C5-CF7B-6087-C689B69C8A91}"/>
                  </a:ext>
                </a:extLst>
              </p14:cNvPr>
              <p14:cNvContentPartPr/>
              <p14:nvPr/>
            </p14:nvContentPartPr>
            <p14:xfrm>
              <a:off x="1513097" y="3146640"/>
              <a:ext cx="3307680" cy="2844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241245C-E0C5-CF7B-6087-C689B69C8A9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59457" y="3038640"/>
                <a:ext cx="3415320" cy="50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CC1B857-8CBD-9963-69F9-086D251CC359}"/>
                  </a:ext>
                </a:extLst>
              </p14:cNvPr>
              <p14:cNvContentPartPr/>
              <p14:nvPr/>
            </p14:nvContentPartPr>
            <p14:xfrm>
              <a:off x="4713137" y="3580440"/>
              <a:ext cx="6269400" cy="342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CC1B857-8CBD-9963-69F9-086D251CC35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659497" y="3472440"/>
                <a:ext cx="6377040" cy="55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6E808E9-2BAD-FA30-F66E-04AC9D1CEB1E}"/>
                  </a:ext>
                </a:extLst>
              </p14:cNvPr>
              <p14:cNvContentPartPr/>
              <p14:nvPr/>
            </p14:nvContentPartPr>
            <p14:xfrm>
              <a:off x="1545137" y="4015680"/>
              <a:ext cx="7305840" cy="2512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6E808E9-2BAD-FA30-F66E-04AC9D1CEB1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91497" y="3907680"/>
                <a:ext cx="7413480" cy="46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6E8873A-29ED-47D2-1090-61814715A2EA}"/>
                  </a:ext>
                </a:extLst>
              </p14:cNvPr>
              <p14:cNvContentPartPr/>
              <p14:nvPr/>
            </p14:nvContentPartPr>
            <p14:xfrm>
              <a:off x="8861057" y="4266960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6E8873A-29ED-47D2-1090-61814715A2E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07057" y="4158960"/>
                <a:ext cx="108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ADEFF37-0556-F304-0F8B-95226A87C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75288"/>
            <a:ext cx="10515600" cy="1244146"/>
          </a:xfrm>
        </p:spPr>
        <p:txBody>
          <a:bodyPr>
            <a:normAutofit/>
          </a:bodyPr>
          <a:lstStyle/>
          <a:p>
            <a:pPr algn="just"/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 all logical clock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implement rules </a:t>
            </a: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consequently ensure the fundamental monotonicity property associated with causality.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94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18778-F78E-1230-694B-01B1706B4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Scalar time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EE4080-9343-A816-F9C4-9498E78D0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7414" y="1782082"/>
            <a:ext cx="8937171" cy="3889375"/>
          </a:xfrm>
        </p:spPr>
        <p:txBody>
          <a:bodyPr>
            <a:normAutofit/>
          </a:bodyPr>
          <a:lstStyle/>
          <a:p>
            <a:pPr algn="l"/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scalar time representation was proposed by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Lamport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1978  </a:t>
            </a:r>
            <a:r>
              <a:rPr lang="en-US" sz="24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as an attempt to totally order events in a distributed system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en-IN" sz="2400" b="1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Time domain in this </a:t>
            </a:r>
            <a:r>
              <a:rPr lang="en-US" sz="2400" b="1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 is the set of non-negative integers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logical local clock of a process </a:t>
            </a:r>
            <a:r>
              <a:rPr lang="en-US" sz="24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="0" i="0" u="none" strike="noStrike" baseline="-25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its local view of the global time are squashed into one integer 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</a:t>
            </a:r>
            <a:r>
              <a:rPr lang="en-IN" sz="24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Ci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130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3E3889-52F0-537D-1A87-FBD358B26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415" y="895194"/>
            <a:ext cx="9372299" cy="56554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79BA8F-FE24-0828-18F0-2B87685552B9}"/>
              </a:ext>
            </a:extLst>
          </p:cNvPr>
          <p:cNvSpPr txBox="1"/>
          <p:nvPr/>
        </p:nvSpPr>
        <p:spPr>
          <a:xfrm>
            <a:off x="718457" y="416614"/>
            <a:ext cx="73043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Rules </a:t>
            </a:r>
            <a:r>
              <a:rPr lang="en-US" sz="2400" b="1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R1 </a:t>
            </a:r>
            <a:r>
              <a:rPr lang="en-US" sz="2400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b="1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R2 </a:t>
            </a:r>
            <a:r>
              <a:rPr lang="en-US" sz="2400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 update the clocks are as follows: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57D844C-37ED-6E3F-54B2-7ADA6425F98C}"/>
              </a:ext>
            </a:extLst>
          </p:cNvPr>
          <p:cNvCxnSpPr/>
          <p:nvPr/>
        </p:nvCxnSpPr>
        <p:spPr>
          <a:xfrm>
            <a:off x="3494314" y="3178629"/>
            <a:ext cx="70866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2D9B84-EAF8-4BCE-947A-1A40E85C7588}"/>
              </a:ext>
            </a:extLst>
          </p:cNvPr>
          <p:cNvCxnSpPr>
            <a:cxnSpLocks/>
          </p:cNvCxnSpPr>
          <p:nvPr/>
        </p:nvCxnSpPr>
        <p:spPr>
          <a:xfrm>
            <a:off x="2569030" y="4582887"/>
            <a:ext cx="801188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E9D66E4-CAC6-5AA1-B89F-7C127065C8AD}"/>
              </a:ext>
            </a:extLst>
          </p:cNvPr>
          <p:cNvCxnSpPr>
            <a:cxnSpLocks/>
          </p:cNvCxnSpPr>
          <p:nvPr/>
        </p:nvCxnSpPr>
        <p:spPr>
          <a:xfrm>
            <a:off x="1883229" y="4963887"/>
            <a:ext cx="68580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C49A18D-23DD-6575-29C5-B1BDE5260F4A}"/>
              </a:ext>
            </a:extLst>
          </p:cNvPr>
          <p:cNvCxnSpPr>
            <a:cxnSpLocks/>
          </p:cNvCxnSpPr>
          <p:nvPr/>
        </p:nvCxnSpPr>
        <p:spPr>
          <a:xfrm>
            <a:off x="4136572" y="3559630"/>
            <a:ext cx="250371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910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497B03-4DF9-9A61-F6E4-C66F62CDA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67" y="756581"/>
            <a:ext cx="9906865" cy="489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853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549DD-742E-52FD-8824-81A4DD021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6361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properties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755489-1C8A-41A2-0ADB-7C6320E7C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81" y="1549386"/>
            <a:ext cx="10680819" cy="18977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7C00E6-0F41-6470-6C2C-4F37F1507423}"/>
              </a:ext>
            </a:extLst>
          </p:cNvPr>
          <p:cNvSpPr txBox="1"/>
          <p:nvPr/>
        </p:nvSpPr>
        <p:spPr>
          <a:xfrm>
            <a:off x="838200" y="4016828"/>
            <a:ext cx="1035231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Ordering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Scalar clocks can be used to totally order events in a distributed system.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main problem in totally ordering events is that two or more events at different processes may have identical timestamp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 in the above Figure, the third event of process P1 and the second event of process P2 have identical scalar timestamp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625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2673F-3278-54A5-977F-D6BF78D7A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5428"/>
            <a:ext cx="10341429" cy="5382710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tie-breaking mechanism is needed to order such events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tie is broken as follows:</a:t>
            </a:r>
          </a:p>
          <a:p>
            <a:pPr lvl="1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identifiers are linearly ordered and tie among events with identical scalar timestamp is broken on the basis of their process identifiers.</a:t>
            </a:r>
          </a:p>
          <a:p>
            <a:pPr lvl="1" algn="just"/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lower the process identifier in the ranking, the higher the priority.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timestamp of an event is denoted by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tuple (t, </a:t>
            </a:r>
            <a:r>
              <a:rPr lang="en-US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“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t” is its time of occurrence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“</a:t>
            </a:r>
            <a:r>
              <a:rPr lang="en-US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” is the identity of the process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it occurred.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order relation ≺ on two events x and y with timestamps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h,i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k,j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respectively, is defined as follows: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445949-33B2-9ED1-51EE-580863A10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590" y="5818138"/>
            <a:ext cx="7475345" cy="847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791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236AD-F0FE-6A69-8B22-D47296A19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465" y="276447"/>
            <a:ext cx="11068493" cy="5900516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events that occur at the same logical scalar time are independent, they can be ordered using any arbitrary criterion without violating the causality relation →.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total order is consistent with the causality relation “→”.</a:t>
            </a:r>
          </a:p>
          <a:p>
            <a:pPr algn="l"/>
            <a:endParaRPr lang="en-US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total order is generally used to ensure liveness properties in distributed algorithms. </a:t>
            </a:r>
          </a:p>
          <a:p>
            <a:pPr algn="l"/>
            <a:r>
              <a:rPr lang="en-US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Requests are timestamped and served according to the total order </a:t>
            </a:r>
            <a:r>
              <a:rPr lang="en-IN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based on these timestamps</a:t>
            </a:r>
            <a:endParaRPr lang="en-I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147AAC-C4BE-D452-8497-AB90236E5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797" y="2746070"/>
            <a:ext cx="3943910" cy="56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696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13D77-5C09-7B34-DB6E-4527D6EB6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958" y="138224"/>
            <a:ext cx="10347251" cy="436998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counting</a:t>
            </a:r>
          </a:p>
          <a:p>
            <a:pPr algn="just"/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increment value d is always 1, the scalar time has the following interesting property:</a:t>
            </a:r>
          </a:p>
          <a:p>
            <a:pPr lvl="1" algn="just"/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event e has a timestamp h, </a:t>
            </a:r>
            <a:r>
              <a:rPr lang="en-US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then h−1 represents the minimum logical duration, counted in units of events, required before producing the event e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 lvl="1" algn="just"/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call it the </a:t>
            </a:r>
            <a:r>
              <a:rPr lang="en-US" b="1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height of the event e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other words, </a:t>
            </a:r>
            <a:r>
              <a:rPr lang="en-US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h-1 events have been produced sequentially before the event e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regardless of the processes that produced these events.</a:t>
            </a:r>
          </a:p>
          <a:p>
            <a:pPr algn="just"/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five events precede event b on the longest causal path ending at b.</a:t>
            </a:r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546F95-434E-2A21-6893-1C10E500A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391" y="4137205"/>
            <a:ext cx="7428879" cy="251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276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88C29-4D7B-08D0-906A-E6CDB70DB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120" y="159488"/>
            <a:ext cx="11229753" cy="423175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strong consistency</a:t>
            </a:r>
          </a:p>
          <a:p>
            <a:pPr algn="just"/>
            <a:r>
              <a:rPr lang="en-US" sz="24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system of scalar clocks is not strongly consistent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that is, for two events </a:t>
            </a:r>
            <a:r>
              <a:rPr lang="en-US" sz="2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ei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sz="2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ej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 algn="just">
              <a:buNone/>
            </a:pPr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in Figure, the third event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process P1 has smaller scalar timestamp than the third event of process P2.</a:t>
            </a:r>
          </a:p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 former did not happen before the latter. </a:t>
            </a:r>
          </a:p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reason that scalar clocks are not strongly consistent is that the logical local clock and logical global clock of a process are squashed into one, resulting in the loss causal dependency information among events at different processes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FF7FF-4776-A1D3-82A0-B9F06949A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851" y="1503022"/>
            <a:ext cx="3943296" cy="5596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34F597-7B88-FFEC-94AD-5B1380B6E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2001" y="4299929"/>
            <a:ext cx="7428879" cy="251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355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1919E-2A2B-A914-D667-CD254BCA9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0661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6B435-2D3D-01FE-7D7B-DBC683ADD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749" y="1318437"/>
            <a:ext cx="10652051" cy="4858526"/>
          </a:xfrm>
        </p:spPr>
        <p:txBody>
          <a:bodyPr>
            <a:normAutofit/>
          </a:bodyPr>
          <a:lstStyle/>
          <a:p>
            <a:pPr algn="just"/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of vector clocks was developed independently by Fidge,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Mattern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and Schmuck .</a:t>
            </a:r>
          </a:p>
          <a:p>
            <a:pPr algn="just"/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system of vector clocks, the time domain is represented by a set of </a:t>
            </a:r>
            <a:r>
              <a:rPr lang="en-US" b="0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-dimensional non-negative integer vectors.</a:t>
            </a:r>
          </a:p>
          <a:p>
            <a:pPr marL="0" indent="0" algn="just">
              <a:buNone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BD2A67-FAB6-891C-9D94-C9F3E8609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652" y="3429000"/>
            <a:ext cx="10515599" cy="257478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67360C-0F01-B78B-43F9-D247BD327410}"/>
              </a:ext>
            </a:extLst>
          </p:cNvPr>
          <p:cNvCxnSpPr>
            <a:cxnSpLocks/>
          </p:cNvCxnSpPr>
          <p:nvPr/>
        </p:nvCxnSpPr>
        <p:spPr>
          <a:xfrm>
            <a:off x="9930810" y="4316818"/>
            <a:ext cx="124400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99D3B5D-A667-533E-C3C9-B2E6A11B0FC2}"/>
              </a:ext>
            </a:extLst>
          </p:cNvPr>
          <p:cNvCxnSpPr>
            <a:cxnSpLocks/>
          </p:cNvCxnSpPr>
          <p:nvPr/>
        </p:nvCxnSpPr>
        <p:spPr>
          <a:xfrm>
            <a:off x="1077433" y="4756297"/>
            <a:ext cx="825795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663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5938E-06B2-52F7-0531-FA4583279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852" y="233916"/>
            <a:ext cx="10515600" cy="5103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the following two rules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update its clock: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903A31-D694-F7ED-93C6-355BE04E3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176" y="885364"/>
            <a:ext cx="9323648" cy="564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303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FCC3F-ED00-8B52-8F50-E32E904CC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730" y="170120"/>
            <a:ext cx="11217349" cy="2349795"/>
          </a:xfrm>
        </p:spPr>
        <p:txBody>
          <a:bodyPr>
            <a:normAutofit/>
          </a:bodyPr>
          <a:lstStyle/>
          <a:p>
            <a:pPr algn="just"/>
            <a:r>
              <a:rPr lang="en-US" sz="2400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timestamp associated with an event is the value of the vector clock of its process when the event is executed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shows an example of vector clocks progress with the increment value d = 1. </a:t>
            </a:r>
          </a:p>
          <a:p>
            <a:pPr algn="just"/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Initially, a vector clock is [</a:t>
            </a:r>
            <a:r>
              <a:rPr lang="en-IN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0, 0,…… 0].</a:t>
            </a:r>
          </a:p>
          <a:p>
            <a:pPr marL="0" indent="0" algn="just">
              <a:buNone/>
            </a:pP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vector time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99620E-32D3-ECFE-0E32-0ABE259E26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18" t="2590"/>
          <a:stretch/>
        </p:blipFill>
        <p:spPr>
          <a:xfrm>
            <a:off x="1622090" y="2626242"/>
            <a:ext cx="8466980" cy="430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1798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47276A-A86D-43AC-D27E-E7FA13182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886" y="1035142"/>
            <a:ext cx="10568169" cy="3834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8500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7427B-BE59-AEF9-B84A-076186929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A6A18-2564-A89F-5812-C42DDE55F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Isomorphism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Consistency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Counting</a:t>
            </a:r>
          </a:p>
        </p:txBody>
      </p:sp>
    </p:spTree>
    <p:extLst>
      <p:ext uri="{BB962C8B-B14F-4D97-AF65-F5344CB8AC3E}">
        <p14:creationId xmlns:p14="http://schemas.microsoft.com/office/powerpoint/2010/main" val="9156146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6D092-C58C-E974-5D52-4C7DC4DF3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Isomorphism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5800D-E90E-AC7E-9F89-F4390F1E5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282"/>
            <a:ext cx="10515600" cy="2942318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events in a distributed system are timestamped using a system of vector clocks, we have the following property.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two events x and y have timestamps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respectively, then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DFCC39-BEFF-ED8F-224E-421B64735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364" y="2812420"/>
            <a:ext cx="3573409" cy="16071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878C674-5DC5-063E-D57A-A4E819FBED30}"/>
              </a:ext>
            </a:extLst>
          </p:cNvPr>
          <p:cNvSpPr txBox="1"/>
          <p:nvPr/>
        </p:nvSpPr>
        <p:spPr>
          <a:xfrm>
            <a:off x="838200" y="4408372"/>
            <a:ext cx="10515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there is an isomorphism between the set of partially ordered events produced by a distributed computation and their vector timestamps.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very powerful, useful, and interesting property of vector clocks.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181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A1324-EABE-E644-E969-5793D06B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C917E-67F2-A18E-22D6-76739C470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system of vector clocks is strongly consistent; thus, by examining the vector timestamp of two events, we can determine if the events are causally related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Charron–Bost showed that the dimension of vector clocks cannot be less than n, the total number of processes in the distributed computation, for this property to hold.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7081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FD7F7-04AC-8D3A-5DE4-418F74CAE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counting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A9458-1C26-F7C5-9133-D15863053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d is always 1 in rule </a:t>
            </a:r>
            <a:r>
              <a:rPr lang="en-US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the </a:t>
            </a:r>
            <a:r>
              <a:rPr lang="en-US" b="0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ith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of vector clock at process pi, </a:t>
            </a:r>
            <a:r>
              <a:rPr lang="en-US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vtii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denotes the number of events that have occurred at pi until that instant. </a:t>
            </a:r>
          </a:p>
          <a:p>
            <a:pPr algn="just"/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if an event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timestamp </a:t>
            </a:r>
            <a:r>
              <a:rPr lang="en-US" b="0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vh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vhj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denotes the number of events executed by process </a:t>
            </a:r>
            <a:r>
              <a:rPr lang="en-US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pj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causally precede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Clearly, </a:t>
            </a:r>
            <a:r>
              <a:rPr lang="en-IN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vhj−1 </a:t>
            </a:r>
            <a:r>
              <a:rPr lang="en-US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represents the total number of events that causally precede </a:t>
            </a:r>
            <a:r>
              <a:rPr lang="en-US" b="0" i="1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 the distributed </a:t>
            </a:r>
            <a:r>
              <a:rPr lang="en-IN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computation</a:t>
            </a:r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200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1771</TotalTime>
  <Words>1276</Words>
  <Application>Microsoft Office PowerPoint</Application>
  <PresentationFormat>Widescreen</PresentationFormat>
  <Paragraphs>89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Times New Roman</vt:lpstr>
      <vt:lpstr>Office Theme</vt:lpstr>
      <vt:lpstr>Module 2 Part_01</vt:lpstr>
      <vt:lpstr>Logical Time</vt:lpstr>
      <vt:lpstr>PowerPoint Presentation</vt:lpstr>
      <vt:lpstr>PowerPoint Presentation</vt:lpstr>
      <vt:lpstr>PowerPoint Presentation</vt:lpstr>
      <vt:lpstr>A framework for a system of logical clocks</vt:lpstr>
      <vt:lpstr>PowerPoint Presentation</vt:lpstr>
      <vt:lpstr>Implementing logical clocks</vt:lpstr>
      <vt:lpstr>PowerPoint Presentation</vt:lpstr>
      <vt:lpstr>Scalar time</vt:lpstr>
      <vt:lpstr>PowerPoint Presentation</vt:lpstr>
      <vt:lpstr>PowerPoint Presentation</vt:lpstr>
      <vt:lpstr>Basic properties</vt:lpstr>
      <vt:lpstr>PowerPoint Presentation</vt:lpstr>
      <vt:lpstr>PowerPoint Presentation</vt:lpstr>
      <vt:lpstr>PowerPoint Presentation</vt:lpstr>
      <vt:lpstr>PowerPoint Presentation</vt:lpstr>
      <vt:lpstr>Vector time</vt:lpstr>
      <vt:lpstr>PowerPoint Presentation</vt:lpstr>
      <vt:lpstr>PowerPoint Presentation</vt:lpstr>
      <vt:lpstr>PowerPoint Presentation</vt:lpstr>
      <vt:lpstr>Basic Properties</vt:lpstr>
      <vt:lpstr>Isomorphism</vt:lpstr>
      <vt:lpstr>Strong consistency</vt:lpstr>
      <vt:lpstr>Event counting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 Part_01</dc:title>
  <dc:creator>JESNA J S</dc:creator>
  <cp:lastModifiedBy>JESNA J S</cp:lastModifiedBy>
  <cp:revision>1</cp:revision>
  <dcterms:created xsi:type="dcterms:W3CDTF">2024-02-04T14:00:19Z</dcterms:created>
  <dcterms:modified xsi:type="dcterms:W3CDTF">2024-02-15T06:50:09Z</dcterms:modified>
</cp:coreProperties>
</file>