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6B11B-073E-4599-A89A-4E40193DB238}" v="33" dt="2024-03-07T05:26:18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47B6B11B-073E-4599-A89A-4E40193DB238}"/>
    <pc:docChg chg="undo redo custSel addSld modSld">
      <pc:chgData name="JESNA J S" userId="1cf9dc77da0791c6" providerId="LiveId" clId="{47B6B11B-073E-4599-A89A-4E40193DB238}" dt="2024-03-07T05:26:27.155" v="1570" actId="14100"/>
      <pc:docMkLst>
        <pc:docMk/>
      </pc:docMkLst>
      <pc:sldChg chg="modSp new mod">
        <pc:chgData name="JESNA J S" userId="1cf9dc77da0791c6" providerId="LiveId" clId="{47B6B11B-073E-4599-A89A-4E40193DB238}" dt="2024-03-05T05:37:34.064" v="79" actId="404"/>
        <pc:sldMkLst>
          <pc:docMk/>
          <pc:sldMk cId="520214270" sldId="256"/>
        </pc:sldMkLst>
        <pc:spChg chg="mod">
          <ac:chgData name="JESNA J S" userId="1cf9dc77da0791c6" providerId="LiveId" clId="{47B6B11B-073E-4599-A89A-4E40193DB238}" dt="2024-03-05T05:36:59.010" v="23" actId="2711"/>
          <ac:spMkLst>
            <pc:docMk/>
            <pc:sldMk cId="520214270" sldId="256"/>
            <ac:spMk id="2" creationId="{4DCD4BE9-6DF3-0C60-27F2-CD6D9F7C6C7D}"/>
          </ac:spMkLst>
        </pc:spChg>
        <pc:spChg chg="mod">
          <ac:chgData name="JESNA J S" userId="1cf9dc77da0791c6" providerId="LiveId" clId="{47B6B11B-073E-4599-A89A-4E40193DB238}" dt="2024-03-05T05:37:34.064" v="79" actId="404"/>
          <ac:spMkLst>
            <pc:docMk/>
            <pc:sldMk cId="520214270" sldId="256"/>
            <ac:spMk id="3" creationId="{DB72D728-B748-43F2-D5FE-1F24BB71FFF0}"/>
          </ac:spMkLst>
        </pc:spChg>
      </pc:sldChg>
      <pc:sldChg chg="modSp new mod">
        <pc:chgData name="JESNA J S" userId="1cf9dc77da0791c6" providerId="LiveId" clId="{47B6B11B-073E-4599-A89A-4E40193DB238}" dt="2024-03-05T05:50:34.431" v="129" actId="114"/>
        <pc:sldMkLst>
          <pc:docMk/>
          <pc:sldMk cId="3500341545" sldId="257"/>
        </pc:sldMkLst>
        <pc:spChg chg="mod">
          <ac:chgData name="JESNA J S" userId="1cf9dc77da0791c6" providerId="LiveId" clId="{47B6B11B-073E-4599-A89A-4E40193DB238}" dt="2024-03-05T05:46:02.253" v="89"/>
          <ac:spMkLst>
            <pc:docMk/>
            <pc:sldMk cId="3500341545" sldId="257"/>
            <ac:spMk id="2" creationId="{52B3937B-DE50-B688-17BF-574D31D59225}"/>
          </ac:spMkLst>
        </pc:spChg>
        <pc:spChg chg="mod">
          <ac:chgData name="JESNA J S" userId="1cf9dc77da0791c6" providerId="LiveId" clId="{47B6B11B-073E-4599-A89A-4E40193DB238}" dt="2024-03-05T05:50:34.431" v="129" actId="114"/>
          <ac:spMkLst>
            <pc:docMk/>
            <pc:sldMk cId="3500341545" sldId="257"/>
            <ac:spMk id="3" creationId="{AAE0178E-6C05-CCB7-9ED6-9EA4B3F4C2C2}"/>
          </ac:spMkLst>
        </pc:spChg>
      </pc:sldChg>
      <pc:sldChg chg="delSp modSp new mod">
        <pc:chgData name="JESNA J S" userId="1cf9dc77da0791c6" providerId="LiveId" clId="{47B6B11B-073E-4599-A89A-4E40193DB238}" dt="2024-03-07T05:23:06.218" v="1554" actId="20577"/>
        <pc:sldMkLst>
          <pc:docMk/>
          <pc:sldMk cId="151249616" sldId="258"/>
        </pc:sldMkLst>
        <pc:spChg chg="del">
          <ac:chgData name="JESNA J S" userId="1cf9dc77da0791c6" providerId="LiveId" clId="{47B6B11B-073E-4599-A89A-4E40193DB238}" dt="2024-03-05T05:50:57.789" v="131" actId="478"/>
          <ac:spMkLst>
            <pc:docMk/>
            <pc:sldMk cId="151249616" sldId="258"/>
            <ac:spMk id="2" creationId="{DDB88FD1-3ADD-4168-9F06-C754538CFE24}"/>
          </ac:spMkLst>
        </pc:spChg>
        <pc:spChg chg="mod">
          <ac:chgData name="JESNA J S" userId="1cf9dc77da0791c6" providerId="LiveId" clId="{47B6B11B-073E-4599-A89A-4E40193DB238}" dt="2024-03-07T05:23:06.218" v="1554" actId="20577"/>
          <ac:spMkLst>
            <pc:docMk/>
            <pc:sldMk cId="151249616" sldId="258"/>
            <ac:spMk id="3" creationId="{C25DF23E-A7A0-97C7-321E-CB47B585122B}"/>
          </ac:spMkLst>
        </pc:spChg>
      </pc:sldChg>
      <pc:sldChg chg="delSp modSp new mod">
        <pc:chgData name="JESNA J S" userId="1cf9dc77da0791c6" providerId="LiveId" clId="{47B6B11B-073E-4599-A89A-4E40193DB238}" dt="2024-03-05T06:11:40.890" v="697" actId="20577"/>
        <pc:sldMkLst>
          <pc:docMk/>
          <pc:sldMk cId="3898843671" sldId="259"/>
        </pc:sldMkLst>
        <pc:spChg chg="del">
          <ac:chgData name="JESNA J S" userId="1cf9dc77da0791c6" providerId="LiveId" clId="{47B6B11B-073E-4599-A89A-4E40193DB238}" dt="2024-03-05T05:59:23.341" v="598" actId="478"/>
          <ac:spMkLst>
            <pc:docMk/>
            <pc:sldMk cId="3898843671" sldId="259"/>
            <ac:spMk id="2" creationId="{CBCCD5CF-089A-0542-56A9-6095F15CDC94}"/>
          </ac:spMkLst>
        </pc:spChg>
        <pc:spChg chg="mod">
          <ac:chgData name="JESNA J S" userId="1cf9dc77da0791c6" providerId="LiveId" clId="{47B6B11B-073E-4599-A89A-4E40193DB238}" dt="2024-03-05T06:11:40.890" v="697" actId="20577"/>
          <ac:spMkLst>
            <pc:docMk/>
            <pc:sldMk cId="3898843671" sldId="259"/>
            <ac:spMk id="3" creationId="{B24B352E-0503-7C5F-42F2-3C347BB91049}"/>
          </ac:spMkLst>
        </pc:spChg>
      </pc:sldChg>
      <pc:sldChg chg="addSp modSp new mod">
        <pc:chgData name="JESNA J S" userId="1cf9dc77da0791c6" providerId="LiveId" clId="{47B6B11B-073E-4599-A89A-4E40193DB238}" dt="2024-03-07T05:25:46.070" v="1564" actId="14100"/>
        <pc:sldMkLst>
          <pc:docMk/>
          <pc:sldMk cId="839169043" sldId="260"/>
        </pc:sldMkLst>
        <pc:spChg chg="mod">
          <ac:chgData name="JESNA J S" userId="1cf9dc77da0791c6" providerId="LiveId" clId="{47B6B11B-073E-4599-A89A-4E40193DB238}" dt="2024-03-05T06:31:51.724" v="751" actId="1076"/>
          <ac:spMkLst>
            <pc:docMk/>
            <pc:sldMk cId="839169043" sldId="260"/>
            <ac:spMk id="2" creationId="{589BBB43-F8CE-5921-7934-83B669AE2119}"/>
          </ac:spMkLst>
        </pc:spChg>
        <pc:spChg chg="mod">
          <ac:chgData name="JESNA J S" userId="1cf9dc77da0791c6" providerId="LiveId" clId="{47B6B11B-073E-4599-A89A-4E40193DB238}" dt="2024-03-05T06:32:55.046" v="770" actId="947"/>
          <ac:spMkLst>
            <pc:docMk/>
            <pc:sldMk cId="839169043" sldId="260"/>
            <ac:spMk id="3" creationId="{E1702DB6-BCC9-742C-E2C1-C72F3C033CB8}"/>
          </ac:spMkLst>
        </pc:spChg>
        <pc:picChg chg="add mod">
          <ac:chgData name="JESNA J S" userId="1cf9dc77da0791c6" providerId="LiveId" clId="{47B6B11B-073E-4599-A89A-4E40193DB238}" dt="2024-03-05T06:33:08.781" v="771" actId="1076"/>
          <ac:picMkLst>
            <pc:docMk/>
            <pc:sldMk cId="839169043" sldId="260"/>
            <ac:picMk id="5" creationId="{69D2AEB6-B434-CC5B-630B-935420A1E935}"/>
          </ac:picMkLst>
        </pc:picChg>
        <pc:cxnChg chg="add mod">
          <ac:chgData name="JESNA J S" userId="1cf9dc77da0791c6" providerId="LiveId" clId="{47B6B11B-073E-4599-A89A-4E40193DB238}" dt="2024-03-07T05:25:19.706" v="1558" actId="208"/>
          <ac:cxnSpMkLst>
            <pc:docMk/>
            <pc:sldMk cId="839169043" sldId="260"/>
            <ac:cxnSpMk id="6" creationId="{010AF862-5DFE-1330-AAE5-3B5A5449F632}"/>
          </ac:cxnSpMkLst>
        </pc:cxnChg>
        <pc:cxnChg chg="add mod">
          <ac:chgData name="JESNA J S" userId="1cf9dc77da0791c6" providerId="LiveId" clId="{47B6B11B-073E-4599-A89A-4E40193DB238}" dt="2024-03-07T05:25:33.478" v="1561" actId="14100"/>
          <ac:cxnSpMkLst>
            <pc:docMk/>
            <pc:sldMk cId="839169043" sldId="260"/>
            <ac:cxnSpMk id="7" creationId="{7D5AFE2B-AE86-F20E-EB9E-B4AD80ECECF4}"/>
          </ac:cxnSpMkLst>
        </pc:cxnChg>
        <pc:cxnChg chg="add mod">
          <ac:chgData name="JESNA J S" userId="1cf9dc77da0791c6" providerId="LiveId" clId="{47B6B11B-073E-4599-A89A-4E40193DB238}" dt="2024-03-07T05:25:46.070" v="1564" actId="14100"/>
          <ac:cxnSpMkLst>
            <pc:docMk/>
            <pc:sldMk cId="839169043" sldId="260"/>
            <ac:cxnSpMk id="9" creationId="{D0B29208-D25E-E76B-99BD-E663C8A8DD91}"/>
          </ac:cxnSpMkLst>
        </pc:cxnChg>
      </pc:sldChg>
      <pc:sldChg chg="addSp delSp modSp new mod">
        <pc:chgData name="JESNA J S" userId="1cf9dc77da0791c6" providerId="LiveId" clId="{47B6B11B-073E-4599-A89A-4E40193DB238}" dt="2024-03-07T05:26:27.155" v="1570" actId="14100"/>
        <pc:sldMkLst>
          <pc:docMk/>
          <pc:sldMk cId="421257099" sldId="261"/>
        </pc:sldMkLst>
        <pc:spChg chg="del">
          <ac:chgData name="JESNA J S" userId="1cf9dc77da0791c6" providerId="LiveId" clId="{47B6B11B-073E-4599-A89A-4E40193DB238}" dt="2024-03-05T06:35:04.439" v="773" actId="478"/>
          <ac:spMkLst>
            <pc:docMk/>
            <pc:sldMk cId="421257099" sldId="261"/>
            <ac:spMk id="2" creationId="{C4D5213B-A753-1CE5-AA4D-FCAE7F9B3626}"/>
          </ac:spMkLst>
        </pc:spChg>
        <pc:spChg chg="del">
          <ac:chgData name="JESNA J S" userId="1cf9dc77da0791c6" providerId="LiveId" clId="{47B6B11B-073E-4599-A89A-4E40193DB238}" dt="2024-03-05T06:35:07.291" v="774" actId="478"/>
          <ac:spMkLst>
            <pc:docMk/>
            <pc:sldMk cId="421257099" sldId="261"/>
            <ac:spMk id="3" creationId="{687B0FC1-8457-4177-2F00-83DAF0BBA17C}"/>
          </ac:spMkLst>
        </pc:spChg>
        <pc:picChg chg="add mod">
          <ac:chgData name="JESNA J S" userId="1cf9dc77da0791c6" providerId="LiveId" clId="{47B6B11B-073E-4599-A89A-4E40193DB238}" dt="2024-03-05T06:35:17.775" v="779" actId="1076"/>
          <ac:picMkLst>
            <pc:docMk/>
            <pc:sldMk cId="421257099" sldId="261"/>
            <ac:picMk id="5" creationId="{832DE04D-37A2-051D-5039-FA040E7E8815}"/>
          </ac:picMkLst>
        </pc:picChg>
        <pc:cxnChg chg="add mod">
          <ac:chgData name="JESNA J S" userId="1cf9dc77da0791c6" providerId="LiveId" clId="{47B6B11B-073E-4599-A89A-4E40193DB238}" dt="2024-03-07T05:26:17.501" v="1567" actId="14100"/>
          <ac:cxnSpMkLst>
            <pc:docMk/>
            <pc:sldMk cId="421257099" sldId="261"/>
            <ac:cxnSpMk id="2" creationId="{B9A330BB-AD5B-1E80-B079-4198F15F66FD}"/>
          </ac:cxnSpMkLst>
        </pc:cxnChg>
        <pc:cxnChg chg="add mod">
          <ac:chgData name="JESNA J S" userId="1cf9dc77da0791c6" providerId="LiveId" clId="{47B6B11B-073E-4599-A89A-4E40193DB238}" dt="2024-03-07T05:26:27.155" v="1570" actId="14100"/>
          <ac:cxnSpMkLst>
            <pc:docMk/>
            <pc:sldMk cId="421257099" sldId="261"/>
            <ac:cxnSpMk id="4" creationId="{C950498E-0F9E-20A0-7EDA-27A014662850}"/>
          </ac:cxnSpMkLst>
        </pc:cxnChg>
      </pc:sldChg>
      <pc:sldChg chg="delSp modSp new mod">
        <pc:chgData name="JESNA J S" userId="1cf9dc77da0791c6" providerId="LiveId" clId="{47B6B11B-073E-4599-A89A-4E40193DB238}" dt="2024-03-05T06:44:41.098" v="868" actId="13926"/>
        <pc:sldMkLst>
          <pc:docMk/>
          <pc:sldMk cId="3968754877" sldId="262"/>
        </pc:sldMkLst>
        <pc:spChg chg="del">
          <ac:chgData name="JESNA J S" userId="1cf9dc77da0791c6" providerId="LiveId" clId="{47B6B11B-073E-4599-A89A-4E40193DB238}" dt="2024-03-05T06:35:54.737" v="781" actId="478"/>
          <ac:spMkLst>
            <pc:docMk/>
            <pc:sldMk cId="3968754877" sldId="262"/>
            <ac:spMk id="2" creationId="{B11190C5-1915-7D5A-CFCF-9A38E203CF47}"/>
          </ac:spMkLst>
        </pc:spChg>
        <pc:spChg chg="mod">
          <ac:chgData name="JESNA J S" userId="1cf9dc77da0791c6" providerId="LiveId" clId="{47B6B11B-073E-4599-A89A-4E40193DB238}" dt="2024-03-05T06:44:41.098" v="868" actId="13926"/>
          <ac:spMkLst>
            <pc:docMk/>
            <pc:sldMk cId="3968754877" sldId="262"/>
            <ac:spMk id="3" creationId="{3F8B3B53-9A44-A304-E115-039341EF8E66}"/>
          </ac:spMkLst>
        </pc:spChg>
      </pc:sldChg>
      <pc:sldChg chg="addSp delSp modSp new mod">
        <pc:chgData name="JESNA J S" userId="1cf9dc77da0791c6" providerId="LiveId" clId="{47B6B11B-073E-4599-A89A-4E40193DB238}" dt="2024-03-05T08:22:06.043" v="914" actId="14100"/>
        <pc:sldMkLst>
          <pc:docMk/>
          <pc:sldMk cId="2706347624" sldId="263"/>
        </pc:sldMkLst>
        <pc:spChg chg="mod">
          <ac:chgData name="JESNA J S" userId="1cf9dc77da0791c6" providerId="LiveId" clId="{47B6B11B-073E-4599-A89A-4E40193DB238}" dt="2024-03-05T06:51:32.915" v="881" actId="1076"/>
          <ac:spMkLst>
            <pc:docMk/>
            <pc:sldMk cId="2706347624" sldId="263"/>
            <ac:spMk id="2" creationId="{C203892F-57DD-5435-4AC6-746C8CCF18AE}"/>
          </ac:spMkLst>
        </pc:spChg>
        <pc:spChg chg="del">
          <ac:chgData name="JESNA J S" userId="1cf9dc77da0791c6" providerId="LiveId" clId="{47B6B11B-073E-4599-A89A-4E40193DB238}" dt="2024-03-05T06:51:15.968" v="877" actId="478"/>
          <ac:spMkLst>
            <pc:docMk/>
            <pc:sldMk cId="2706347624" sldId="263"/>
            <ac:spMk id="3" creationId="{CA025CA7-BD14-A694-D306-F53AA09DEDD7}"/>
          </ac:spMkLst>
        </pc:spChg>
        <pc:picChg chg="add mod">
          <ac:chgData name="JESNA J S" userId="1cf9dc77da0791c6" providerId="LiveId" clId="{47B6B11B-073E-4599-A89A-4E40193DB238}" dt="2024-03-05T06:51:40.203" v="883" actId="1076"/>
          <ac:picMkLst>
            <pc:docMk/>
            <pc:sldMk cId="2706347624" sldId="263"/>
            <ac:picMk id="5" creationId="{09842183-4421-3E39-AD75-65A06D1EB3B6}"/>
          </ac:picMkLst>
        </pc:picChg>
        <pc:inkChg chg="add del">
          <ac:chgData name="JESNA J S" userId="1cf9dc77da0791c6" providerId="LiveId" clId="{47B6B11B-073E-4599-A89A-4E40193DB238}" dt="2024-03-05T06:52:09.369" v="885" actId="9405"/>
          <ac:inkMkLst>
            <pc:docMk/>
            <pc:sldMk cId="2706347624" sldId="263"/>
            <ac:inkMk id="6" creationId="{04BF975A-F87C-76F2-CB7F-FA4D8AB35CFD}"/>
          </ac:inkMkLst>
        </pc:inkChg>
        <pc:inkChg chg="add del">
          <ac:chgData name="JESNA J S" userId="1cf9dc77da0791c6" providerId="LiveId" clId="{47B6B11B-073E-4599-A89A-4E40193DB238}" dt="2024-03-05T08:19:11.542" v="889"/>
          <ac:inkMkLst>
            <pc:docMk/>
            <pc:sldMk cId="2706347624" sldId="263"/>
            <ac:inkMk id="7" creationId="{007DD20C-37C4-8EC5-9B25-550235087BC4}"/>
          </ac:inkMkLst>
        </pc:inkChg>
        <pc:inkChg chg="add del">
          <ac:chgData name="JESNA J S" userId="1cf9dc77da0791c6" providerId="LiveId" clId="{47B6B11B-073E-4599-A89A-4E40193DB238}" dt="2024-03-05T08:19:10.489" v="888"/>
          <ac:inkMkLst>
            <pc:docMk/>
            <pc:sldMk cId="2706347624" sldId="263"/>
            <ac:inkMk id="8" creationId="{14C2B91C-4C8B-7DF6-D2D7-EC8DF6E8FF1D}"/>
          </ac:inkMkLst>
        </pc:inkChg>
        <pc:inkChg chg="add">
          <ac:chgData name="JESNA J S" userId="1cf9dc77da0791c6" providerId="LiveId" clId="{47B6B11B-073E-4599-A89A-4E40193DB238}" dt="2024-03-05T08:19:19.032" v="890" actId="9405"/>
          <ac:inkMkLst>
            <pc:docMk/>
            <pc:sldMk cId="2706347624" sldId="263"/>
            <ac:inkMk id="9" creationId="{7F9BE41C-B09D-B69B-3A2B-7EF3E9B60644}"/>
          </ac:inkMkLst>
        </pc:inkChg>
        <pc:inkChg chg="add">
          <ac:chgData name="JESNA J S" userId="1cf9dc77da0791c6" providerId="LiveId" clId="{47B6B11B-073E-4599-A89A-4E40193DB238}" dt="2024-03-05T08:19:27.074" v="891" actId="9405"/>
          <ac:inkMkLst>
            <pc:docMk/>
            <pc:sldMk cId="2706347624" sldId="263"/>
            <ac:inkMk id="10" creationId="{DD9430D0-4587-4E52-E13F-B7B23D47448A}"/>
          </ac:inkMkLst>
        </pc:inkChg>
        <pc:inkChg chg="add">
          <ac:chgData name="JESNA J S" userId="1cf9dc77da0791c6" providerId="LiveId" clId="{47B6B11B-073E-4599-A89A-4E40193DB238}" dt="2024-03-05T08:19:33.522" v="892" actId="9405"/>
          <ac:inkMkLst>
            <pc:docMk/>
            <pc:sldMk cId="2706347624" sldId="263"/>
            <ac:inkMk id="11" creationId="{353E9D07-1330-D1F8-FBE0-BA64FC013EB6}"/>
          </ac:inkMkLst>
        </pc:inkChg>
        <pc:cxnChg chg="add mod">
          <ac:chgData name="JESNA J S" userId="1cf9dc77da0791c6" providerId="LiveId" clId="{47B6B11B-073E-4599-A89A-4E40193DB238}" dt="2024-03-05T08:20:13.983" v="897" actId="14100"/>
          <ac:cxnSpMkLst>
            <pc:docMk/>
            <pc:sldMk cId="2706347624" sldId="263"/>
            <ac:cxnSpMk id="13" creationId="{61CC7201-CA2E-1E8D-03F6-51A2A2D52675}"/>
          </ac:cxnSpMkLst>
        </pc:cxnChg>
        <pc:cxnChg chg="add mod">
          <ac:chgData name="JESNA J S" userId="1cf9dc77da0791c6" providerId="LiveId" clId="{47B6B11B-073E-4599-A89A-4E40193DB238}" dt="2024-03-05T08:20:27.345" v="900" actId="14100"/>
          <ac:cxnSpMkLst>
            <pc:docMk/>
            <pc:sldMk cId="2706347624" sldId="263"/>
            <ac:cxnSpMk id="15" creationId="{A93FFABC-1B7C-51D3-60BD-960DBC8F66FC}"/>
          </ac:cxnSpMkLst>
        </pc:cxnChg>
        <pc:cxnChg chg="add mod">
          <ac:chgData name="JESNA J S" userId="1cf9dc77da0791c6" providerId="LiveId" clId="{47B6B11B-073E-4599-A89A-4E40193DB238}" dt="2024-03-05T08:20:44.258" v="903" actId="14100"/>
          <ac:cxnSpMkLst>
            <pc:docMk/>
            <pc:sldMk cId="2706347624" sldId="263"/>
            <ac:cxnSpMk id="17" creationId="{1A8A49A8-AF0C-2850-F24F-CDDDE7187E84}"/>
          </ac:cxnSpMkLst>
        </pc:cxnChg>
        <pc:cxnChg chg="add mod">
          <ac:chgData name="JESNA J S" userId="1cf9dc77da0791c6" providerId="LiveId" clId="{47B6B11B-073E-4599-A89A-4E40193DB238}" dt="2024-03-05T08:20:55.475" v="906" actId="14100"/>
          <ac:cxnSpMkLst>
            <pc:docMk/>
            <pc:sldMk cId="2706347624" sldId="263"/>
            <ac:cxnSpMk id="19" creationId="{7F33163F-87B0-6C82-C021-C559CEC90E28}"/>
          </ac:cxnSpMkLst>
        </pc:cxnChg>
        <pc:cxnChg chg="add mod">
          <ac:chgData name="JESNA J S" userId="1cf9dc77da0791c6" providerId="LiveId" clId="{47B6B11B-073E-4599-A89A-4E40193DB238}" dt="2024-03-05T08:21:49.612" v="909" actId="14100"/>
          <ac:cxnSpMkLst>
            <pc:docMk/>
            <pc:sldMk cId="2706347624" sldId="263"/>
            <ac:cxnSpMk id="21" creationId="{0865B5DA-3B7B-8273-BCCA-C7D9278AA114}"/>
          </ac:cxnSpMkLst>
        </pc:cxnChg>
        <pc:cxnChg chg="add mod">
          <ac:chgData name="JESNA J S" userId="1cf9dc77da0791c6" providerId="LiveId" clId="{47B6B11B-073E-4599-A89A-4E40193DB238}" dt="2024-03-05T08:21:55.860" v="911" actId="1076"/>
          <ac:cxnSpMkLst>
            <pc:docMk/>
            <pc:sldMk cId="2706347624" sldId="263"/>
            <ac:cxnSpMk id="23" creationId="{115ACA2A-2D21-1AE4-3B2E-1728724616B3}"/>
          </ac:cxnSpMkLst>
        </pc:cxnChg>
        <pc:cxnChg chg="add mod">
          <ac:chgData name="JESNA J S" userId="1cf9dc77da0791c6" providerId="LiveId" clId="{47B6B11B-073E-4599-A89A-4E40193DB238}" dt="2024-03-05T08:22:06.043" v="914" actId="14100"/>
          <ac:cxnSpMkLst>
            <pc:docMk/>
            <pc:sldMk cId="2706347624" sldId="263"/>
            <ac:cxnSpMk id="24" creationId="{5922B78F-1277-4A59-2C29-B3685A2202AF}"/>
          </ac:cxnSpMkLst>
        </pc:cxnChg>
      </pc:sldChg>
      <pc:sldChg chg="modSp new mod">
        <pc:chgData name="JESNA J S" userId="1cf9dc77da0791c6" providerId="LiveId" clId="{47B6B11B-073E-4599-A89A-4E40193DB238}" dt="2024-03-05T08:25:32.445" v="965"/>
        <pc:sldMkLst>
          <pc:docMk/>
          <pc:sldMk cId="3591296822" sldId="264"/>
        </pc:sldMkLst>
        <pc:spChg chg="mod">
          <ac:chgData name="JESNA J S" userId="1cf9dc77da0791c6" providerId="LiveId" clId="{47B6B11B-073E-4599-A89A-4E40193DB238}" dt="2024-03-05T08:24:49.324" v="959" actId="2711"/>
          <ac:spMkLst>
            <pc:docMk/>
            <pc:sldMk cId="3591296822" sldId="264"/>
            <ac:spMk id="2" creationId="{4D59C629-2D59-48A6-1D2A-714BE6C0B2B9}"/>
          </ac:spMkLst>
        </pc:spChg>
        <pc:spChg chg="mod">
          <ac:chgData name="JESNA J S" userId="1cf9dc77da0791c6" providerId="LiveId" clId="{47B6B11B-073E-4599-A89A-4E40193DB238}" dt="2024-03-05T08:25:32.445" v="965"/>
          <ac:spMkLst>
            <pc:docMk/>
            <pc:sldMk cId="3591296822" sldId="264"/>
            <ac:spMk id="3" creationId="{FF55A789-6FF3-1BFC-D8BE-C27F37360B18}"/>
          </ac:spMkLst>
        </pc:spChg>
      </pc:sldChg>
      <pc:sldChg chg="addSp modSp new mod">
        <pc:chgData name="JESNA J S" userId="1cf9dc77da0791c6" providerId="LiveId" clId="{47B6B11B-073E-4599-A89A-4E40193DB238}" dt="2024-03-05T08:30:15.878" v="1017" actId="122"/>
        <pc:sldMkLst>
          <pc:docMk/>
          <pc:sldMk cId="2615635244" sldId="265"/>
        </pc:sldMkLst>
        <pc:spChg chg="mod">
          <ac:chgData name="JESNA J S" userId="1cf9dc77da0791c6" providerId="LiveId" clId="{47B6B11B-073E-4599-A89A-4E40193DB238}" dt="2024-03-05T08:30:15.878" v="1017" actId="122"/>
          <ac:spMkLst>
            <pc:docMk/>
            <pc:sldMk cId="2615635244" sldId="265"/>
            <ac:spMk id="2" creationId="{0ADF204D-2269-DB0F-3D3B-838F1A78902A}"/>
          </ac:spMkLst>
        </pc:spChg>
        <pc:spChg chg="mod">
          <ac:chgData name="JESNA J S" userId="1cf9dc77da0791c6" providerId="LiveId" clId="{47B6B11B-073E-4599-A89A-4E40193DB238}" dt="2024-03-05T08:30:08.296" v="1016" actId="123"/>
          <ac:spMkLst>
            <pc:docMk/>
            <pc:sldMk cId="2615635244" sldId="265"/>
            <ac:spMk id="3" creationId="{332D2C44-4BD8-D724-7CAA-14DB678CA676}"/>
          </ac:spMkLst>
        </pc:spChg>
        <pc:picChg chg="add mod modCrop">
          <ac:chgData name="JESNA J S" userId="1cf9dc77da0791c6" providerId="LiveId" clId="{47B6B11B-073E-4599-A89A-4E40193DB238}" dt="2024-03-05T08:29:54.263" v="1011" actId="14100"/>
          <ac:picMkLst>
            <pc:docMk/>
            <pc:sldMk cId="2615635244" sldId="265"/>
            <ac:picMk id="5" creationId="{D3660FE1-DA48-027F-F689-12B2AAD3A2BD}"/>
          </ac:picMkLst>
        </pc:picChg>
      </pc:sldChg>
      <pc:sldChg chg="modSp new mod">
        <pc:chgData name="JESNA J S" userId="1cf9dc77da0791c6" providerId="LiveId" clId="{47B6B11B-073E-4599-A89A-4E40193DB238}" dt="2024-03-05T08:35:35.599" v="1130" actId="13926"/>
        <pc:sldMkLst>
          <pc:docMk/>
          <pc:sldMk cId="1521258091" sldId="266"/>
        </pc:sldMkLst>
        <pc:spChg chg="mod">
          <ac:chgData name="JESNA J S" userId="1cf9dc77da0791c6" providerId="LiveId" clId="{47B6B11B-073E-4599-A89A-4E40193DB238}" dt="2024-03-05T08:32:21.157" v="1025" actId="113"/>
          <ac:spMkLst>
            <pc:docMk/>
            <pc:sldMk cId="1521258091" sldId="266"/>
            <ac:spMk id="2" creationId="{7C044173-0512-BE0A-94C3-7641096F5729}"/>
          </ac:spMkLst>
        </pc:spChg>
        <pc:spChg chg="mod">
          <ac:chgData name="JESNA J S" userId="1cf9dc77da0791c6" providerId="LiveId" clId="{47B6B11B-073E-4599-A89A-4E40193DB238}" dt="2024-03-05T08:35:35.599" v="1130" actId="13926"/>
          <ac:spMkLst>
            <pc:docMk/>
            <pc:sldMk cId="1521258091" sldId="266"/>
            <ac:spMk id="3" creationId="{1E1EADF5-69EE-91C0-43CB-B254A4C6E828}"/>
          </ac:spMkLst>
        </pc:spChg>
      </pc:sldChg>
      <pc:sldChg chg="modSp new mod">
        <pc:chgData name="JESNA J S" userId="1cf9dc77da0791c6" providerId="LiveId" clId="{47B6B11B-073E-4599-A89A-4E40193DB238}" dt="2024-03-05T08:40:05.636" v="1176" actId="20577"/>
        <pc:sldMkLst>
          <pc:docMk/>
          <pc:sldMk cId="3588047930" sldId="267"/>
        </pc:sldMkLst>
        <pc:spChg chg="mod">
          <ac:chgData name="JESNA J S" userId="1cf9dc77da0791c6" providerId="LiveId" clId="{47B6B11B-073E-4599-A89A-4E40193DB238}" dt="2024-03-05T08:36:04.817" v="1139" actId="2711"/>
          <ac:spMkLst>
            <pc:docMk/>
            <pc:sldMk cId="3588047930" sldId="267"/>
            <ac:spMk id="2" creationId="{AB6A0AC2-BDCB-ED79-335C-07B05C1846F8}"/>
          </ac:spMkLst>
        </pc:spChg>
        <pc:spChg chg="mod">
          <ac:chgData name="JESNA J S" userId="1cf9dc77da0791c6" providerId="LiveId" clId="{47B6B11B-073E-4599-A89A-4E40193DB238}" dt="2024-03-05T08:40:05.636" v="1176" actId="20577"/>
          <ac:spMkLst>
            <pc:docMk/>
            <pc:sldMk cId="3588047930" sldId="267"/>
            <ac:spMk id="3" creationId="{1F4BAE2E-EB59-A87C-442E-79A6E2EA1285}"/>
          </ac:spMkLst>
        </pc:spChg>
      </pc:sldChg>
      <pc:sldChg chg="addSp delSp modSp new mod">
        <pc:chgData name="JESNA J S" userId="1cf9dc77da0791c6" providerId="LiveId" clId="{47B6B11B-073E-4599-A89A-4E40193DB238}" dt="2024-03-05T08:42:21.438" v="1197" actId="1076"/>
        <pc:sldMkLst>
          <pc:docMk/>
          <pc:sldMk cId="1090119252" sldId="268"/>
        </pc:sldMkLst>
        <pc:spChg chg="mod">
          <ac:chgData name="JESNA J S" userId="1cf9dc77da0791c6" providerId="LiveId" clId="{47B6B11B-073E-4599-A89A-4E40193DB238}" dt="2024-03-05T08:41:19.016" v="1185"/>
          <ac:spMkLst>
            <pc:docMk/>
            <pc:sldMk cId="1090119252" sldId="268"/>
            <ac:spMk id="2" creationId="{997EEE85-110E-FDAE-86E2-0BB4CB8EB6A4}"/>
          </ac:spMkLst>
        </pc:spChg>
        <pc:spChg chg="mod">
          <ac:chgData name="JESNA J S" userId="1cf9dc77da0791c6" providerId="LiveId" clId="{47B6B11B-073E-4599-A89A-4E40193DB238}" dt="2024-03-05T08:42:21.438" v="1197" actId="1076"/>
          <ac:spMkLst>
            <pc:docMk/>
            <pc:sldMk cId="1090119252" sldId="268"/>
            <ac:spMk id="3" creationId="{D3937F85-2B54-4EB7-2832-B16970A09B27}"/>
          </ac:spMkLst>
        </pc:spChg>
        <pc:spChg chg="add del mod">
          <ac:chgData name="JESNA J S" userId="1cf9dc77da0791c6" providerId="LiveId" clId="{47B6B11B-073E-4599-A89A-4E40193DB238}" dt="2024-03-05T08:41:26.623" v="1187" actId="478"/>
          <ac:spMkLst>
            <pc:docMk/>
            <pc:sldMk cId="1090119252" sldId="268"/>
            <ac:spMk id="5" creationId="{9345B638-D449-46A4-1370-738BB5A79895}"/>
          </ac:spMkLst>
        </pc:spChg>
      </pc:sldChg>
      <pc:sldChg chg="addSp delSp modSp new mod">
        <pc:chgData name="JESNA J S" userId="1cf9dc77da0791c6" providerId="LiveId" clId="{47B6B11B-073E-4599-A89A-4E40193DB238}" dt="2024-03-05T08:47:22.417" v="1227" actId="14100"/>
        <pc:sldMkLst>
          <pc:docMk/>
          <pc:sldMk cId="3789959096" sldId="269"/>
        </pc:sldMkLst>
        <pc:spChg chg="mod">
          <ac:chgData name="JESNA J S" userId="1cf9dc77da0791c6" providerId="LiveId" clId="{47B6B11B-073E-4599-A89A-4E40193DB238}" dt="2024-03-05T08:47:12.095" v="1224" actId="14100"/>
          <ac:spMkLst>
            <pc:docMk/>
            <pc:sldMk cId="3789959096" sldId="269"/>
            <ac:spMk id="2" creationId="{3AF723ED-3F76-5D51-EF48-9417AEC4EE41}"/>
          </ac:spMkLst>
        </pc:spChg>
        <pc:spChg chg="del mod">
          <ac:chgData name="JESNA J S" userId="1cf9dc77da0791c6" providerId="LiveId" clId="{47B6B11B-073E-4599-A89A-4E40193DB238}" dt="2024-03-05T08:46:04.869" v="1211" actId="478"/>
          <ac:spMkLst>
            <pc:docMk/>
            <pc:sldMk cId="3789959096" sldId="269"/>
            <ac:spMk id="3" creationId="{F9BA87B0-E391-44DD-15F6-2F91F00B9E2D}"/>
          </ac:spMkLst>
        </pc:spChg>
        <pc:picChg chg="add mod modCrop">
          <ac:chgData name="JESNA J S" userId="1cf9dc77da0791c6" providerId="LiveId" clId="{47B6B11B-073E-4599-A89A-4E40193DB238}" dt="2024-03-05T08:47:22.417" v="1227" actId="14100"/>
          <ac:picMkLst>
            <pc:docMk/>
            <pc:sldMk cId="3789959096" sldId="269"/>
            <ac:picMk id="5" creationId="{3647B332-9817-390E-7285-1C6683A42357}"/>
          </ac:picMkLst>
        </pc:picChg>
      </pc:sldChg>
      <pc:sldChg chg="delSp modSp new mod">
        <pc:chgData name="JESNA J S" userId="1cf9dc77da0791c6" providerId="LiveId" clId="{47B6B11B-073E-4599-A89A-4E40193DB238}" dt="2024-03-05T08:58:06.172" v="1286" actId="13926"/>
        <pc:sldMkLst>
          <pc:docMk/>
          <pc:sldMk cId="1158460050" sldId="270"/>
        </pc:sldMkLst>
        <pc:spChg chg="del">
          <ac:chgData name="JESNA J S" userId="1cf9dc77da0791c6" providerId="LiveId" clId="{47B6B11B-073E-4599-A89A-4E40193DB238}" dt="2024-03-05T08:54:00.651" v="1229" actId="478"/>
          <ac:spMkLst>
            <pc:docMk/>
            <pc:sldMk cId="1158460050" sldId="270"/>
            <ac:spMk id="2" creationId="{2E6AB7B9-4DD5-6365-45FF-B3EFF0ED7105}"/>
          </ac:spMkLst>
        </pc:spChg>
        <pc:spChg chg="mod">
          <ac:chgData name="JESNA J S" userId="1cf9dc77da0791c6" providerId="LiveId" clId="{47B6B11B-073E-4599-A89A-4E40193DB238}" dt="2024-03-05T08:58:06.172" v="1286" actId="13926"/>
          <ac:spMkLst>
            <pc:docMk/>
            <pc:sldMk cId="1158460050" sldId="270"/>
            <ac:spMk id="3" creationId="{89412782-D520-1A3A-D5AB-5E0EFEE6AEA9}"/>
          </ac:spMkLst>
        </pc:spChg>
      </pc:sldChg>
      <pc:sldChg chg="addSp delSp modSp new mod">
        <pc:chgData name="JESNA J S" userId="1cf9dc77da0791c6" providerId="LiveId" clId="{47B6B11B-073E-4599-A89A-4E40193DB238}" dt="2024-03-05T09:04:09.683" v="1350" actId="207"/>
        <pc:sldMkLst>
          <pc:docMk/>
          <pc:sldMk cId="2565316627" sldId="271"/>
        </pc:sldMkLst>
        <pc:spChg chg="mod">
          <ac:chgData name="JESNA J S" userId="1cf9dc77da0791c6" providerId="LiveId" clId="{47B6B11B-073E-4599-A89A-4E40193DB238}" dt="2024-03-05T09:04:09.683" v="1350" actId="207"/>
          <ac:spMkLst>
            <pc:docMk/>
            <pc:sldMk cId="2565316627" sldId="271"/>
            <ac:spMk id="2" creationId="{D8D9243D-4AAD-2736-F68A-7DB1E1D0ABCF}"/>
          </ac:spMkLst>
        </pc:spChg>
        <pc:spChg chg="del">
          <ac:chgData name="JESNA J S" userId="1cf9dc77da0791c6" providerId="LiveId" clId="{47B6B11B-073E-4599-A89A-4E40193DB238}" dt="2024-03-05T09:01:43.173" v="1317" actId="478"/>
          <ac:spMkLst>
            <pc:docMk/>
            <pc:sldMk cId="2565316627" sldId="271"/>
            <ac:spMk id="3" creationId="{6477AF79-18B7-DCDA-79E2-EE41A56001A6}"/>
          </ac:spMkLst>
        </pc:spChg>
        <pc:picChg chg="add mod">
          <ac:chgData name="JESNA J S" userId="1cf9dc77da0791c6" providerId="LiveId" clId="{47B6B11B-073E-4599-A89A-4E40193DB238}" dt="2024-03-05T09:03:51.877" v="1346" actId="1076"/>
          <ac:picMkLst>
            <pc:docMk/>
            <pc:sldMk cId="2565316627" sldId="271"/>
            <ac:picMk id="5" creationId="{38413269-11BF-0455-B493-C31371FCAA4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05T08:19:19.0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05T08:19:27.07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79,'179'-1,"392"5,-3 33,-485-24,0 4,135 48,-198-60,0 0,0-1,1-2,22 2,86-6,-58 0,11 3,-38 1,-1-3,60-7,-69 0,0-1,34-15,-20 7,33-11,-14 4,96-22,-99 36,71-1,-95 8,128-20,-68 21,177 19,79-4,-325-15,-1-1,33-8,-31 5,55-3,355 15,-282-1,353 14,186 5,-212-46,-298 17,-33 2,1143-20,-1160 23,251-10,55 1,411 29,-342 23,-315-22,323 23,3-29,-511-15,-1-1,0 0,0-1,0-1,17-4,-21 4,0 1,0 0,0 1,0 0,0 0,0 1,0 1,10 0,7 1,356 27,8 1,390-9,-275 0,-396-14,168 12,318 17,11-30,-112-36,-57 1,-339 26,-27 2,126-18,-172 15,16-3,0-2,60-22,-24 7,-54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05T08:19:33.52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1 202,'1034'-37,"303"-97,-1213 123,170 8,-248 4,369 9,177 3,-3-33,-371 1,-193 18,0 1,0 2,1 1,-1 0,43 14,537 174,-293-85,-226-78,251 68,-319-94,1 1,-1-2,1-1,-1 0,1-1,27-6,103-33,-105 27,43-14,628-173,-668 190,1 3,1 2,76 0,142 23,-134-6,-120-11,17 0,0 2,0 1,53 15,-53-10,0-2,0-1,0-1,1-2,34 0,5-4,75-12,504-97,-582 95,-40 7,1 2,0 1,0 2,33-1,82 11,147 27,144 44,-404-72,489 93,-463-87,-26-5,37 3,433-1,-343-11,1340 19,-831-13,-1-55,-323 22,-6 25,-202 4,717 0,-735-1,147-21,-159 11,0 4,184 12,-148 9,203 46,-260-40,-19-4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116A7-E74D-452D-8CC9-C3DCA0A60500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DD303B-C90A-46B6-9D64-F22E0787C1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6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DD303B-C90A-46B6-9D64-F22E0787C12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7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162F-6DDC-523F-079B-F9B4E99FE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5CD4-5500-05DF-55DE-FD6F65E8C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4CAB8-5278-8CF9-0AD7-A665A07ED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5F9C4-D17A-8D14-925D-27EF05E3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FA271-59F7-57AF-C998-E963C192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46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9E25-C501-B072-01DA-FCA62EA5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A52A4-8153-413F-30FC-5278A90C3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73EDC-8538-60AB-F921-6D964F8B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232D-B5BE-601A-FBB0-94185F98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BCE47-2576-1817-664B-C55AF960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63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4765-0C90-3C7A-E4C4-957E5E2F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BB341-B9F6-3A83-1F7B-639EB6918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28AD3-6039-0366-5305-AE3B96AF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0CC08-FB7A-35A0-8E1F-EFFD16C6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70D23-7352-ACD1-5A3A-D8561B60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44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A2BB-59EB-DEDA-5FDF-DCF309AD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6A6F8-3C45-6CA9-BD59-1D159FE51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0114-96A0-F8B1-F9DA-C1D6F6233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8711B-FF0A-CFCE-6EDA-FC7BB8A9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9AE0F-07B7-BF43-7878-FD146447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48AA3-F878-AFDE-20DC-EEE23B07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1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A265-2D57-0D27-4849-8CBECA8C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E2E57-7303-FD79-047B-773651A27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9F7D7-9BCB-C5EE-E3FF-A10A3D19E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DF83F-2B87-369E-3884-232A3FAE0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0C1A5-73DB-DA55-48FC-F222CC73E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1B1FC-BE9D-38CE-CBCC-557E79EB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1B901D-DF9A-B595-5BB7-2661A522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E1E10-9B17-EEE2-964C-123DDD84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63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F10F-8DD8-787F-DFED-100BAF7E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5B9477-84D2-E33E-DA1C-BBA3B84B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228A0-F246-2CBC-5431-B75FB929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8EB4D-AC7C-B2C5-3BEA-C7DAE53F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1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04AA1-95B5-7D12-3F99-6A5F3477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00F97-AFD7-EC05-05C7-152C2376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A85A7-72BC-CDFC-1545-EC3E6CAB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95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087D4-AFEC-2144-9899-60E13C81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8FE56-DC5D-5A9F-A0F4-02595D269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3BA54-AF9B-0589-751E-3BF1A746B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146B6-F911-2168-BA5B-8AF92161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C4A9C-3F14-33CF-DA04-6811341B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90539-F897-5D48-C4EB-4AAFB248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98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F112-6616-280C-F36B-EC2FB7E0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57585-971A-05FA-B4E1-B38EA15E2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F86D3-2A67-B5A8-141D-1F7AF53A8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81074-EBDC-455C-A76D-7E836950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AD09D-8AB9-00AB-9BEB-AF8A132E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D8835-AFD5-EEAF-78EC-0CC0D0A1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76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541E-4C41-154F-0087-8F2AE5AD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2450C-2BCA-7256-5A19-43CC27300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28838-E6C0-478D-54CF-B721EF5C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5BAA1-176F-0FA3-45B0-040919AED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5B5E6-4970-E331-65AF-22B4BD2A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42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9C12C-3F57-E652-D6FF-94FCC097E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D64F0-98DF-0C1A-9F51-2895FF78E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5C564-4F5B-B5FD-C1C3-E3A4542E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EA9F0-2C57-F84E-7BCC-45E2F061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B339-E087-F923-6813-0C4A692A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82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34680C-7A3B-7C69-47AD-F6B7DC2F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3CE4-5A23-C1A8-ED82-80D54DFF5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25B9E-7659-5F36-90DC-EA0DB4DEB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C3119-CE16-495E-BDFB-E9A34765AC33}" type="datetimeFigureOut">
              <a:rPr lang="en-IN" smtClean="0"/>
              <a:t>07-03-2024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8E40C-99E9-9743-BECE-32CC51E77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9B42-D067-1AAE-7B03-0F35094AF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B2FBA-9043-4B7F-B4B0-94AECE18F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71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4BE9-6DF3-0C60-27F2-CD6D9F7C6C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2D728-B748-43F2-D5FE-1F24BB71F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</a:p>
        </p:txBody>
      </p:sp>
    </p:spTree>
    <p:extLst>
      <p:ext uri="{BB962C8B-B14F-4D97-AF65-F5344CB8AC3E}">
        <p14:creationId xmlns:p14="http://schemas.microsoft.com/office/powerpoint/2010/main" val="52021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937B-DE50-B688-17BF-574D31D5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Global state and snapshot recording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178E-6C05-CCB7-9ED6-9EA4B3F4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890939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computing system consists </a:t>
            </a:r>
            <a:r>
              <a:rPr lang="en-US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of spatially separated processes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do not share a common memory and communicate asynchronously with each other by message passing over communication channels. 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component of a distributed system has a local state. The state of a process is characterized by the state of its local memory and a history of its activity. 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a channel is characterized by the set of messages sent along the channel less the messages received along the channel.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global state of a distributed system is a collection of the local states of its components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34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F23E-A7A0-97C7-321E-CB47B5851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96686"/>
            <a:ext cx="10537371" cy="5480277"/>
          </a:xfrm>
        </p:spPr>
        <p:txBody>
          <a:bodyPr>
            <a:normAutofit/>
          </a:bodyPr>
          <a:lstStyle/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obtain a “global photograph” or “Global Snapshot” of the system is important.</a:t>
            </a:r>
          </a:p>
          <a:p>
            <a:pPr marL="0" indent="0" algn="just">
              <a:buNone/>
            </a:pPr>
            <a:r>
              <a:rPr lang="en-I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[It is a mechanism to store the state of a computation so that it can be retrieved at a later point and continued especially when the application on failure.]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collection of objects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Objects at servers that don’t have any other objects(at any servers) with pointers to them.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Useful in database transaction systems.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distributed events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specification and verification</a:t>
            </a:r>
          </a:p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B352E-0503-7C5F-42F2-3C347BB9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7057"/>
            <a:ext cx="10657115" cy="5229906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that we have efficient ways of recording the global state of a distributed system.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there is no shared memory and no global clock in a distributed system and the distributed nature of the local clocks and local memory makes it difficult to record the global state of the system efficiently.</a:t>
            </a:r>
            <a:endParaRPr lang="en-IN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meaningful global snapshot can be obtained if the components of the distributed system record their local states at the same time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would be possible if the local clocks at processes were perfectly synchronized or if there were a global system clock that could be instantaneously read by the processes.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4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BB43-F8CE-5921-7934-83B669AE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-8118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02DB6-BCC9-742C-E2C1-C72F3C033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686" y="976539"/>
            <a:ext cx="10515600" cy="293143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a collection of n processes, p1, p2,…..,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are connected by channels.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 the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from process pi to process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channels have states associated with them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channel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denoted by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is given by the set of messages in transit in the channel.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message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sent by process pi to process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let send(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rec(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)denote its send and receive events, respectively.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2AEB6-B434-CC5B-630B-935420A1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06" y="3907971"/>
            <a:ext cx="9713108" cy="242020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0AF862-5DFE-1330-AAE5-3B5A5449F632}"/>
              </a:ext>
            </a:extLst>
          </p:cNvPr>
          <p:cNvCxnSpPr/>
          <p:nvPr/>
        </p:nvCxnSpPr>
        <p:spPr>
          <a:xfrm>
            <a:off x="9133114" y="4669971"/>
            <a:ext cx="18723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5AFE2B-AE86-F20E-EB9E-B4AD80ECECF4}"/>
              </a:ext>
            </a:extLst>
          </p:cNvPr>
          <p:cNvCxnSpPr>
            <a:cxnSpLocks/>
          </p:cNvCxnSpPr>
          <p:nvPr/>
        </p:nvCxnSpPr>
        <p:spPr>
          <a:xfrm>
            <a:off x="1401206" y="5072742"/>
            <a:ext cx="95171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B29208-D25E-E76B-99BD-E663C8A8DD91}"/>
              </a:ext>
            </a:extLst>
          </p:cNvPr>
          <p:cNvCxnSpPr>
            <a:cxnSpLocks/>
          </p:cNvCxnSpPr>
          <p:nvPr/>
        </p:nvCxnSpPr>
        <p:spPr>
          <a:xfrm>
            <a:off x="1337417" y="5497285"/>
            <a:ext cx="43122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16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2DE04D-37A2-051D-5039-FA040E7E8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74" y="555171"/>
            <a:ext cx="10802403" cy="414745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A330BB-AD5B-1E80-B079-4198F15F66FD}"/>
              </a:ext>
            </a:extLst>
          </p:cNvPr>
          <p:cNvCxnSpPr>
            <a:cxnSpLocks/>
          </p:cNvCxnSpPr>
          <p:nvPr/>
        </p:nvCxnSpPr>
        <p:spPr>
          <a:xfrm>
            <a:off x="824263" y="936171"/>
            <a:ext cx="103009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50498E-0F9E-20A0-7EDA-27A014662850}"/>
              </a:ext>
            </a:extLst>
          </p:cNvPr>
          <p:cNvCxnSpPr>
            <a:cxnSpLocks/>
          </p:cNvCxnSpPr>
          <p:nvPr/>
        </p:nvCxnSpPr>
        <p:spPr>
          <a:xfrm>
            <a:off x="628320" y="1382485"/>
            <a:ext cx="41396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5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3B53-9A44-A304-E115-039341EF8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654449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models of communication among processes and different snapshot algorithms have assumed different models of communication.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FIFO model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channel acts as a first-in first-out message queue and, thus, message ordering is preserved by a channel.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non-FIFO model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channel acts like a set in which the sender process adds messages and the receiver process removes messages from it in a random order.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supports </a:t>
            </a:r>
            <a:r>
              <a:rPr lang="en-US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causal delivery of messages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satisfies the following property:</a:t>
            </a:r>
          </a:p>
          <a:p>
            <a:pPr marL="457200" lvl="1" indent="0" algn="just">
              <a:buNone/>
            </a:pP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“for any two messages </a:t>
            </a:r>
            <a:r>
              <a:rPr lang="en-US" sz="2800" b="0" i="0" u="none" strike="noStrike" baseline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0" i="0" u="none" strike="noStrike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0" i="0" u="none" strike="noStrike" baseline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0" i="0" u="none" strike="noStrike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if send(</a:t>
            </a:r>
            <a:r>
              <a:rPr lang="en-US" sz="2800" b="0" i="0" u="none" strike="noStrike" baseline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0" i="0" u="none" strike="noStrike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)→ send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then rec(</a:t>
            </a:r>
            <a:r>
              <a:rPr lang="en-US" sz="2800" b="0" i="0" u="none" strike="noStrike" baseline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0" i="0" u="none" strike="noStrike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)→ rec(</a:t>
            </a:r>
            <a:r>
              <a:rPr lang="en-US" sz="2800" b="0" i="0" u="none" strike="noStrike" baseline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0" i="0" u="none" strike="noStrike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I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5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892F-57DD-5435-4AC6-746C8CCF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2" y="-298904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consistent global state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42183-4421-3E39-AD75-65A06D1EB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72" y="752705"/>
            <a:ext cx="10395856" cy="59350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9BE41C-B09D-B69B-3A2B-7EF3E9B60644}"/>
                  </a:ext>
                </a:extLst>
              </p14:cNvPr>
              <p14:cNvContentPartPr/>
              <p14:nvPr/>
            </p14:nvContentPartPr>
            <p14:xfrm>
              <a:off x="-1088623" y="99044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9BE41C-B09D-B69B-3A2B-7EF3E9B606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78623" y="81080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D9430D0-4587-4E52-E13F-B7B23D47448A}"/>
                  </a:ext>
                </a:extLst>
              </p14:cNvPr>
              <p14:cNvContentPartPr/>
              <p14:nvPr/>
            </p14:nvContentPartPr>
            <p14:xfrm>
              <a:off x="1143017" y="3487766"/>
              <a:ext cx="6182640" cy="10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D9430D0-4587-4E52-E13F-B7B23D4744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3017" y="3307766"/>
                <a:ext cx="63622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53E9D07-1330-D1F8-FBE0-BA64FC013EB6}"/>
                  </a:ext>
                </a:extLst>
              </p14:cNvPr>
              <p14:cNvContentPartPr/>
              <p14:nvPr/>
            </p14:nvContentPartPr>
            <p14:xfrm>
              <a:off x="1044737" y="3791966"/>
              <a:ext cx="6383880" cy="163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53E9D07-1330-D1F8-FBE0-BA64FC013E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5097" y="3612326"/>
                <a:ext cx="6563520" cy="52272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CC7201-CA2E-1E8D-03F6-51A2A2D52675}"/>
              </a:ext>
            </a:extLst>
          </p:cNvPr>
          <p:cNvCxnSpPr>
            <a:cxnSpLocks/>
          </p:cNvCxnSpPr>
          <p:nvPr/>
        </p:nvCxnSpPr>
        <p:spPr>
          <a:xfrm>
            <a:off x="8588829" y="4626429"/>
            <a:ext cx="239485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3FFABC-1B7C-51D3-60BD-960DBC8F66FC}"/>
              </a:ext>
            </a:extLst>
          </p:cNvPr>
          <p:cNvCxnSpPr>
            <a:cxnSpLocks/>
          </p:cNvCxnSpPr>
          <p:nvPr/>
        </p:nvCxnSpPr>
        <p:spPr>
          <a:xfrm>
            <a:off x="1121228" y="4931229"/>
            <a:ext cx="986245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8A49A8-AF0C-2850-F24F-CDDDE7187E84}"/>
              </a:ext>
            </a:extLst>
          </p:cNvPr>
          <p:cNvCxnSpPr>
            <a:cxnSpLocks/>
          </p:cNvCxnSpPr>
          <p:nvPr/>
        </p:nvCxnSpPr>
        <p:spPr>
          <a:xfrm>
            <a:off x="1044737" y="5301343"/>
            <a:ext cx="99389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33163F-87B0-6C82-C021-C559CEC90E28}"/>
              </a:ext>
            </a:extLst>
          </p:cNvPr>
          <p:cNvCxnSpPr>
            <a:cxnSpLocks/>
          </p:cNvCxnSpPr>
          <p:nvPr/>
        </p:nvCxnSpPr>
        <p:spPr>
          <a:xfrm>
            <a:off x="1044737" y="5638800"/>
            <a:ext cx="1230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65B5DA-3B7B-8273-BCCA-C7D9278AA114}"/>
              </a:ext>
            </a:extLst>
          </p:cNvPr>
          <p:cNvCxnSpPr>
            <a:cxnSpLocks/>
          </p:cNvCxnSpPr>
          <p:nvPr/>
        </p:nvCxnSpPr>
        <p:spPr>
          <a:xfrm>
            <a:off x="5388137" y="5954485"/>
            <a:ext cx="55955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5ACA2A-2D21-1AE4-3B2E-1728724616B3}"/>
              </a:ext>
            </a:extLst>
          </p:cNvPr>
          <p:cNvCxnSpPr>
            <a:cxnSpLocks/>
          </p:cNvCxnSpPr>
          <p:nvPr/>
        </p:nvCxnSpPr>
        <p:spPr>
          <a:xfrm>
            <a:off x="1044737" y="6291943"/>
            <a:ext cx="99389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22B78F-1277-4A59-2C29-B3685A2202AF}"/>
              </a:ext>
            </a:extLst>
          </p:cNvPr>
          <p:cNvCxnSpPr>
            <a:cxnSpLocks/>
          </p:cNvCxnSpPr>
          <p:nvPr/>
        </p:nvCxnSpPr>
        <p:spPr>
          <a:xfrm>
            <a:off x="898072" y="6607629"/>
            <a:ext cx="88881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4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C629-2D59-48A6-1D2A-714BE6C0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global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5A789-6FF3-1BFC-D8BE-C27F37360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a consistent global state, every message that is recorded as received is also recorded as sent.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global state captures the notion of causality that a message cannot be received if it was not sent.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global states are meaningful global states and inconsistent global states are not meaningful in the sense that a distributed system can never be in an inconsistent state.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29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204D-2269-DB0F-3D3B-838F1A78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1" y="-23358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recording a global state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D2C44-4BD8-D724-7CAA-14DB678CA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900339"/>
            <a:ext cx="11223172" cy="12006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a global physical clock is not available in a distributed system and the following two issues need to be addressed in recording of a consistent global snapshot of a distributed system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60FE1-DA48-027F-F689-12B2AAD3A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71"/>
          <a:stretch/>
        </p:blipFill>
        <p:spPr>
          <a:xfrm>
            <a:off x="1332360" y="2100942"/>
            <a:ext cx="9718127" cy="475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3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44173-0512-BE0A-94C3-7641096F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algorithms for FIFO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EADF5-69EE-91C0-43CB-B254A4C6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1869849"/>
            <a:ext cx="10863943" cy="462302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assume different interprocess communication capabilities about the underlying system and illustrate how interprocess communication affects the design complexity of these algorithms.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messages: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computation messages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Exchanged by the underlying application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control messages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Exchanged by the snapshot algorithm.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Execution of a snapshot algorithm is transparent to the underlying application, except for occasional delaying some of the actions of the application.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258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0AC2-BDCB-ED79-335C-07B05C18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Chandy–Lamport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AE2E-EB59-A87C-442E-79A6E2EA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7543"/>
            <a:ext cx="10689771" cy="501831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Chandy and Lamport were the first to propose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algorithm to capture consistent global state of a distributed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behind proposed algorithm is that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we know that all message that  have been sent by one process have been received by another then we can record the global state of the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process in the distributed system can initiate this global state recording algorithm using a special message called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MARKER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marker traverse the distributed system across all communication channel and cause each process to record its own state.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end, the state of entire system (Global state) is recorded.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does not interfere with normal execution of processes.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047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EE85-110E-FDAE-86E2-0BB4CB8E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Assumptions of the algorithm: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7F85-2B54-4EB7-2832-B16970A09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945368"/>
            <a:ext cx="10515600" cy="3682546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finite number of processes in the distributed system and they do not share memory and clocks.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finite number of communication channels and they are unidirectional and FIFO ordered.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 communication path between any two processes in the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channel, messages are received in the same order as they are sent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11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23ED-3F76-5D51-EF48-9417AEC4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56391"/>
            <a:ext cx="2764971" cy="1548266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7B332-9817-390E-7285-1C6683A423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44" r="4305"/>
          <a:stretch/>
        </p:blipFill>
        <p:spPr>
          <a:xfrm>
            <a:off x="3541377" y="0"/>
            <a:ext cx="8128109" cy="697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5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12782-D520-1A3A-D5AB-5E0EFEE6A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629"/>
            <a:ext cx="10515600" cy="6096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recorded local snapshots can be put together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create the global snapshot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several ways.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policy is to have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send its local snapshot to the initiator of the algorithm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policy is to have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send the information it records along all outgoing channels, and to have each process receiving such information for the first time propagate it along its outgoing channels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local snapshots get disseminated to all other processes and all the processes can determine the global state.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can initiate the algorithm concurrently.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initiate the algorithm concurrently, each initiation needs to be distinguished by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using unique markers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Different initiations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process are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identified by a sequence number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6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243D-4AAD-2736-F68A-7DB1E1D0A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1883229"/>
            <a:ext cx="2340427" cy="3145971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 and Complexity of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13269-11BF-0455-B493-C31371FCA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85" y="102181"/>
            <a:ext cx="8926285" cy="675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1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1074</Words>
  <Application>Microsoft Office PowerPoint</Application>
  <PresentationFormat>Widescreen</PresentationFormat>
  <Paragraphs>66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Module 2 Part_03</vt:lpstr>
      <vt:lpstr>Global state and snapshot recording algorithms</vt:lpstr>
      <vt:lpstr>PowerPoint Presentation</vt:lpstr>
      <vt:lpstr>PowerPoint Presentation</vt:lpstr>
      <vt:lpstr>System model</vt:lpstr>
      <vt:lpstr>PowerPoint Presentation</vt:lpstr>
      <vt:lpstr>PowerPoint Presentation</vt:lpstr>
      <vt:lpstr>A consistent global state</vt:lpstr>
      <vt:lpstr>Consistent global state</vt:lpstr>
      <vt:lpstr>Issues in recording a global state</vt:lpstr>
      <vt:lpstr>Snapshot algorithms for FIFO channels</vt:lpstr>
      <vt:lpstr>Chandy–Lamport algorithm</vt:lpstr>
      <vt:lpstr>Assumptions of the algorithm:</vt:lpstr>
      <vt:lpstr>Algorithm</vt:lpstr>
      <vt:lpstr>PowerPoint Presentation</vt:lpstr>
      <vt:lpstr>Correctness and Complexity of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Part_03</dc:title>
  <dc:creator>JESNA J S</dc:creator>
  <cp:lastModifiedBy>JESNA J S</cp:lastModifiedBy>
  <cp:revision>1</cp:revision>
  <dcterms:created xsi:type="dcterms:W3CDTF">2024-03-05T05:36:32Z</dcterms:created>
  <dcterms:modified xsi:type="dcterms:W3CDTF">2024-03-07T05:26:28Z</dcterms:modified>
</cp:coreProperties>
</file>