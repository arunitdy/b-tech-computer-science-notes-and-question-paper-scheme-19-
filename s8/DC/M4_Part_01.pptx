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6" r:id="rId11"/>
    <p:sldId id="267" r:id="rId12"/>
    <p:sldId id="271" r:id="rId13"/>
    <p:sldId id="268" r:id="rId14"/>
    <p:sldId id="272" r:id="rId15"/>
    <p:sldId id="269" r:id="rId16"/>
    <p:sldId id="270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EA094D-BF47-4D72-98C9-801371F99771}" v="6" dt="2024-04-18T17:47:26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NA J S" userId="1cf9dc77da0791c6" providerId="LiveId" clId="{BBEA094D-BF47-4D72-98C9-801371F99771}"/>
    <pc:docChg chg="undo redo custSel addSld delSld modSld">
      <pc:chgData name="JESNA J S" userId="1cf9dc77da0791c6" providerId="LiveId" clId="{BBEA094D-BF47-4D72-98C9-801371F99771}" dt="2024-04-18T19:49:17.567" v="970" actId="255"/>
      <pc:docMkLst>
        <pc:docMk/>
      </pc:docMkLst>
      <pc:sldChg chg="addSp delSp modSp mod">
        <pc:chgData name="JESNA J S" userId="1cf9dc77da0791c6" providerId="LiveId" clId="{BBEA094D-BF47-4D72-98C9-801371F99771}" dt="2024-04-18T19:27:01.454" v="801" actId="113"/>
        <pc:sldMkLst>
          <pc:docMk/>
          <pc:sldMk cId="3767788638" sldId="262"/>
        </pc:sldMkLst>
        <pc:spChg chg="del">
          <ac:chgData name="JESNA J S" userId="1cf9dc77da0791c6" providerId="LiveId" clId="{BBEA094D-BF47-4D72-98C9-801371F99771}" dt="2024-04-17T04:15:21.430" v="45"/>
          <ac:spMkLst>
            <pc:docMk/>
            <pc:sldMk cId="3767788638" sldId="262"/>
            <ac:spMk id="2" creationId="{B211642D-2D51-82C0-85EA-4226D66E3F9B}"/>
          </ac:spMkLst>
        </pc:spChg>
        <pc:spChg chg="mod">
          <ac:chgData name="JESNA J S" userId="1cf9dc77da0791c6" providerId="LiveId" clId="{BBEA094D-BF47-4D72-98C9-801371F99771}" dt="2024-04-18T19:27:01.454" v="801" actId="113"/>
          <ac:spMkLst>
            <pc:docMk/>
            <pc:sldMk cId="3767788638" sldId="262"/>
            <ac:spMk id="3" creationId="{E9436115-9915-3D96-6AF9-A355BBA417E7}"/>
          </ac:spMkLst>
        </pc:spChg>
        <pc:spChg chg="add mod">
          <ac:chgData name="JESNA J S" userId="1cf9dc77da0791c6" providerId="LiveId" clId="{BBEA094D-BF47-4D72-98C9-801371F99771}" dt="2024-04-18T19:25:23.826" v="781" actId="14100"/>
          <ac:spMkLst>
            <pc:docMk/>
            <pc:sldMk cId="3767788638" sldId="262"/>
            <ac:spMk id="4" creationId="{9E0925EB-7792-EB8E-EEA1-84B514C26AC6}"/>
          </ac:spMkLst>
        </pc:spChg>
      </pc:sldChg>
      <pc:sldChg chg="del">
        <pc:chgData name="JESNA J S" userId="1cf9dc77da0791c6" providerId="LiveId" clId="{BBEA094D-BF47-4D72-98C9-801371F99771}" dt="2024-04-18T04:36:40.853" v="248" actId="47"/>
        <pc:sldMkLst>
          <pc:docMk/>
          <pc:sldMk cId="989626939" sldId="263"/>
        </pc:sldMkLst>
      </pc:sldChg>
      <pc:sldChg chg="addSp delSp modSp new mod">
        <pc:chgData name="JESNA J S" userId="1cf9dc77da0791c6" providerId="LiveId" clId="{BBEA094D-BF47-4D72-98C9-801371F99771}" dt="2024-04-18T19:21:14.952" v="708" actId="13926"/>
        <pc:sldMkLst>
          <pc:docMk/>
          <pc:sldMk cId="3751502297" sldId="264"/>
        </pc:sldMkLst>
        <pc:spChg chg="del">
          <ac:chgData name="JESNA J S" userId="1cf9dc77da0791c6" providerId="LiveId" clId="{BBEA094D-BF47-4D72-98C9-801371F99771}" dt="2024-04-17T04:10:32.850" v="1"/>
          <ac:spMkLst>
            <pc:docMk/>
            <pc:sldMk cId="3751502297" sldId="264"/>
            <ac:spMk id="2" creationId="{C55ACAD5-9DA6-E161-1087-DF46F81BBF60}"/>
          </ac:spMkLst>
        </pc:spChg>
        <pc:spChg chg="mod">
          <ac:chgData name="JESNA J S" userId="1cf9dc77da0791c6" providerId="LiveId" clId="{BBEA094D-BF47-4D72-98C9-801371F99771}" dt="2024-04-18T19:21:14.952" v="708" actId="13926"/>
          <ac:spMkLst>
            <pc:docMk/>
            <pc:sldMk cId="3751502297" sldId="264"/>
            <ac:spMk id="3" creationId="{B9B6DD8C-2A7E-626C-BB0E-39E15C0491D8}"/>
          </ac:spMkLst>
        </pc:spChg>
        <pc:spChg chg="add mod">
          <ac:chgData name="JESNA J S" userId="1cf9dc77da0791c6" providerId="LiveId" clId="{BBEA094D-BF47-4D72-98C9-801371F99771}" dt="2024-04-17T04:10:40.125" v="6" actId="20577"/>
          <ac:spMkLst>
            <pc:docMk/>
            <pc:sldMk cId="3751502297" sldId="264"/>
            <ac:spMk id="4" creationId="{B5912FDD-3211-EE6B-2060-0FEACFB9D3A3}"/>
          </ac:spMkLst>
        </pc:spChg>
      </pc:sldChg>
      <pc:sldChg chg="addSp delSp modSp new mod">
        <pc:chgData name="JESNA J S" userId="1cf9dc77da0791c6" providerId="LiveId" clId="{BBEA094D-BF47-4D72-98C9-801371F99771}" dt="2024-04-17T16:20:46.292" v="108" actId="122"/>
        <pc:sldMkLst>
          <pc:docMk/>
          <pc:sldMk cId="899387541" sldId="265"/>
        </pc:sldMkLst>
        <pc:spChg chg="mod">
          <ac:chgData name="JESNA J S" userId="1cf9dc77da0791c6" providerId="LiveId" clId="{BBEA094D-BF47-4D72-98C9-801371F99771}" dt="2024-04-17T16:20:46.292" v="108" actId="122"/>
          <ac:spMkLst>
            <pc:docMk/>
            <pc:sldMk cId="899387541" sldId="265"/>
            <ac:spMk id="2" creationId="{65476ECE-CFAE-CD58-A2F8-C2C330E55755}"/>
          </ac:spMkLst>
        </pc:spChg>
        <pc:spChg chg="del">
          <ac:chgData name="JESNA J S" userId="1cf9dc77da0791c6" providerId="LiveId" clId="{BBEA094D-BF47-4D72-98C9-801371F99771}" dt="2024-04-17T16:19:18.766" v="80" actId="478"/>
          <ac:spMkLst>
            <pc:docMk/>
            <pc:sldMk cId="899387541" sldId="265"/>
            <ac:spMk id="3" creationId="{A52D17BB-FAEF-D6C4-4F12-2B15E1F4CB49}"/>
          </ac:spMkLst>
        </pc:spChg>
        <pc:picChg chg="add mod">
          <ac:chgData name="JESNA J S" userId="1cf9dc77da0791c6" providerId="LiveId" clId="{BBEA094D-BF47-4D72-98C9-801371F99771}" dt="2024-04-17T16:19:25.881" v="83" actId="1076"/>
          <ac:picMkLst>
            <pc:docMk/>
            <pc:sldMk cId="899387541" sldId="265"/>
            <ac:picMk id="5" creationId="{DEEAD5A5-65D7-232E-D064-B361EEC01688}"/>
          </ac:picMkLst>
        </pc:picChg>
      </pc:sldChg>
      <pc:sldChg chg="delSp modSp new mod">
        <pc:chgData name="JESNA J S" userId="1cf9dc77da0791c6" providerId="LiveId" clId="{BBEA094D-BF47-4D72-98C9-801371F99771}" dt="2024-04-17T16:30:08.178" v="202" actId="13926"/>
        <pc:sldMkLst>
          <pc:docMk/>
          <pc:sldMk cId="1822064551" sldId="266"/>
        </pc:sldMkLst>
        <pc:spChg chg="del">
          <ac:chgData name="JESNA J S" userId="1cf9dc77da0791c6" providerId="LiveId" clId="{BBEA094D-BF47-4D72-98C9-801371F99771}" dt="2024-04-17T16:27:43.011" v="160" actId="478"/>
          <ac:spMkLst>
            <pc:docMk/>
            <pc:sldMk cId="1822064551" sldId="266"/>
            <ac:spMk id="2" creationId="{8793B424-068A-F826-E613-FA9AB59DF6EC}"/>
          </ac:spMkLst>
        </pc:spChg>
        <pc:spChg chg="mod">
          <ac:chgData name="JESNA J S" userId="1cf9dc77da0791c6" providerId="LiveId" clId="{BBEA094D-BF47-4D72-98C9-801371F99771}" dt="2024-04-17T16:30:08.178" v="202" actId="13926"/>
          <ac:spMkLst>
            <pc:docMk/>
            <pc:sldMk cId="1822064551" sldId="266"/>
            <ac:spMk id="3" creationId="{F032CBC8-6F96-7D0B-E0E7-7E1252B650D8}"/>
          </ac:spMkLst>
        </pc:spChg>
      </pc:sldChg>
      <pc:sldChg chg="modSp new mod">
        <pc:chgData name="JESNA J S" userId="1cf9dc77da0791c6" providerId="LiveId" clId="{BBEA094D-BF47-4D72-98C9-801371F99771}" dt="2024-04-17T16:36:16.057" v="246" actId="114"/>
        <pc:sldMkLst>
          <pc:docMk/>
          <pc:sldMk cId="1719797161" sldId="267"/>
        </pc:sldMkLst>
        <pc:spChg chg="mod">
          <ac:chgData name="JESNA J S" userId="1cf9dc77da0791c6" providerId="LiveId" clId="{BBEA094D-BF47-4D72-98C9-801371F99771}" dt="2024-04-17T16:34:35.943" v="218" actId="123"/>
          <ac:spMkLst>
            <pc:docMk/>
            <pc:sldMk cId="1719797161" sldId="267"/>
            <ac:spMk id="2" creationId="{BC939591-AE9F-27F2-36E2-689B370B31F2}"/>
          </ac:spMkLst>
        </pc:spChg>
        <pc:spChg chg="mod">
          <ac:chgData name="JESNA J S" userId="1cf9dc77da0791c6" providerId="LiveId" clId="{BBEA094D-BF47-4D72-98C9-801371F99771}" dt="2024-04-17T16:36:16.057" v="246" actId="114"/>
          <ac:spMkLst>
            <pc:docMk/>
            <pc:sldMk cId="1719797161" sldId="267"/>
            <ac:spMk id="3" creationId="{EADFB19D-DBF8-B74A-79CD-8C436E216637}"/>
          </ac:spMkLst>
        </pc:spChg>
      </pc:sldChg>
      <pc:sldChg chg="addSp delSp modSp new mod">
        <pc:chgData name="JESNA J S" userId="1cf9dc77da0791c6" providerId="LiveId" clId="{BBEA094D-BF47-4D72-98C9-801371F99771}" dt="2024-04-18T19:32:57.461" v="810" actId="13926"/>
        <pc:sldMkLst>
          <pc:docMk/>
          <pc:sldMk cId="1216759356" sldId="268"/>
        </pc:sldMkLst>
        <pc:spChg chg="del mod">
          <ac:chgData name="JESNA J S" userId="1cf9dc77da0791c6" providerId="LiveId" clId="{BBEA094D-BF47-4D72-98C9-801371F99771}" dt="2024-04-18T17:47:19.940" v="400" actId="21"/>
          <ac:spMkLst>
            <pc:docMk/>
            <pc:sldMk cId="1216759356" sldId="268"/>
            <ac:spMk id="2" creationId="{38BD16D1-287C-A1E0-EFA3-D68305739659}"/>
          </ac:spMkLst>
        </pc:spChg>
        <pc:spChg chg="mod">
          <ac:chgData name="JESNA J S" userId="1cf9dc77da0791c6" providerId="LiveId" clId="{BBEA094D-BF47-4D72-98C9-801371F99771}" dt="2024-04-18T19:32:57.461" v="810" actId="13926"/>
          <ac:spMkLst>
            <pc:docMk/>
            <pc:sldMk cId="1216759356" sldId="268"/>
            <ac:spMk id="3" creationId="{E09FAB3D-F6FC-4B52-BF2C-7520B671DCF4}"/>
          </ac:spMkLst>
        </pc:spChg>
        <pc:spChg chg="add del mod">
          <ac:chgData name="JESNA J S" userId="1cf9dc77da0791c6" providerId="LiveId" clId="{BBEA094D-BF47-4D72-98C9-801371F99771}" dt="2024-04-18T17:47:46.981" v="405" actId="478"/>
          <ac:spMkLst>
            <pc:docMk/>
            <pc:sldMk cId="1216759356" sldId="268"/>
            <ac:spMk id="5" creationId="{16C04582-62BC-C329-A25D-20B252F4BFF1}"/>
          </ac:spMkLst>
        </pc:spChg>
      </pc:sldChg>
      <pc:sldChg chg="delSp modSp new mod">
        <pc:chgData name="JESNA J S" userId="1cf9dc77da0791c6" providerId="LiveId" clId="{BBEA094D-BF47-4D72-98C9-801371F99771}" dt="2024-04-18T19:34:57.180" v="811" actId="13926"/>
        <pc:sldMkLst>
          <pc:docMk/>
          <pc:sldMk cId="2029192151" sldId="269"/>
        </pc:sldMkLst>
        <pc:spChg chg="del">
          <ac:chgData name="JESNA J S" userId="1cf9dc77da0791c6" providerId="LiveId" clId="{BBEA094D-BF47-4D72-98C9-801371F99771}" dt="2024-04-18T04:48:09.458" v="346" actId="478"/>
          <ac:spMkLst>
            <pc:docMk/>
            <pc:sldMk cId="2029192151" sldId="269"/>
            <ac:spMk id="2" creationId="{E0B8A5CE-34FF-75B7-3886-122C9F638C51}"/>
          </ac:spMkLst>
        </pc:spChg>
        <pc:spChg chg="mod">
          <ac:chgData name="JESNA J S" userId="1cf9dc77da0791c6" providerId="LiveId" clId="{BBEA094D-BF47-4D72-98C9-801371F99771}" dt="2024-04-18T19:34:57.180" v="811" actId="13926"/>
          <ac:spMkLst>
            <pc:docMk/>
            <pc:sldMk cId="2029192151" sldId="269"/>
            <ac:spMk id="3" creationId="{7835A3A9-5C01-4C13-3E77-2D80C3D73F46}"/>
          </ac:spMkLst>
        </pc:spChg>
      </pc:sldChg>
      <pc:sldChg chg="addSp delSp modSp new mod">
        <pc:chgData name="JESNA J S" userId="1cf9dc77da0791c6" providerId="LiveId" clId="{BBEA094D-BF47-4D72-98C9-801371F99771}" dt="2024-04-18T04:54:49.192" v="382" actId="1076"/>
        <pc:sldMkLst>
          <pc:docMk/>
          <pc:sldMk cId="578605859" sldId="270"/>
        </pc:sldMkLst>
        <pc:spChg chg="del">
          <ac:chgData name="JESNA J S" userId="1cf9dc77da0791c6" providerId="LiveId" clId="{BBEA094D-BF47-4D72-98C9-801371F99771}" dt="2024-04-18T04:54:27.103" v="377" actId="478"/>
          <ac:spMkLst>
            <pc:docMk/>
            <pc:sldMk cId="578605859" sldId="270"/>
            <ac:spMk id="2" creationId="{3948DE49-F351-46F9-D25B-E758AEBF95DA}"/>
          </ac:spMkLst>
        </pc:spChg>
        <pc:spChg chg="del">
          <ac:chgData name="JESNA J S" userId="1cf9dc77da0791c6" providerId="LiveId" clId="{BBEA094D-BF47-4D72-98C9-801371F99771}" dt="2024-04-18T04:54:29.494" v="378" actId="478"/>
          <ac:spMkLst>
            <pc:docMk/>
            <pc:sldMk cId="578605859" sldId="270"/>
            <ac:spMk id="3" creationId="{EF35C68C-82E2-098B-19BC-37694C3D6EB6}"/>
          </ac:spMkLst>
        </pc:spChg>
        <pc:picChg chg="add mod modCrop">
          <ac:chgData name="JESNA J S" userId="1cf9dc77da0791c6" providerId="LiveId" clId="{BBEA094D-BF47-4D72-98C9-801371F99771}" dt="2024-04-18T04:54:49.192" v="382" actId="1076"/>
          <ac:picMkLst>
            <pc:docMk/>
            <pc:sldMk cId="578605859" sldId="270"/>
            <ac:picMk id="5" creationId="{3C29EECD-F3E5-8059-BBC4-EDF16C42A91B}"/>
          </ac:picMkLst>
        </pc:picChg>
      </pc:sldChg>
      <pc:sldChg chg="addSp delSp modSp new mod">
        <pc:chgData name="JESNA J S" userId="1cf9dc77da0791c6" providerId="LiveId" clId="{BBEA094D-BF47-4D72-98C9-801371F99771}" dt="2024-04-18T17:47:39.938" v="404" actId="403"/>
        <pc:sldMkLst>
          <pc:docMk/>
          <pc:sldMk cId="1378490970" sldId="271"/>
        </pc:sldMkLst>
        <pc:spChg chg="del">
          <ac:chgData name="JESNA J S" userId="1cf9dc77da0791c6" providerId="LiveId" clId="{BBEA094D-BF47-4D72-98C9-801371F99771}" dt="2024-04-18T17:47:26.548" v="402"/>
          <ac:spMkLst>
            <pc:docMk/>
            <pc:sldMk cId="1378490970" sldId="271"/>
            <ac:spMk id="2" creationId="{BB6C951E-A2C8-81B6-5462-81DE3DD2C7B3}"/>
          </ac:spMkLst>
        </pc:spChg>
        <pc:spChg chg="del">
          <ac:chgData name="JESNA J S" userId="1cf9dc77da0791c6" providerId="LiveId" clId="{BBEA094D-BF47-4D72-98C9-801371F99771}" dt="2024-04-18T17:47:24.744" v="401" actId="478"/>
          <ac:spMkLst>
            <pc:docMk/>
            <pc:sldMk cId="1378490970" sldId="271"/>
            <ac:spMk id="3" creationId="{831E18F5-8D3D-8F7E-78DB-0CBF94FB1C6D}"/>
          </ac:spMkLst>
        </pc:spChg>
        <pc:spChg chg="add mod">
          <ac:chgData name="JESNA J S" userId="1cf9dc77da0791c6" providerId="LiveId" clId="{BBEA094D-BF47-4D72-98C9-801371F99771}" dt="2024-04-18T17:47:39.938" v="404" actId="403"/>
          <ac:spMkLst>
            <pc:docMk/>
            <pc:sldMk cId="1378490970" sldId="271"/>
            <ac:spMk id="4" creationId="{38BD16D1-287C-A1E0-EFA3-D68305739659}"/>
          </ac:spMkLst>
        </pc:spChg>
      </pc:sldChg>
      <pc:sldChg chg="delSp modSp new mod">
        <pc:chgData name="JESNA J S" userId="1cf9dc77da0791c6" providerId="LiveId" clId="{BBEA094D-BF47-4D72-98C9-801371F99771}" dt="2024-04-18T17:57:51.225" v="532" actId="27636"/>
        <pc:sldMkLst>
          <pc:docMk/>
          <pc:sldMk cId="1181984173" sldId="272"/>
        </pc:sldMkLst>
        <pc:spChg chg="del">
          <ac:chgData name="JESNA J S" userId="1cf9dc77da0791c6" providerId="LiveId" clId="{BBEA094D-BF47-4D72-98C9-801371F99771}" dt="2024-04-18T17:54:11.080" v="517" actId="478"/>
          <ac:spMkLst>
            <pc:docMk/>
            <pc:sldMk cId="1181984173" sldId="272"/>
            <ac:spMk id="2" creationId="{C1FEFB5C-ABD6-5929-26E2-F81A2FF51E21}"/>
          </ac:spMkLst>
        </pc:spChg>
        <pc:spChg chg="mod">
          <ac:chgData name="JESNA J S" userId="1cf9dc77da0791c6" providerId="LiveId" clId="{BBEA094D-BF47-4D72-98C9-801371F99771}" dt="2024-04-18T17:57:51.225" v="532" actId="27636"/>
          <ac:spMkLst>
            <pc:docMk/>
            <pc:sldMk cId="1181984173" sldId="272"/>
            <ac:spMk id="3" creationId="{CD71B390-E1C7-6F4E-1433-EC87B8920D09}"/>
          </ac:spMkLst>
        </pc:spChg>
      </pc:sldChg>
      <pc:sldChg chg="delSp modSp new mod">
        <pc:chgData name="JESNA J S" userId="1cf9dc77da0791c6" providerId="LiveId" clId="{BBEA094D-BF47-4D72-98C9-801371F99771}" dt="2024-04-18T19:43:19.763" v="851" actId="207"/>
        <pc:sldMkLst>
          <pc:docMk/>
          <pc:sldMk cId="3129143397" sldId="273"/>
        </pc:sldMkLst>
        <pc:spChg chg="del">
          <ac:chgData name="JESNA J S" userId="1cf9dc77da0791c6" providerId="LiveId" clId="{BBEA094D-BF47-4D72-98C9-801371F99771}" dt="2024-04-18T18:26:56.104" v="584" actId="478"/>
          <ac:spMkLst>
            <pc:docMk/>
            <pc:sldMk cId="3129143397" sldId="273"/>
            <ac:spMk id="2" creationId="{3E465C72-B38E-A134-AB5B-17125D7080B8}"/>
          </ac:spMkLst>
        </pc:spChg>
        <pc:spChg chg="mod">
          <ac:chgData name="JESNA J S" userId="1cf9dc77da0791c6" providerId="LiveId" clId="{BBEA094D-BF47-4D72-98C9-801371F99771}" dt="2024-04-18T19:43:19.763" v="851" actId="207"/>
          <ac:spMkLst>
            <pc:docMk/>
            <pc:sldMk cId="3129143397" sldId="273"/>
            <ac:spMk id="3" creationId="{931A3CDE-1510-CC1C-FBE9-596CE4A00CA1}"/>
          </ac:spMkLst>
        </pc:spChg>
      </pc:sldChg>
      <pc:sldChg chg="delSp modSp new mod">
        <pc:chgData name="JESNA J S" userId="1cf9dc77da0791c6" providerId="LiveId" clId="{BBEA094D-BF47-4D72-98C9-801371F99771}" dt="2024-04-18T19:49:17.567" v="970" actId="255"/>
        <pc:sldMkLst>
          <pc:docMk/>
          <pc:sldMk cId="975690544" sldId="274"/>
        </pc:sldMkLst>
        <pc:spChg chg="del">
          <ac:chgData name="JESNA J S" userId="1cf9dc77da0791c6" providerId="LiveId" clId="{BBEA094D-BF47-4D72-98C9-801371F99771}" dt="2024-04-18T19:44:08.087" v="853" actId="478"/>
          <ac:spMkLst>
            <pc:docMk/>
            <pc:sldMk cId="975690544" sldId="274"/>
            <ac:spMk id="2" creationId="{B30A0C1D-A287-F0B6-D618-A32E27FCFD3A}"/>
          </ac:spMkLst>
        </pc:spChg>
        <pc:spChg chg="mod">
          <ac:chgData name="JESNA J S" userId="1cf9dc77da0791c6" providerId="LiveId" clId="{BBEA094D-BF47-4D72-98C9-801371F99771}" dt="2024-04-18T19:49:17.567" v="970" actId="255"/>
          <ac:spMkLst>
            <pc:docMk/>
            <pc:sldMk cId="975690544" sldId="274"/>
            <ac:spMk id="3" creationId="{E3010C04-2AB9-C662-D6C5-D727C134096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3432C-C6DF-773A-7CDB-CF7A5F4A6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CCD00-11F3-FADF-E83D-B846265D89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6131A-43CA-1E55-8C15-4FD84B832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D91EA-0462-4CBF-B59A-19471B4DD25D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4C23B-DA81-8CA0-BDC2-026F12280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67D46-A60A-3F59-8159-ADF5CD2DD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D667-8211-4C80-9EA7-EF442BC82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88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A61CE-CDB0-AA72-C83F-0BB3113F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05905-CC34-F858-3FF0-9871B0425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AD8C3-239D-1367-70CE-ABD54845D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D91EA-0462-4CBF-B59A-19471B4DD25D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54161-D360-55C8-5EF6-BE3FAAD51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B92B2-3B59-40F5-1DB9-5676E7EE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D667-8211-4C80-9EA7-EF442BC82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332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BC1F2-32EB-196A-B40F-AB76CCFE9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A11A6-A00F-CB43-1D07-A6D841C67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743DC-D49C-E101-F7E6-7B3B67168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D91EA-0462-4CBF-B59A-19471B4DD25D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2F9C6-C5B7-7859-ADC5-E543324E9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3AA6B-43A4-9D3B-31A2-1408948E5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D667-8211-4C80-9EA7-EF442BC82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644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9D9F3-48AA-F951-E96A-D1F7C63AF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EA649-86BE-D717-0A28-3AD5FAE81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9C9C7-8123-DE46-B952-58EA8BAA0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262EF-B26B-0C7B-BF78-6AB22A88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D91EA-0462-4CBF-B59A-19471B4DD25D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90346D-F0DD-0C03-5EDA-BCCB0D58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7ED48-C137-6559-2D00-768B84378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D667-8211-4C80-9EA7-EF442BC82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036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EC14-5FB8-360B-8EDD-81339C8EC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AEC61-E3E9-C1EA-104C-86DAA52ED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843A0C-728C-8BA4-636E-BD0DADFC5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B6D82B-4CAB-7DF8-ED54-DF5084835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CA0907-5188-4F8B-CDCC-1A1F6E101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F51A87-66A5-1F19-543B-344F7DCC8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D91EA-0462-4CBF-B59A-19471B4DD25D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AF7EAC-0E2A-EB6D-87C6-08C49EDF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9B592-18FA-1B5D-4867-409871B12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D667-8211-4C80-9EA7-EF442BC82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818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B5818-6AF5-B416-00AD-65B1A7282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0035EC-8A56-FEC8-CEF8-AAD437155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D91EA-0462-4CBF-B59A-19471B4DD25D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E5AFC8-E164-F48F-8550-CFF12F7ED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24668-ACE4-FAD4-7EE7-1C752665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D667-8211-4C80-9EA7-EF442BC82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781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648BB0-6D2F-2A1F-BA8E-12625F86F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D91EA-0462-4CBF-B59A-19471B4DD25D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8F864-7676-13D2-78FA-AD3D33CC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4B198-6FDF-CC33-0098-7644454F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D667-8211-4C80-9EA7-EF442BC82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16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8B471-4B40-7016-7EED-D6CDAAA9D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20FF1-17F1-FCC2-B2F0-2616016D1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7B7014-0D7C-5D02-BD16-5C89E2727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0184A-D3E4-25B8-168A-3929610E7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D91EA-0462-4CBF-B59A-19471B4DD25D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8E857-CA5E-D1B5-0E33-315BBBF83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E32AA-DCD5-1A4F-3340-F58202599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D667-8211-4C80-9EA7-EF442BC82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096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5B47A-7A60-6FE2-9228-51E57B73A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498BBF-9712-009F-BE22-BBB7E41B1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C57272-BEA3-DA82-541E-472D82F22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84DD9-389F-0EF5-5AD7-82CA56089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D91EA-0462-4CBF-B59A-19471B4DD25D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B626E7-1CA0-7E03-61DB-64DCD9A0B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6FC30-0BAA-6657-1AFF-B26C0C225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D667-8211-4C80-9EA7-EF442BC82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347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B95AE-36DC-C878-BC5D-5E6F2F666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F7196-5E33-68FE-3523-D485294B4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FA78F-1C57-A93D-93D6-C134DFE39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D91EA-0462-4CBF-B59A-19471B4DD25D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D5381-8B5A-EC4C-6F84-959F51D79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88C9E-F109-65CB-4E32-16A77501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D667-8211-4C80-9EA7-EF442BC82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624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9B82CE-2140-1CD6-23C8-191216DACC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64F42-26B3-49E6-68AE-1E6190F04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C4D99-4AFB-5AE1-F724-31A2A1079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D91EA-0462-4CBF-B59A-19471B4DD25D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1AA4E-96DE-6690-58F6-C10ED090F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47F1B-8714-C1EE-2D62-B41F2D347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CD667-8211-4C80-9EA7-EF442BC82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666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81AA85-F1CC-2BF8-31CF-0C039FEDA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9EC47-E39A-D50F-533D-9DD5FA585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1AA16-15F7-D6EB-B4FC-2F15B5EC51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D91EA-0462-4CBF-B59A-19471B4DD25D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2EAE6-24BA-A86B-4A73-45393506AE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4B794-0E46-0B09-E3EB-835825CA4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CD667-8211-4C80-9EA7-EF442BC82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55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slide" Target="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33BA-2C7B-F085-C0AF-7C51CC1B3A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Part_01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F0F841-4D59-AF1E-18B0-87A704CBE9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  <a:p>
            <a:pPr algn="r"/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Jesna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S</a:t>
            </a:r>
          </a:p>
          <a:p>
            <a:pPr algn="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CSE, TKMCE</a:t>
            </a:r>
          </a:p>
        </p:txBody>
      </p:sp>
    </p:spTree>
    <p:extLst>
      <p:ext uri="{BB962C8B-B14F-4D97-AF65-F5344CB8AC3E}">
        <p14:creationId xmlns:p14="http://schemas.microsoft.com/office/powerpoint/2010/main" val="4247096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F3741-DB60-B929-C524-9BB342009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378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shared memory</a:t>
            </a:r>
          </a:p>
        </p:txBody>
      </p:sp>
    </p:spTree>
    <p:extLst>
      <p:ext uri="{BB962C8B-B14F-4D97-AF65-F5344CB8AC3E}">
        <p14:creationId xmlns:p14="http://schemas.microsoft.com/office/powerpoint/2010/main" val="3115017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EAD72-4275-A30A-8A2F-DCD7E9758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 and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6062B-98C3-90B4-06E4-4412DB4DE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shared memory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(DSM) is an abstraction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to the programmer of a distributed system.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gives the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impression of a single monolithic memory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in traditional von Neumann architecture. </a:t>
            </a:r>
          </a:p>
          <a:p>
            <a:pPr algn="just"/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Programmers access the data across the network using only read and write primitives, as they would in a uniprocessor system.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Programmers do not have to deal with send and receive communication primitives and the ensuing complexity of dealing explicitly with synchronization and consistency in the message passing model.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31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07798-8452-F8F4-3CB8-65EA2E53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view of shared memory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CDE2EA-16A0-6287-3625-10225ED3AA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24" t="14145" r="5307" b="3068"/>
          <a:stretch/>
        </p:blipFill>
        <p:spPr>
          <a:xfrm>
            <a:off x="2623457" y="2090057"/>
            <a:ext cx="6945085" cy="3778552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E35C9B03-F09B-1A82-DD47-3FC1FBDC21A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066581"/>
                  </p:ext>
                </p:extLst>
              </p:nvPr>
            </p:nvGraphicFramePr>
            <p:xfrm>
              <a:off x="-348343" y="5978979"/>
              <a:ext cx="3048000" cy="1714500"/>
            </p:xfrm>
            <a:graphic>
              <a:graphicData uri="http://schemas.microsoft.com/office/powerpoint/2016/slidezoom">
                <pslz:sldZm>
                  <pslz:sldZmObj sldId="259" cId="4044818944">
                    <pslz:zmPr id="{585A23C4-B8D9-4101-A708-76345A1AE8AB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E35C9B03-F09B-1A82-DD47-3FC1FBDC21A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48343" y="5978979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4818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BF71A-BD82-7F27-29F9-F41C6C963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8" y="330199"/>
            <a:ext cx="10515600" cy="701675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DSM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A8ADA-3819-2E15-B5EF-5F6D00434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057"/>
            <a:ext cx="10341428" cy="5094514"/>
          </a:xfrm>
        </p:spPr>
        <p:txBody>
          <a:bodyPr>
            <a:normAutofit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across the network is achieved by the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read/write abstraction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simplifies the task of programmers.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single address space is provided,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thereby providing the possibility of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avoiding data movement across multiple address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spaces, and simplifying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passing-by-reference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passing complex data structures containing pointers.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of data needs to be moved,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exploit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locality of reference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communication overhead.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DSM is often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cheaper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using dedicated multiprocessor systems, because it uses simpler software interfaces and off-the-shelf hardware.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 bottleneck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a single memory access bus.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13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460C0-DCB5-CF0D-5D22-BC02F4E1A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9086"/>
            <a:ext cx="10199914" cy="5327877"/>
          </a:xfrm>
        </p:spPr>
        <p:txBody>
          <a:bodyPr/>
          <a:lstStyle/>
          <a:p>
            <a:pPr marL="514350" indent="-514350" algn="just">
              <a:buFont typeface="+mj-lt"/>
              <a:buAutoNum type="arabicPeriod" startAt="6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DSM effectively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provides a large (virtual) main memory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14350" indent="-514350" algn="just">
              <a:buFont typeface="+mj-lt"/>
              <a:buAutoNum type="arabicPeriod" startAt="6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DSM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provides portability of programs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written using DSM. This portability arises due to a common DSM programming interface, which is independent of the operating system and other low-level system characteristics.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088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6DD8C-2A7E-626C-BB0E-39E15C049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Programmers are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not shielded from having to know about various replica consistency models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from coding their distributed applications according to the semantics of these models.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DSM is implemented under the covers using asynchronous message passing, the overheads incurred are at least as high as those of a message passing implementation. As such,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DSM implementations cannot be more efficient than asynchronous message-passing implementations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yielding control to the DSM memory management layer, programmers lose the ability to use their own message-passing solutions for accessing shared objects.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912FDD-3211-EE6B-2060-0FEACFB9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DSM Disadvantages</a:t>
            </a:r>
          </a:p>
        </p:txBody>
      </p:sp>
    </p:spTree>
    <p:extLst>
      <p:ext uri="{BB962C8B-B14F-4D97-AF65-F5344CB8AC3E}">
        <p14:creationId xmlns:p14="http://schemas.microsoft.com/office/powerpoint/2010/main" val="3751502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76ECE-CFAE-CD58-A2F8-C2C330E55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83686" cy="1398027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Detailed abstraction of DSM and interaction with application process</a:t>
            </a:r>
            <a:endParaRPr lang="en-I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EAD5A5-65D7-232E-D064-B361EEC01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304" y="1763152"/>
            <a:ext cx="6965838" cy="472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387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36115-9915-3D96-6AF9-A355BBA41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486"/>
            <a:ext cx="10363200" cy="5344885"/>
          </a:xfrm>
        </p:spPr>
        <p:txBody>
          <a:bodyPr>
            <a:normAutofit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Determining what semantics to allow for concurrent access to shared objects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2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semantics needs to be clearly specified so that the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 can code his program using an appropriate logic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Determining the best way to implement the semantics of concurrent access to shared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2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possibility is to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replication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2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decision to be made is the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degree of replication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</a:p>
          <a:p>
            <a:pPr lvl="5"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replication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some sites, </a:t>
            </a:r>
          </a:p>
          <a:p>
            <a:pPr lvl="5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replication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all the sites. </a:t>
            </a:r>
          </a:p>
          <a:p>
            <a:pPr lvl="2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decision then is to decide on whether to use </a:t>
            </a:r>
          </a:p>
          <a:p>
            <a:pPr lvl="5"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Read-replication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(replication for the read operations) or </a:t>
            </a:r>
          </a:p>
          <a:p>
            <a:pPr lvl="5"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Write-replication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(replication for the write operations) or</a:t>
            </a:r>
          </a:p>
          <a:p>
            <a:pPr lvl="5"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925EB-7792-EB8E-EEA1-84B514C2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9646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IN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Issues of DSM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788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2CBC8-6F96-7D0B-E0E7-7E1252B65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46314"/>
            <a:ext cx="10548257" cy="573064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Selecting the locations for replication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(if full replication is not used), to optimize efficiency from the system’s viewpoint.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Determining the location of remote data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the application needs to access, if full replication is not used.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Reducing communication delays and the number of messages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involved under the covers while implementing the semantics of concurrent access to shared data.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64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39591-AE9F-27F2-36E2-689B370B3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four broad dimensions along which DSM systems can be classified and implemented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FB19D-DBF8-B74A-79CD-8C436E216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5371"/>
            <a:ext cx="10515600" cy="402159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 data is replicated or cached. </a:t>
            </a:r>
          </a:p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 remote access is by hardware or by software.</a:t>
            </a:r>
          </a:p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 the caching/replication is controlled by hardware or software.</a:t>
            </a:r>
          </a:p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 the DSM is controlled by the distributed memory managers, by the operating system, or by the language runtime system.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797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8BD16D1-287C-A1E0-EFA3-D6830573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58581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memory mutual exclusion</a:t>
            </a:r>
          </a:p>
        </p:txBody>
      </p:sp>
    </p:spTree>
    <p:extLst>
      <p:ext uri="{BB962C8B-B14F-4D97-AF65-F5344CB8AC3E}">
        <p14:creationId xmlns:p14="http://schemas.microsoft.com/office/powerpoint/2010/main" val="1378490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FAB3D-F6FC-4B52-BF2C-7520B671D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3657"/>
            <a:ext cx="10461171" cy="607921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3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Lamport’s</a:t>
            </a: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bakery algorithm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Leslie Lamport that </a:t>
            </a:r>
            <a:r>
              <a:rPr lang="en-US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uses mutual exclusion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increase safety in the use of shared resources across several process.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maintains the first-come, first-served principle</a:t>
            </a:r>
            <a:r>
              <a:rPr lang="en-US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(FCFS).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Lamport proposed the classical bakery algorithm for n-process mutual exclusion in shared memory systems.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is so called because </a:t>
            </a:r>
            <a:r>
              <a:rPr lang="en-US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 mimics the actions that customers follow in a bakery store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759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1B390-E1C7-6F4E-1433-EC87B8920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4657"/>
            <a:ext cx="10450286" cy="538230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Analogy</a:t>
            </a:r>
            <a:endParaRPr lang="en-US" b="1" i="0" dirty="0">
              <a:solidFill>
                <a:srgbClr val="616161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bakery with a numbering machine</a:t>
            </a:r>
            <a:endParaRPr lang="en-US" sz="2800" b="0" i="0" dirty="0">
              <a:solidFill>
                <a:srgbClr val="7F7F7F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each customer receives a unique number</a:t>
            </a:r>
            <a:endParaRPr lang="en-US" sz="2800" b="0" i="0" dirty="0">
              <a:solidFill>
                <a:srgbClr val="7F7F7F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numbers increase by one as customers enter</a:t>
            </a:r>
            <a:endParaRPr lang="en-US" sz="2800" b="0" i="0" dirty="0">
              <a:solidFill>
                <a:srgbClr val="7F7F7F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global counter displays the number of customers currently being served</a:t>
            </a:r>
            <a:endParaRPr lang="en-US" sz="2800" b="0" i="0" dirty="0">
              <a:solidFill>
                <a:srgbClr val="7F7F7F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all others wait inline </a:t>
            </a:r>
            <a:endParaRPr lang="en-US" sz="2800" b="0" i="0" dirty="0">
              <a:solidFill>
                <a:srgbClr val="7F7F7F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after the baker is finished serving the customer, the following number is displayed </a:t>
            </a:r>
            <a:endParaRPr lang="en-US" sz="2800" b="0" i="0" dirty="0">
              <a:solidFill>
                <a:srgbClr val="7F7F7F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served customer leaves</a:t>
            </a:r>
            <a:endParaRPr lang="en-US" sz="2800" b="0" i="0" dirty="0">
              <a:solidFill>
                <a:srgbClr val="7F7F7F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1984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5A3A9-5C01-4C13-3E77-2D80C3D73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89857"/>
            <a:ext cx="10689771" cy="6237514"/>
          </a:xfrm>
        </p:spPr>
        <p:txBody>
          <a:bodyPr>
            <a:norm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wanting to enter the critical section </a:t>
            </a:r>
            <a:r>
              <a:rPr lang="en-US" sz="2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picks a token number that is one greater than the elements in the array choosing[1…n]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enter the critical section in the increasing order of the token numbers.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case of concurrent accesses to choosing by multiple processes, the processes may have the same token number.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case, </a:t>
            </a:r>
            <a:r>
              <a:rPr lang="en-US" sz="2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unique lexicographic order is defined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tuple </a:t>
            </a:r>
            <a:r>
              <a:rPr lang="en-US" sz="2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&lt;token, </a:t>
            </a:r>
            <a:r>
              <a:rPr lang="en-US" sz="26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en-US" sz="2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this dictates the order in which processes enter the critical section.</a:t>
            </a:r>
          </a:p>
          <a:p>
            <a:pPr lvl="2" algn="just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token number is first compared. </a:t>
            </a:r>
          </a:p>
          <a:p>
            <a:pPr lvl="2" algn="just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they are the same, then process ID is compared next</a:t>
            </a:r>
          </a:p>
          <a:p>
            <a:pPr marL="914400" lvl="2" indent="0" algn="just">
              <a:buNone/>
            </a:pP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(a, b) &lt; (c, d) if a &lt; c or if a = c and b &lt;d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can be shown to satisfy the three requirements of the critical section problem:</a:t>
            </a:r>
          </a:p>
          <a:p>
            <a:pPr marL="457200" lvl="1" indent="0" algn="just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mutual exclusion, (ii) bounded waiting, and (iii) progress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192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29EECD-F3E5-8059-BBC4-EDF16C42A9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53"/>
          <a:stretch/>
        </p:blipFill>
        <p:spPr>
          <a:xfrm>
            <a:off x="2158907" y="152400"/>
            <a:ext cx="8040446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05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A3CDE-1510-CC1C-FBE9-596CE4A00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6571"/>
            <a:ext cx="10526486" cy="585039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2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entry section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process chooses a timestamp for itself, and resets it to 0 in the exit section.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lines </a:t>
            </a:r>
          </a:p>
          <a:p>
            <a:pPr lvl="1" algn="just"/>
            <a:r>
              <a:rPr 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1a–1c::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process chooses a timestamp for itself, as the max of the latest timestamps of all processes, plus one. </a:t>
            </a:r>
          </a:p>
          <a:p>
            <a:pPr lvl="2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steps are non-atomic; thus multiple processes could be choosing timestamps in overlapping durations. </a:t>
            </a:r>
          </a:p>
          <a:p>
            <a:pPr lvl="1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process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reaches line 1d, it has to check the status of each other process j, to deal with the effects of any race conditions in selecting timestamps. </a:t>
            </a:r>
          </a:p>
          <a:p>
            <a:pPr lvl="1" algn="just"/>
            <a:r>
              <a:rPr 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1d–1f::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serially checks the status of each other process j. </a:t>
            </a:r>
          </a:p>
          <a:p>
            <a:pPr lvl="1" algn="just"/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waits for j’s timestamp to stabilize, i.e</a:t>
            </a:r>
            <a:r>
              <a:rPr lang="en-US" sz="2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., choosing[j]to be set to false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j’s timestamp is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stabilized,i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moves from line </a:t>
            </a:r>
            <a:r>
              <a:rPr 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1e to line 1f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 j is not requesting (in which case j’s timestamp is 0) or j is requesting. </a:t>
            </a:r>
          </a:p>
          <a:p>
            <a:pPr lvl="1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</a:t>
            </a:r>
            <a:r>
              <a:rPr 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1f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the relative priority between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j.</a:t>
            </a:r>
          </a:p>
          <a:p>
            <a:pPr marL="0" indent="0" algn="just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143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10C04-2AB9-C662-D6C5-D727C1340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1000"/>
            <a:ext cx="10417629" cy="579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</a:t>
            </a:r>
          </a:p>
          <a:p>
            <a:pPr lvl="1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with a lexicographically lower timestamp has higher priority and enters the CS; the other process has to wait (line 1g). Hence, mutual exclusion is satisfied.</a:t>
            </a:r>
          </a:p>
          <a:p>
            <a:pPr marL="0" indent="0" algn="just">
              <a:buNone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Bounded Wait</a:t>
            </a:r>
          </a:p>
          <a:p>
            <a:pPr lvl="1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Bounded waiting is satisfied because each other process j can “overtake” process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most once after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completed choosing its timestamp. </a:t>
            </a:r>
          </a:p>
          <a:p>
            <a:pPr lvl="1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time j chooses a timestamp, the value will necessarily be larger than i’s timestamp if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not yet entered its CS.</a:t>
            </a:r>
          </a:p>
          <a:p>
            <a:pPr marL="0" indent="0" algn="just">
              <a:buNone/>
            </a:pPr>
            <a:r>
              <a:rPr lang="en-IN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</a:t>
            </a:r>
          </a:p>
          <a:p>
            <a:pPr lvl="1" algn="just"/>
            <a:r>
              <a:rPr lang="en-US" sz="26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guaranteed because the lexicographic order is a total order and the process with the lowest timestamp at any time in the loop (lines 1d–1g) is guaranteed to enter the CS.</a:t>
            </a:r>
            <a:endParaRPr lang="en-US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690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1707</TotalTime>
  <Words>1224</Words>
  <Application>Microsoft Office PowerPoint</Application>
  <PresentationFormat>Widescreen</PresentationFormat>
  <Paragraphs>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Module 4 Part_01</vt:lpstr>
      <vt:lpstr>Distributed shared memory</vt:lpstr>
      <vt:lpstr>Abstraction and advantages</vt:lpstr>
      <vt:lpstr>Abstract view of shared memory</vt:lpstr>
      <vt:lpstr>DSM Advantages</vt:lpstr>
      <vt:lpstr>PowerPoint Presentation</vt:lpstr>
      <vt:lpstr>DSM Disadvantages</vt:lpstr>
      <vt:lpstr>Detailed abstraction of DSM and interaction with application process</vt:lpstr>
      <vt:lpstr>Design Issues of DSM</vt:lpstr>
      <vt:lpstr>PowerPoint Presentation</vt:lpstr>
      <vt:lpstr>There are four broad dimensions along which DSM systems can be classified and implemented</vt:lpstr>
      <vt:lpstr>Shared memory mutual exclusion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 Part_01</dc:title>
  <dc:creator>JESNA J S</dc:creator>
  <cp:lastModifiedBy>JESNA J S</cp:lastModifiedBy>
  <cp:revision>2</cp:revision>
  <dcterms:created xsi:type="dcterms:W3CDTF">2024-04-13T14:42:56Z</dcterms:created>
  <dcterms:modified xsi:type="dcterms:W3CDTF">2024-04-19T04:19:35Z</dcterms:modified>
</cp:coreProperties>
</file>