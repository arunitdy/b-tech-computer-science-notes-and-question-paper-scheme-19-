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74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8" r:id="rId33"/>
    <p:sldId id="289" r:id="rId34"/>
    <p:sldId id="287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447" autoAdjust="0"/>
  </p:normalViewPr>
  <p:slideViewPr>
    <p:cSldViewPr snapToGrid="0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NA J S" userId="1cf9dc77da0791c6" providerId="LiveId" clId="{2EFBCD92-7B9F-4F31-BE70-B9C09C8376DF}"/>
    <pc:docChg chg="undo redo custSel addSld modSld">
      <pc:chgData name="JESNA J S" userId="1cf9dc77da0791c6" providerId="LiveId" clId="{2EFBCD92-7B9F-4F31-BE70-B9C09C8376DF}" dt="2024-03-19T08:54:51.100" v="727"/>
      <pc:docMkLst>
        <pc:docMk/>
      </pc:docMkLst>
      <pc:sldChg chg="modSp mod">
        <pc:chgData name="JESNA J S" userId="1cf9dc77da0791c6" providerId="LiveId" clId="{2EFBCD92-7B9F-4F31-BE70-B9C09C8376DF}" dt="2024-03-18T05:43:11.209" v="162" actId="1076"/>
        <pc:sldMkLst>
          <pc:docMk/>
          <pc:sldMk cId="551058945" sldId="273"/>
        </pc:sldMkLst>
        <pc:spChg chg="mod">
          <ac:chgData name="JESNA J S" userId="1cf9dc77da0791c6" providerId="LiveId" clId="{2EFBCD92-7B9F-4F31-BE70-B9C09C8376DF}" dt="2024-03-18T05:43:11.209" v="162" actId="1076"/>
          <ac:spMkLst>
            <pc:docMk/>
            <pc:sldMk cId="551058945" sldId="273"/>
            <ac:spMk id="2" creationId="{D3BDB179-28B7-EF87-D8BA-0048313C2CED}"/>
          </ac:spMkLst>
        </pc:spChg>
        <pc:spChg chg="mod">
          <ac:chgData name="JESNA J S" userId="1cf9dc77da0791c6" providerId="LiveId" clId="{2EFBCD92-7B9F-4F31-BE70-B9C09C8376DF}" dt="2024-03-18T05:42:59.552" v="161" actId="1076"/>
          <ac:spMkLst>
            <pc:docMk/>
            <pc:sldMk cId="551058945" sldId="273"/>
            <ac:spMk id="3" creationId="{2F401EB2-8B15-D54B-C6FE-E53327F53D40}"/>
          </ac:spMkLst>
        </pc:spChg>
      </pc:sldChg>
      <pc:sldChg chg="delSp modSp new mod">
        <pc:chgData name="JESNA J S" userId="1cf9dc77da0791c6" providerId="LiveId" clId="{2EFBCD92-7B9F-4F31-BE70-B9C09C8376DF}" dt="2024-03-19T08:54:51.100" v="727"/>
        <pc:sldMkLst>
          <pc:docMk/>
          <pc:sldMk cId="4292720383" sldId="275"/>
        </pc:sldMkLst>
        <pc:spChg chg="del">
          <ac:chgData name="JESNA J S" userId="1cf9dc77da0791c6" providerId="LiveId" clId="{2EFBCD92-7B9F-4F31-BE70-B9C09C8376DF}" dt="2024-03-18T07:30:53.861" v="163" actId="478"/>
          <ac:spMkLst>
            <pc:docMk/>
            <pc:sldMk cId="4292720383" sldId="275"/>
            <ac:spMk id="2" creationId="{3DD7EB7B-D5E4-7112-ED0A-D97D8A345023}"/>
          </ac:spMkLst>
        </pc:spChg>
        <pc:spChg chg="mod">
          <ac:chgData name="JESNA J S" userId="1cf9dc77da0791c6" providerId="LiveId" clId="{2EFBCD92-7B9F-4F31-BE70-B9C09C8376DF}" dt="2024-03-19T08:54:51.100" v="727"/>
          <ac:spMkLst>
            <pc:docMk/>
            <pc:sldMk cId="4292720383" sldId="275"/>
            <ac:spMk id="3" creationId="{862A5908-2578-A5C2-D1FA-32AD9C963F92}"/>
          </ac:spMkLst>
        </pc:spChg>
      </pc:sldChg>
      <pc:sldChg chg="addSp delSp modSp new mod">
        <pc:chgData name="JESNA J S" userId="1cf9dc77da0791c6" providerId="LiveId" clId="{2EFBCD92-7B9F-4F31-BE70-B9C09C8376DF}" dt="2024-03-18T07:38:58.750" v="223" actId="1076"/>
        <pc:sldMkLst>
          <pc:docMk/>
          <pc:sldMk cId="1724550625" sldId="276"/>
        </pc:sldMkLst>
        <pc:spChg chg="mod">
          <ac:chgData name="JESNA J S" userId="1cf9dc77da0791c6" providerId="LiveId" clId="{2EFBCD92-7B9F-4F31-BE70-B9C09C8376DF}" dt="2024-03-18T07:34:37.845" v="208" actId="1076"/>
          <ac:spMkLst>
            <pc:docMk/>
            <pc:sldMk cId="1724550625" sldId="276"/>
            <ac:spMk id="2" creationId="{BB8D7327-A9EE-0BEF-5642-FB2DC8157B75}"/>
          </ac:spMkLst>
        </pc:spChg>
        <pc:spChg chg="del mod">
          <ac:chgData name="JESNA J S" userId="1cf9dc77da0791c6" providerId="LiveId" clId="{2EFBCD92-7B9F-4F31-BE70-B9C09C8376DF}" dt="2024-03-18T07:35:17.420" v="210" actId="478"/>
          <ac:spMkLst>
            <pc:docMk/>
            <pc:sldMk cId="1724550625" sldId="276"/>
            <ac:spMk id="3" creationId="{B728045C-9304-2D77-2812-ACCFF1D24389}"/>
          </ac:spMkLst>
        </pc:spChg>
        <pc:picChg chg="add mod modCrop">
          <ac:chgData name="JESNA J S" userId="1cf9dc77da0791c6" providerId="LiveId" clId="{2EFBCD92-7B9F-4F31-BE70-B9C09C8376DF}" dt="2024-03-18T07:38:58.750" v="223" actId="1076"/>
          <ac:picMkLst>
            <pc:docMk/>
            <pc:sldMk cId="1724550625" sldId="276"/>
            <ac:picMk id="6" creationId="{18E189E1-B422-B799-6C58-73EFD2FEE4E5}"/>
          </ac:picMkLst>
        </pc:picChg>
        <pc:inkChg chg="add">
          <ac:chgData name="JESNA J S" userId="1cf9dc77da0791c6" providerId="LiveId" clId="{2EFBCD92-7B9F-4F31-BE70-B9C09C8376DF}" dt="2024-03-18T07:36:10.211" v="214" actId="9405"/>
          <ac:inkMkLst>
            <pc:docMk/>
            <pc:sldMk cId="1724550625" sldId="276"/>
            <ac:inkMk id="7" creationId="{3C25E8B5-3342-72F8-89D2-72C742715A1E}"/>
          </ac:inkMkLst>
        </pc:inkChg>
        <pc:inkChg chg="add">
          <ac:chgData name="JESNA J S" userId="1cf9dc77da0791c6" providerId="LiveId" clId="{2EFBCD92-7B9F-4F31-BE70-B9C09C8376DF}" dt="2024-03-18T07:36:16.363" v="215" actId="9405"/>
          <ac:inkMkLst>
            <pc:docMk/>
            <pc:sldMk cId="1724550625" sldId="276"/>
            <ac:inkMk id="8" creationId="{79BB19C4-D244-7401-08ED-A1FB55A62A47}"/>
          </ac:inkMkLst>
        </pc:inkChg>
        <pc:inkChg chg="add">
          <ac:chgData name="JESNA J S" userId="1cf9dc77da0791c6" providerId="LiveId" clId="{2EFBCD92-7B9F-4F31-BE70-B9C09C8376DF}" dt="2024-03-18T07:36:32.140" v="216" actId="9405"/>
          <ac:inkMkLst>
            <pc:docMk/>
            <pc:sldMk cId="1724550625" sldId="276"/>
            <ac:inkMk id="9" creationId="{FEFE1F32-FAAA-2955-3451-BA44B2056B7C}"/>
          </ac:inkMkLst>
        </pc:inkChg>
        <pc:inkChg chg="add">
          <ac:chgData name="JESNA J S" userId="1cf9dc77da0791c6" providerId="LiveId" clId="{2EFBCD92-7B9F-4F31-BE70-B9C09C8376DF}" dt="2024-03-18T07:36:57.763" v="217" actId="9405"/>
          <ac:inkMkLst>
            <pc:docMk/>
            <pc:sldMk cId="1724550625" sldId="276"/>
            <ac:inkMk id="10" creationId="{70A83F07-94BF-B0BE-9C6C-349A0884E0B9}"/>
          </ac:inkMkLst>
        </pc:inkChg>
        <pc:inkChg chg="add">
          <ac:chgData name="JESNA J S" userId="1cf9dc77da0791c6" providerId="LiveId" clId="{2EFBCD92-7B9F-4F31-BE70-B9C09C8376DF}" dt="2024-03-18T07:37:30.125" v="218" actId="9405"/>
          <ac:inkMkLst>
            <pc:docMk/>
            <pc:sldMk cId="1724550625" sldId="276"/>
            <ac:inkMk id="11" creationId="{EC22F877-7039-65EC-DFA5-837FB6623F7E}"/>
          </ac:inkMkLst>
        </pc:inkChg>
        <pc:inkChg chg="add">
          <ac:chgData name="JESNA J S" userId="1cf9dc77da0791c6" providerId="LiveId" clId="{2EFBCD92-7B9F-4F31-BE70-B9C09C8376DF}" dt="2024-03-18T07:38:13.379" v="219" actId="9405"/>
          <ac:inkMkLst>
            <pc:docMk/>
            <pc:sldMk cId="1724550625" sldId="276"/>
            <ac:inkMk id="12" creationId="{608AFAC7-B235-56AA-94ED-C94459EE5B7C}"/>
          </ac:inkMkLst>
        </pc:inkChg>
        <pc:inkChg chg="add del">
          <ac:chgData name="JESNA J S" userId="1cf9dc77da0791c6" providerId="LiveId" clId="{2EFBCD92-7B9F-4F31-BE70-B9C09C8376DF}" dt="2024-03-18T07:38:40.586" v="221"/>
          <ac:inkMkLst>
            <pc:docMk/>
            <pc:sldMk cId="1724550625" sldId="276"/>
            <ac:inkMk id="13" creationId="{468A459A-87E7-6686-8566-00262B5E9995}"/>
          </ac:inkMkLst>
        </pc:inkChg>
      </pc:sldChg>
      <pc:sldChg chg="modSp new mod">
        <pc:chgData name="JESNA J S" userId="1cf9dc77da0791c6" providerId="LiveId" clId="{2EFBCD92-7B9F-4F31-BE70-B9C09C8376DF}" dt="2024-03-18T07:44:11.821" v="260" actId="20577"/>
        <pc:sldMkLst>
          <pc:docMk/>
          <pc:sldMk cId="4074388558" sldId="277"/>
        </pc:sldMkLst>
        <pc:spChg chg="mod">
          <ac:chgData name="JESNA J S" userId="1cf9dc77da0791c6" providerId="LiveId" clId="{2EFBCD92-7B9F-4F31-BE70-B9C09C8376DF}" dt="2024-03-18T07:41:32.366" v="231" actId="2711"/>
          <ac:spMkLst>
            <pc:docMk/>
            <pc:sldMk cId="4074388558" sldId="277"/>
            <ac:spMk id="2" creationId="{B13ACEC1-EB1B-8120-EBDA-50BAFEAEF642}"/>
          </ac:spMkLst>
        </pc:spChg>
        <pc:spChg chg="mod">
          <ac:chgData name="JESNA J S" userId="1cf9dc77da0791c6" providerId="LiveId" clId="{2EFBCD92-7B9F-4F31-BE70-B9C09C8376DF}" dt="2024-03-18T07:44:11.821" v="260" actId="20577"/>
          <ac:spMkLst>
            <pc:docMk/>
            <pc:sldMk cId="4074388558" sldId="277"/>
            <ac:spMk id="3" creationId="{273AD57C-51B2-B924-4811-CC8BDE69F30D}"/>
          </ac:spMkLst>
        </pc:spChg>
      </pc:sldChg>
      <pc:sldChg chg="modSp new mod">
        <pc:chgData name="JESNA J S" userId="1cf9dc77da0791c6" providerId="LiveId" clId="{2EFBCD92-7B9F-4F31-BE70-B9C09C8376DF}" dt="2024-03-19T08:38:44.860" v="721"/>
        <pc:sldMkLst>
          <pc:docMk/>
          <pc:sldMk cId="1552160298" sldId="278"/>
        </pc:sldMkLst>
        <pc:spChg chg="mod">
          <ac:chgData name="JESNA J S" userId="1cf9dc77da0791c6" providerId="LiveId" clId="{2EFBCD92-7B9F-4F31-BE70-B9C09C8376DF}" dt="2024-03-18T07:45:18.796" v="268" actId="14100"/>
          <ac:spMkLst>
            <pc:docMk/>
            <pc:sldMk cId="1552160298" sldId="278"/>
            <ac:spMk id="2" creationId="{8F70E050-7BBB-5B80-BC3A-5003B8366A52}"/>
          </ac:spMkLst>
        </pc:spChg>
        <pc:spChg chg="mod">
          <ac:chgData name="JESNA J S" userId="1cf9dc77da0791c6" providerId="LiveId" clId="{2EFBCD92-7B9F-4F31-BE70-B9C09C8376DF}" dt="2024-03-19T08:38:44.860" v="721"/>
          <ac:spMkLst>
            <pc:docMk/>
            <pc:sldMk cId="1552160298" sldId="278"/>
            <ac:spMk id="3" creationId="{B60DCC6D-85E0-3523-EF65-50A8ABE8BD28}"/>
          </ac:spMkLst>
        </pc:spChg>
      </pc:sldChg>
      <pc:sldChg chg="addSp delSp modSp new mod">
        <pc:chgData name="JESNA J S" userId="1cf9dc77da0791c6" providerId="LiveId" clId="{2EFBCD92-7B9F-4F31-BE70-B9C09C8376DF}" dt="2024-03-18T08:01:42.797" v="399" actId="1076"/>
        <pc:sldMkLst>
          <pc:docMk/>
          <pc:sldMk cId="651165223" sldId="279"/>
        </pc:sldMkLst>
        <pc:spChg chg="del">
          <ac:chgData name="JESNA J S" userId="1cf9dc77da0791c6" providerId="LiveId" clId="{2EFBCD92-7B9F-4F31-BE70-B9C09C8376DF}" dt="2024-03-18T07:57:40.048" v="355" actId="478"/>
          <ac:spMkLst>
            <pc:docMk/>
            <pc:sldMk cId="651165223" sldId="279"/>
            <ac:spMk id="2" creationId="{81120E08-B796-8F07-823A-237773423019}"/>
          </ac:spMkLst>
        </pc:spChg>
        <pc:spChg chg="del">
          <ac:chgData name="JESNA J S" userId="1cf9dc77da0791c6" providerId="LiveId" clId="{2EFBCD92-7B9F-4F31-BE70-B9C09C8376DF}" dt="2024-03-18T07:57:42.664" v="356" actId="478"/>
          <ac:spMkLst>
            <pc:docMk/>
            <pc:sldMk cId="651165223" sldId="279"/>
            <ac:spMk id="3" creationId="{D2871B21-C7B4-7A7B-9201-81F06F104558}"/>
          </ac:spMkLst>
        </pc:spChg>
        <pc:picChg chg="add mod ord modCrop">
          <ac:chgData name="JESNA J S" userId="1cf9dc77da0791c6" providerId="LiveId" clId="{2EFBCD92-7B9F-4F31-BE70-B9C09C8376DF}" dt="2024-03-18T08:01:32.031" v="397" actId="1076"/>
          <ac:picMkLst>
            <pc:docMk/>
            <pc:sldMk cId="651165223" sldId="279"/>
            <ac:picMk id="6" creationId="{404092C8-CF49-D7CA-2C6C-175828726D4D}"/>
          </ac:picMkLst>
        </pc:picChg>
        <pc:picChg chg="add mod modCrop">
          <ac:chgData name="JESNA J S" userId="1cf9dc77da0791c6" providerId="LiveId" clId="{2EFBCD92-7B9F-4F31-BE70-B9C09C8376DF}" dt="2024-03-18T08:01:19.133" v="395" actId="1076"/>
          <ac:picMkLst>
            <pc:docMk/>
            <pc:sldMk cId="651165223" sldId="279"/>
            <ac:picMk id="7" creationId="{05BA6DDF-F61D-38EA-6514-3EFA15E91DB2}"/>
          </ac:picMkLst>
        </pc:picChg>
        <pc:picChg chg="add mod ord modCrop">
          <ac:chgData name="JESNA J S" userId="1cf9dc77da0791c6" providerId="LiveId" clId="{2EFBCD92-7B9F-4F31-BE70-B9C09C8376DF}" dt="2024-03-18T08:01:42.797" v="399" actId="1076"/>
          <ac:picMkLst>
            <pc:docMk/>
            <pc:sldMk cId="651165223" sldId="279"/>
            <ac:picMk id="9" creationId="{88F13BF0-BC9D-7CE8-B113-2B46D95F7BDC}"/>
          </ac:picMkLst>
        </pc:picChg>
      </pc:sldChg>
      <pc:sldChg chg="modSp new mod">
        <pc:chgData name="JESNA J S" userId="1cf9dc77da0791c6" providerId="LiveId" clId="{2EFBCD92-7B9F-4F31-BE70-B9C09C8376DF}" dt="2024-03-18T08:09:34.183" v="480" actId="20577"/>
        <pc:sldMkLst>
          <pc:docMk/>
          <pc:sldMk cId="2346225507" sldId="280"/>
        </pc:sldMkLst>
        <pc:spChg chg="mod">
          <ac:chgData name="JESNA J S" userId="1cf9dc77da0791c6" providerId="LiveId" clId="{2EFBCD92-7B9F-4F31-BE70-B9C09C8376DF}" dt="2024-03-18T08:09:16.818" v="476" actId="1076"/>
          <ac:spMkLst>
            <pc:docMk/>
            <pc:sldMk cId="2346225507" sldId="280"/>
            <ac:spMk id="2" creationId="{E870AEA0-1D00-869B-9441-04EAB6769FF4}"/>
          </ac:spMkLst>
        </pc:spChg>
        <pc:spChg chg="mod">
          <ac:chgData name="JESNA J S" userId="1cf9dc77da0791c6" providerId="LiveId" clId="{2EFBCD92-7B9F-4F31-BE70-B9C09C8376DF}" dt="2024-03-18T08:09:34.183" v="480" actId="20577"/>
          <ac:spMkLst>
            <pc:docMk/>
            <pc:sldMk cId="2346225507" sldId="280"/>
            <ac:spMk id="3" creationId="{9B39953C-7880-5C90-0221-DBE37CF989ED}"/>
          </ac:spMkLst>
        </pc:spChg>
      </pc:sldChg>
      <pc:sldChg chg="delSp modSp new mod">
        <pc:chgData name="JESNA J S" userId="1cf9dc77da0791c6" providerId="LiveId" clId="{2EFBCD92-7B9F-4F31-BE70-B9C09C8376DF}" dt="2024-03-19T08:45:30.247" v="725" actId="114"/>
        <pc:sldMkLst>
          <pc:docMk/>
          <pc:sldMk cId="3642163158" sldId="281"/>
        </pc:sldMkLst>
        <pc:spChg chg="del">
          <ac:chgData name="JESNA J S" userId="1cf9dc77da0791c6" providerId="LiveId" clId="{2EFBCD92-7B9F-4F31-BE70-B9C09C8376DF}" dt="2024-03-18T08:09:49.449" v="482" actId="478"/>
          <ac:spMkLst>
            <pc:docMk/>
            <pc:sldMk cId="3642163158" sldId="281"/>
            <ac:spMk id="2" creationId="{49AF3CA0-5BE6-62A3-92F2-481A696D7975}"/>
          </ac:spMkLst>
        </pc:spChg>
        <pc:spChg chg="mod">
          <ac:chgData name="JESNA J S" userId="1cf9dc77da0791c6" providerId="LiveId" clId="{2EFBCD92-7B9F-4F31-BE70-B9C09C8376DF}" dt="2024-03-19T08:45:30.247" v="725" actId="114"/>
          <ac:spMkLst>
            <pc:docMk/>
            <pc:sldMk cId="3642163158" sldId="281"/>
            <ac:spMk id="3" creationId="{F78278CE-3778-18EF-7DFB-9C77FFF59674}"/>
          </ac:spMkLst>
        </pc:spChg>
      </pc:sldChg>
      <pc:sldChg chg="delSp modSp new mod">
        <pc:chgData name="JESNA J S" userId="1cf9dc77da0791c6" providerId="LiveId" clId="{2EFBCD92-7B9F-4F31-BE70-B9C09C8376DF}" dt="2024-03-18T08:16:56.461" v="551"/>
        <pc:sldMkLst>
          <pc:docMk/>
          <pc:sldMk cId="1946925411" sldId="282"/>
        </pc:sldMkLst>
        <pc:spChg chg="del">
          <ac:chgData name="JESNA J S" userId="1cf9dc77da0791c6" providerId="LiveId" clId="{2EFBCD92-7B9F-4F31-BE70-B9C09C8376DF}" dt="2024-03-18T08:13:26.144" v="518" actId="478"/>
          <ac:spMkLst>
            <pc:docMk/>
            <pc:sldMk cId="1946925411" sldId="282"/>
            <ac:spMk id="2" creationId="{DD86405C-84D7-A970-718D-1F109D634644}"/>
          </ac:spMkLst>
        </pc:spChg>
        <pc:spChg chg="mod">
          <ac:chgData name="JESNA J S" userId="1cf9dc77da0791c6" providerId="LiveId" clId="{2EFBCD92-7B9F-4F31-BE70-B9C09C8376DF}" dt="2024-03-18T08:16:56.461" v="551"/>
          <ac:spMkLst>
            <pc:docMk/>
            <pc:sldMk cId="1946925411" sldId="282"/>
            <ac:spMk id="3" creationId="{9225D2C3-2D3D-A041-B70A-5184144CA8D7}"/>
          </ac:spMkLst>
        </pc:spChg>
      </pc:sldChg>
      <pc:sldChg chg="addSp delSp modSp new mod">
        <pc:chgData name="JESNA J S" userId="1cf9dc77da0791c6" providerId="LiveId" clId="{2EFBCD92-7B9F-4F31-BE70-B9C09C8376DF}" dt="2024-03-18T08:24:59.519" v="603" actId="1076"/>
        <pc:sldMkLst>
          <pc:docMk/>
          <pc:sldMk cId="337412453" sldId="283"/>
        </pc:sldMkLst>
        <pc:spChg chg="mod">
          <ac:chgData name="JESNA J S" userId="1cf9dc77da0791c6" providerId="LiveId" clId="{2EFBCD92-7B9F-4F31-BE70-B9C09C8376DF}" dt="2024-03-18T08:17:49.336" v="564" actId="1076"/>
          <ac:spMkLst>
            <pc:docMk/>
            <pc:sldMk cId="337412453" sldId="283"/>
            <ac:spMk id="2" creationId="{794EE874-17DD-65E9-294B-90F0F4C936AE}"/>
          </ac:spMkLst>
        </pc:spChg>
        <pc:spChg chg="del">
          <ac:chgData name="JESNA J S" userId="1cf9dc77da0791c6" providerId="LiveId" clId="{2EFBCD92-7B9F-4F31-BE70-B9C09C8376DF}" dt="2024-03-18T08:17:53.363" v="565" actId="478"/>
          <ac:spMkLst>
            <pc:docMk/>
            <pc:sldMk cId="337412453" sldId="283"/>
            <ac:spMk id="3" creationId="{E70B476F-468C-33F9-0B28-17DFEA5D767D}"/>
          </ac:spMkLst>
        </pc:spChg>
        <pc:picChg chg="add mod modCrop">
          <ac:chgData name="JESNA J S" userId="1cf9dc77da0791c6" providerId="LiveId" clId="{2EFBCD92-7B9F-4F31-BE70-B9C09C8376DF}" dt="2024-03-18T08:18:42.496" v="572" actId="1076"/>
          <ac:picMkLst>
            <pc:docMk/>
            <pc:sldMk cId="337412453" sldId="283"/>
            <ac:picMk id="6" creationId="{79AD38BF-FA06-A3BD-AE90-4CC5189DDD20}"/>
          </ac:picMkLst>
        </pc:picChg>
        <pc:inkChg chg="add">
          <ac:chgData name="JESNA J S" userId="1cf9dc77da0791c6" providerId="LiveId" clId="{2EFBCD92-7B9F-4F31-BE70-B9C09C8376DF}" dt="2024-03-18T08:20:42.748" v="573" actId="9405"/>
          <ac:inkMkLst>
            <pc:docMk/>
            <pc:sldMk cId="337412453" sldId="283"/>
            <ac:inkMk id="7" creationId="{6B0E0DD2-946B-9354-1888-5510B3F703D6}"/>
          </ac:inkMkLst>
        </pc:inkChg>
        <pc:inkChg chg="add">
          <ac:chgData name="JESNA J S" userId="1cf9dc77da0791c6" providerId="LiveId" clId="{2EFBCD92-7B9F-4F31-BE70-B9C09C8376DF}" dt="2024-03-18T08:20:53.076" v="574" actId="9405"/>
          <ac:inkMkLst>
            <pc:docMk/>
            <pc:sldMk cId="337412453" sldId="283"/>
            <ac:inkMk id="8" creationId="{6D9D41A7-73A6-A1D6-7348-E220B40D4225}"/>
          </ac:inkMkLst>
        </pc:inkChg>
        <pc:inkChg chg="add del">
          <ac:chgData name="JESNA J S" userId="1cf9dc77da0791c6" providerId="LiveId" clId="{2EFBCD92-7B9F-4F31-BE70-B9C09C8376DF}" dt="2024-03-18T08:21:24.433" v="578"/>
          <ac:inkMkLst>
            <pc:docMk/>
            <pc:sldMk cId="337412453" sldId="283"/>
            <ac:inkMk id="9" creationId="{361C6A84-F983-D088-DD7D-8EF56A466ED2}"/>
          </ac:inkMkLst>
        </pc:inkChg>
        <pc:inkChg chg="add del">
          <ac:chgData name="JESNA J S" userId="1cf9dc77da0791c6" providerId="LiveId" clId="{2EFBCD92-7B9F-4F31-BE70-B9C09C8376DF}" dt="2024-03-18T08:21:22.861" v="577"/>
          <ac:inkMkLst>
            <pc:docMk/>
            <pc:sldMk cId="337412453" sldId="283"/>
            <ac:inkMk id="10" creationId="{D3D96E53-2181-F636-4939-A5F8F9D01DA0}"/>
          </ac:inkMkLst>
        </pc:inkChg>
        <pc:inkChg chg="add">
          <ac:chgData name="JESNA J S" userId="1cf9dc77da0791c6" providerId="LiveId" clId="{2EFBCD92-7B9F-4F31-BE70-B9C09C8376DF}" dt="2024-03-18T08:23:00.324" v="586" actId="9405"/>
          <ac:inkMkLst>
            <pc:docMk/>
            <pc:sldMk cId="337412453" sldId="283"/>
            <ac:inkMk id="15" creationId="{BBE54180-B254-06A5-D36C-33B654BF6614}"/>
          </ac:inkMkLst>
        </pc:inkChg>
        <pc:inkChg chg="add">
          <ac:chgData name="JESNA J S" userId="1cf9dc77da0791c6" providerId="LiveId" clId="{2EFBCD92-7B9F-4F31-BE70-B9C09C8376DF}" dt="2024-03-18T08:23:07.773" v="587" actId="9405"/>
          <ac:inkMkLst>
            <pc:docMk/>
            <pc:sldMk cId="337412453" sldId="283"/>
            <ac:inkMk id="16" creationId="{EFD660C6-8FB6-BE47-E6F6-1E68F33B3985}"/>
          </ac:inkMkLst>
        </pc:inkChg>
        <pc:inkChg chg="add">
          <ac:chgData name="JESNA J S" userId="1cf9dc77da0791c6" providerId="LiveId" clId="{2EFBCD92-7B9F-4F31-BE70-B9C09C8376DF}" dt="2024-03-18T08:24:16.429" v="594" actId="9405"/>
          <ac:inkMkLst>
            <pc:docMk/>
            <pc:sldMk cId="337412453" sldId="283"/>
            <ac:inkMk id="21" creationId="{9387CC6A-7ABA-2A04-B4BE-67C7BB5049BF}"/>
          </ac:inkMkLst>
        </pc:inkChg>
        <pc:inkChg chg="add">
          <ac:chgData name="JESNA J S" userId="1cf9dc77da0791c6" providerId="LiveId" clId="{2EFBCD92-7B9F-4F31-BE70-B9C09C8376DF}" dt="2024-03-18T08:24:28.863" v="595" actId="9405"/>
          <ac:inkMkLst>
            <pc:docMk/>
            <pc:sldMk cId="337412453" sldId="283"/>
            <ac:inkMk id="22" creationId="{0C35AA11-EC9F-44AA-943C-8CB1FB2AB2C3}"/>
          </ac:inkMkLst>
        </pc:inkChg>
        <pc:cxnChg chg="add mod">
          <ac:chgData name="JESNA J S" userId="1cf9dc77da0791c6" providerId="LiveId" clId="{2EFBCD92-7B9F-4F31-BE70-B9C09C8376DF}" dt="2024-03-18T08:22:30.331" v="582" actId="208"/>
          <ac:cxnSpMkLst>
            <pc:docMk/>
            <pc:sldMk cId="337412453" sldId="283"/>
            <ac:cxnSpMk id="12" creationId="{B853B113-5552-6ABF-175E-1D0EE60B0B89}"/>
          </ac:cxnSpMkLst>
        </pc:cxnChg>
        <pc:cxnChg chg="add mod">
          <ac:chgData name="JESNA J S" userId="1cf9dc77da0791c6" providerId="LiveId" clId="{2EFBCD92-7B9F-4F31-BE70-B9C09C8376DF}" dt="2024-03-18T08:22:43.134" v="585" actId="14100"/>
          <ac:cxnSpMkLst>
            <pc:docMk/>
            <pc:sldMk cId="337412453" sldId="283"/>
            <ac:cxnSpMk id="13" creationId="{FA5B394C-6983-E52E-A583-3F0323E18F1A}"/>
          </ac:cxnSpMkLst>
        </pc:cxnChg>
        <pc:cxnChg chg="add mod">
          <ac:chgData name="JESNA J S" userId="1cf9dc77da0791c6" providerId="LiveId" clId="{2EFBCD92-7B9F-4F31-BE70-B9C09C8376DF}" dt="2024-03-18T08:23:32.684" v="590" actId="14100"/>
          <ac:cxnSpMkLst>
            <pc:docMk/>
            <pc:sldMk cId="337412453" sldId="283"/>
            <ac:cxnSpMk id="17" creationId="{EF3D26F8-20F4-E244-1A40-B5EE0C436372}"/>
          </ac:cxnSpMkLst>
        </pc:cxnChg>
        <pc:cxnChg chg="add mod">
          <ac:chgData name="JESNA J S" userId="1cf9dc77da0791c6" providerId="LiveId" clId="{2EFBCD92-7B9F-4F31-BE70-B9C09C8376DF}" dt="2024-03-18T08:23:45.047" v="593" actId="14100"/>
          <ac:cxnSpMkLst>
            <pc:docMk/>
            <pc:sldMk cId="337412453" sldId="283"/>
            <ac:cxnSpMk id="19" creationId="{35D5D5A2-585F-791D-D6C8-2FABBE1137A8}"/>
          </ac:cxnSpMkLst>
        </pc:cxnChg>
        <pc:cxnChg chg="add del">
          <ac:chgData name="JESNA J S" userId="1cf9dc77da0791c6" providerId="LiveId" clId="{2EFBCD92-7B9F-4F31-BE70-B9C09C8376DF}" dt="2024-03-18T08:24:41.506" v="597" actId="478"/>
          <ac:cxnSpMkLst>
            <pc:docMk/>
            <pc:sldMk cId="337412453" sldId="283"/>
            <ac:cxnSpMk id="24" creationId="{ACB80C64-8521-7D8A-A408-0FF6E0BAA285}"/>
          </ac:cxnSpMkLst>
        </pc:cxnChg>
        <pc:cxnChg chg="add mod">
          <ac:chgData name="JESNA J S" userId="1cf9dc77da0791c6" providerId="LiveId" clId="{2EFBCD92-7B9F-4F31-BE70-B9C09C8376DF}" dt="2024-03-18T08:24:48.336" v="599" actId="1076"/>
          <ac:cxnSpMkLst>
            <pc:docMk/>
            <pc:sldMk cId="337412453" sldId="283"/>
            <ac:cxnSpMk id="25" creationId="{D0C3F8F7-316D-7B37-2475-E432A29A9618}"/>
          </ac:cxnSpMkLst>
        </pc:cxnChg>
        <pc:cxnChg chg="add mod">
          <ac:chgData name="JESNA J S" userId="1cf9dc77da0791c6" providerId="LiveId" clId="{2EFBCD92-7B9F-4F31-BE70-B9C09C8376DF}" dt="2024-03-18T08:24:59.519" v="603" actId="1076"/>
          <ac:cxnSpMkLst>
            <pc:docMk/>
            <pc:sldMk cId="337412453" sldId="283"/>
            <ac:cxnSpMk id="26" creationId="{808E2F5D-78D6-5FDF-3154-0272A4677936}"/>
          </ac:cxnSpMkLst>
        </pc:cxnChg>
      </pc:sldChg>
      <pc:sldChg chg="addSp delSp modSp new mod">
        <pc:chgData name="JESNA J S" userId="1cf9dc77da0791c6" providerId="LiveId" clId="{2EFBCD92-7B9F-4F31-BE70-B9C09C8376DF}" dt="2024-03-18T08:29:48.839" v="635" actId="14100"/>
        <pc:sldMkLst>
          <pc:docMk/>
          <pc:sldMk cId="3102833390" sldId="284"/>
        </pc:sldMkLst>
        <pc:spChg chg="del">
          <ac:chgData name="JESNA J S" userId="1cf9dc77da0791c6" providerId="LiveId" clId="{2EFBCD92-7B9F-4F31-BE70-B9C09C8376DF}" dt="2024-03-18T08:25:10.818" v="605" actId="478"/>
          <ac:spMkLst>
            <pc:docMk/>
            <pc:sldMk cId="3102833390" sldId="284"/>
            <ac:spMk id="2" creationId="{466DA10B-3ADB-1F43-6E96-373E616D825B}"/>
          </ac:spMkLst>
        </pc:spChg>
        <pc:spChg chg="del">
          <ac:chgData name="JESNA J S" userId="1cf9dc77da0791c6" providerId="LiveId" clId="{2EFBCD92-7B9F-4F31-BE70-B9C09C8376DF}" dt="2024-03-18T08:25:12.970" v="606" actId="478"/>
          <ac:spMkLst>
            <pc:docMk/>
            <pc:sldMk cId="3102833390" sldId="284"/>
            <ac:spMk id="3" creationId="{C79702E7-E4E7-E68E-F6F8-DA7EA05F3FC3}"/>
          </ac:spMkLst>
        </pc:spChg>
        <pc:picChg chg="add mod modCrop">
          <ac:chgData name="JESNA J S" userId="1cf9dc77da0791c6" providerId="LiveId" clId="{2EFBCD92-7B9F-4F31-BE70-B9C09C8376DF}" dt="2024-03-18T08:29:29.121" v="630" actId="1076"/>
          <ac:picMkLst>
            <pc:docMk/>
            <pc:sldMk cId="3102833390" sldId="284"/>
            <ac:picMk id="6" creationId="{31AC417E-2547-7045-FA81-D3FDA208A77A}"/>
          </ac:picMkLst>
        </pc:picChg>
        <pc:picChg chg="add mod">
          <ac:chgData name="JESNA J S" userId="1cf9dc77da0791c6" providerId="LiveId" clId="{2EFBCD92-7B9F-4F31-BE70-B9C09C8376DF}" dt="2024-03-18T08:28:22.095" v="621"/>
          <ac:picMkLst>
            <pc:docMk/>
            <pc:sldMk cId="3102833390" sldId="284"/>
            <ac:picMk id="14" creationId="{DDCBAF5D-4E52-9906-F975-4B1B47576D25}"/>
          </ac:picMkLst>
        </pc:picChg>
        <pc:inkChg chg="add">
          <ac:chgData name="JESNA J S" userId="1cf9dc77da0791c6" providerId="LiveId" clId="{2EFBCD92-7B9F-4F31-BE70-B9C09C8376DF}" dt="2024-03-18T08:26:28.907" v="613" actId="9405"/>
          <ac:inkMkLst>
            <pc:docMk/>
            <pc:sldMk cId="3102833390" sldId="284"/>
            <ac:inkMk id="7" creationId="{DA089A72-EB57-F40C-3443-EBCF5CD99E01}"/>
          </ac:inkMkLst>
        </pc:inkChg>
        <pc:inkChg chg="add">
          <ac:chgData name="JESNA J S" userId="1cf9dc77da0791c6" providerId="LiveId" clId="{2EFBCD92-7B9F-4F31-BE70-B9C09C8376DF}" dt="2024-03-18T08:26:41.462" v="614" actId="9405"/>
          <ac:inkMkLst>
            <pc:docMk/>
            <pc:sldMk cId="3102833390" sldId="284"/>
            <ac:inkMk id="8" creationId="{7011B2FE-2EA7-6624-6465-E67FAD01E30C}"/>
          </ac:inkMkLst>
        </pc:inkChg>
        <pc:inkChg chg="add">
          <ac:chgData name="JESNA J S" userId="1cf9dc77da0791c6" providerId="LiveId" clId="{2EFBCD92-7B9F-4F31-BE70-B9C09C8376DF}" dt="2024-03-18T08:26:45.594" v="615" actId="9405"/>
          <ac:inkMkLst>
            <pc:docMk/>
            <pc:sldMk cId="3102833390" sldId="284"/>
            <ac:inkMk id="9" creationId="{3FB84B91-EDA5-07BF-506F-709809C8AF3B}"/>
          </ac:inkMkLst>
        </pc:inkChg>
        <pc:inkChg chg="add">
          <ac:chgData name="JESNA J S" userId="1cf9dc77da0791c6" providerId="LiveId" clId="{2EFBCD92-7B9F-4F31-BE70-B9C09C8376DF}" dt="2024-03-18T08:27:20.272" v="616" actId="9405"/>
          <ac:inkMkLst>
            <pc:docMk/>
            <pc:sldMk cId="3102833390" sldId="284"/>
            <ac:inkMk id="10" creationId="{7DF15346-001E-E7C8-EA27-405490DF3672}"/>
          </ac:inkMkLst>
        </pc:inkChg>
        <pc:inkChg chg="add">
          <ac:chgData name="JESNA J S" userId="1cf9dc77da0791c6" providerId="LiveId" clId="{2EFBCD92-7B9F-4F31-BE70-B9C09C8376DF}" dt="2024-03-18T08:27:35.571" v="617" actId="9405"/>
          <ac:inkMkLst>
            <pc:docMk/>
            <pc:sldMk cId="3102833390" sldId="284"/>
            <ac:inkMk id="11" creationId="{9A49B6FD-6F02-4AB2-B2D5-85861B233E72}"/>
          </ac:inkMkLst>
        </pc:inkChg>
        <pc:inkChg chg="add">
          <ac:chgData name="JESNA J S" userId="1cf9dc77da0791c6" providerId="LiveId" clId="{2EFBCD92-7B9F-4F31-BE70-B9C09C8376DF}" dt="2024-03-18T08:27:44.038" v="618" actId="9405"/>
          <ac:inkMkLst>
            <pc:docMk/>
            <pc:sldMk cId="3102833390" sldId="284"/>
            <ac:inkMk id="12" creationId="{C8E5187F-2E64-827E-BA34-02D0B9EB68DF}"/>
          </ac:inkMkLst>
        </pc:inkChg>
        <pc:cxnChg chg="add mod">
          <ac:chgData name="JESNA J S" userId="1cf9dc77da0791c6" providerId="LiveId" clId="{2EFBCD92-7B9F-4F31-BE70-B9C09C8376DF}" dt="2024-03-18T08:28:36.531" v="624" actId="1076"/>
          <ac:cxnSpMkLst>
            <pc:docMk/>
            <pc:sldMk cId="3102833390" sldId="284"/>
            <ac:cxnSpMk id="13" creationId="{1FBDA768-4741-AB05-20B1-B0C86DE2D811}"/>
          </ac:cxnSpMkLst>
        </pc:cxnChg>
        <pc:cxnChg chg="add mod">
          <ac:chgData name="JESNA J S" userId="1cf9dc77da0791c6" providerId="LiveId" clId="{2EFBCD92-7B9F-4F31-BE70-B9C09C8376DF}" dt="2024-03-18T08:28:22.095" v="621"/>
          <ac:cxnSpMkLst>
            <pc:docMk/>
            <pc:sldMk cId="3102833390" sldId="284"/>
            <ac:cxnSpMk id="15" creationId="{BC153150-9C8E-BFF7-ABF1-9ED81AF499F1}"/>
          </ac:cxnSpMkLst>
        </pc:cxnChg>
        <pc:cxnChg chg="add mod">
          <ac:chgData name="JESNA J S" userId="1cf9dc77da0791c6" providerId="LiveId" clId="{2EFBCD92-7B9F-4F31-BE70-B9C09C8376DF}" dt="2024-03-18T08:29:12.262" v="628" actId="1582"/>
          <ac:cxnSpMkLst>
            <pc:docMk/>
            <pc:sldMk cId="3102833390" sldId="284"/>
            <ac:cxnSpMk id="17" creationId="{3BB810EF-AFBF-068D-7AF1-26537629A476}"/>
          </ac:cxnSpMkLst>
        </pc:cxnChg>
        <pc:cxnChg chg="add mod">
          <ac:chgData name="JESNA J S" userId="1cf9dc77da0791c6" providerId="LiveId" clId="{2EFBCD92-7B9F-4F31-BE70-B9C09C8376DF}" dt="2024-03-18T08:29:37.116" v="632" actId="14100"/>
          <ac:cxnSpMkLst>
            <pc:docMk/>
            <pc:sldMk cId="3102833390" sldId="284"/>
            <ac:cxnSpMk id="19" creationId="{2B3CE403-6C5A-65DF-4C02-424A3CBF06B6}"/>
          </ac:cxnSpMkLst>
        </pc:cxnChg>
        <pc:cxnChg chg="add mod">
          <ac:chgData name="JESNA J S" userId="1cf9dc77da0791c6" providerId="LiveId" clId="{2EFBCD92-7B9F-4F31-BE70-B9C09C8376DF}" dt="2024-03-18T08:29:48.839" v="635" actId="14100"/>
          <ac:cxnSpMkLst>
            <pc:docMk/>
            <pc:sldMk cId="3102833390" sldId="284"/>
            <ac:cxnSpMk id="21" creationId="{8E3AA6D8-7F89-6D52-A37D-390269BA198E}"/>
          </ac:cxnSpMkLst>
        </pc:cxnChg>
      </pc:sldChg>
      <pc:sldChg chg="addSp delSp modSp new mod">
        <pc:chgData name="JESNA J S" userId="1cf9dc77da0791c6" providerId="LiveId" clId="{2EFBCD92-7B9F-4F31-BE70-B9C09C8376DF}" dt="2024-03-18T08:32:56.417" v="662" actId="1076"/>
        <pc:sldMkLst>
          <pc:docMk/>
          <pc:sldMk cId="2953510893" sldId="285"/>
        </pc:sldMkLst>
        <pc:spChg chg="mod">
          <ac:chgData name="JESNA J S" userId="1cf9dc77da0791c6" providerId="LiveId" clId="{2EFBCD92-7B9F-4F31-BE70-B9C09C8376DF}" dt="2024-03-18T08:32:32.596" v="658" actId="1076"/>
          <ac:spMkLst>
            <pc:docMk/>
            <pc:sldMk cId="2953510893" sldId="285"/>
            <ac:spMk id="2" creationId="{1852A3B6-4AD5-FDE2-F47C-D38B1488575D}"/>
          </ac:spMkLst>
        </pc:spChg>
        <pc:spChg chg="del">
          <ac:chgData name="JESNA J S" userId="1cf9dc77da0791c6" providerId="LiveId" clId="{2EFBCD92-7B9F-4F31-BE70-B9C09C8376DF}" dt="2024-03-18T08:31:38.260" v="644" actId="478"/>
          <ac:spMkLst>
            <pc:docMk/>
            <pc:sldMk cId="2953510893" sldId="285"/>
            <ac:spMk id="3" creationId="{65463D15-DDB5-FD46-DB23-2266C55C0199}"/>
          </ac:spMkLst>
        </pc:spChg>
        <pc:picChg chg="add mod modCrop">
          <ac:chgData name="JESNA J S" userId="1cf9dc77da0791c6" providerId="LiveId" clId="{2EFBCD92-7B9F-4F31-BE70-B9C09C8376DF}" dt="2024-03-18T08:32:56.417" v="662" actId="1076"/>
          <ac:picMkLst>
            <pc:docMk/>
            <pc:sldMk cId="2953510893" sldId="285"/>
            <ac:picMk id="6" creationId="{D86B3CBE-44BF-AC63-A092-1B97A2CA9E5C}"/>
          </ac:picMkLst>
        </pc:picChg>
      </pc:sldChg>
      <pc:sldChg chg="addSp delSp modSp new mod">
        <pc:chgData name="JESNA J S" userId="1cf9dc77da0791c6" providerId="LiveId" clId="{2EFBCD92-7B9F-4F31-BE70-B9C09C8376DF}" dt="2024-03-18T08:37:53.493" v="672" actId="1076"/>
        <pc:sldMkLst>
          <pc:docMk/>
          <pc:sldMk cId="32984946" sldId="286"/>
        </pc:sldMkLst>
        <pc:spChg chg="del">
          <ac:chgData name="JESNA J S" userId="1cf9dc77da0791c6" providerId="LiveId" clId="{2EFBCD92-7B9F-4F31-BE70-B9C09C8376DF}" dt="2024-03-18T08:37:10.416" v="664" actId="478"/>
          <ac:spMkLst>
            <pc:docMk/>
            <pc:sldMk cId="32984946" sldId="286"/>
            <ac:spMk id="2" creationId="{8B4E0091-99AC-83C4-419D-5891C0EF973E}"/>
          </ac:spMkLst>
        </pc:spChg>
        <pc:spChg chg="del">
          <ac:chgData name="JESNA J S" userId="1cf9dc77da0791c6" providerId="LiveId" clId="{2EFBCD92-7B9F-4F31-BE70-B9C09C8376DF}" dt="2024-03-18T08:37:12.720" v="665" actId="478"/>
          <ac:spMkLst>
            <pc:docMk/>
            <pc:sldMk cId="32984946" sldId="286"/>
            <ac:spMk id="3" creationId="{47728778-F94D-ED38-B366-5A83844DA29B}"/>
          </ac:spMkLst>
        </pc:spChg>
        <pc:picChg chg="add mod modCrop">
          <ac:chgData name="JESNA J S" userId="1cf9dc77da0791c6" providerId="LiveId" clId="{2EFBCD92-7B9F-4F31-BE70-B9C09C8376DF}" dt="2024-03-18T08:37:53.493" v="672" actId="1076"/>
          <ac:picMkLst>
            <pc:docMk/>
            <pc:sldMk cId="32984946" sldId="286"/>
            <ac:picMk id="6" creationId="{023C6120-06B5-F511-20B0-EE87709D6756}"/>
          </ac:picMkLst>
        </pc:picChg>
      </pc:sldChg>
      <pc:sldChg chg="addSp delSp modSp new mod">
        <pc:chgData name="JESNA J S" userId="1cf9dc77da0791c6" providerId="LiveId" clId="{2EFBCD92-7B9F-4F31-BE70-B9C09C8376DF}" dt="2024-03-18T08:42:06.701" v="701" actId="14100"/>
        <pc:sldMkLst>
          <pc:docMk/>
          <pc:sldMk cId="2618430821" sldId="287"/>
        </pc:sldMkLst>
        <pc:spChg chg="del">
          <ac:chgData name="JESNA J S" userId="1cf9dc77da0791c6" providerId="LiveId" clId="{2EFBCD92-7B9F-4F31-BE70-B9C09C8376DF}" dt="2024-03-18T08:38:02.790" v="674" actId="478"/>
          <ac:spMkLst>
            <pc:docMk/>
            <pc:sldMk cId="2618430821" sldId="287"/>
            <ac:spMk id="2" creationId="{5838828C-9FBF-C498-D130-B72056BB3A8C}"/>
          </ac:spMkLst>
        </pc:spChg>
        <pc:spChg chg="del mod">
          <ac:chgData name="JESNA J S" userId="1cf9dc77da0791c6" providerId="LiveId" clId="{2EFBCD92-7B9F-4F31-BE70-B9C09C8376DF}" dt="2024-03-18T08:41:44.561" v="698" actId="478"/>
          <ac:spMkLst>
            <pc:docMk/>
            <pc:sldMk cId="2618430821" sldId="287"/>
            <ac:spMk id="3" creationId="{600EC658-0248-33C5-6858-F48D652F27A1}"/>
          </ac:spMkLst>
        </pc:spChg>
        <pc:picChg chg="add mod">
          <ac:chgData name="JESNA J S" userId="1cf9dc77da0791c6" providerId="LiveId" clId="{2EFBCD92-7B9F-4F31-BE70-B9C09C8376DF}" dt="2024-03-18T08:42:06.701" v="701" actId="14100"/>
          <ac:picMkLst>
            <pc:docMk/>
            <pc:sldMk cId="2618430821" sldId="287"/>
            <ac:picMk id="6" creationId="{C8F6460A-91CF-96AE-594C-5B7425287E4D}"/>
          </ac:picMkLst>
        </pc:picChg>
      </pc:sldChg>
      <pc:sldChg chg="addSp delSp modSp new mod">
        <pc:chgData name="JESNA J S" userId="1cf9dc77da0791c6" providerId="LiveId" clId="{2EFBCD92-7B9F-4F31-BE70-B9C09C8376DF}" dt="2024-03-18T08:39:54.751" v="687" actId="1076"/>
        <pc:sldMkLst>
          <pc:docMk/>
          <pc:sldMk cId="3306954626" sldId="288"/>
        </pc:sldMkLst>
        <pc:spChg chg="del">
          <ac:chgData name="JESNA J S" userId="1cf9dc77da0791c6" providerId="LiveId" clId="{2EFBCD92-7B9F-4F31-BE70-B9C09C8376DF}" dt="2024-03-18T08:38:38.240" v="677" actId="478"/>
          <ac:spMkLst>
            <pc:docMk/>
            <pc:sldMk cId="3306954626" sldId="288"/>
            <ac:spMk id="2" creationId="{0DDD8C9E-BFD2-1999-C30C-D1E4BA0200AD}"/>
          </ac:spMkLst>
        </pc:spChg>
        <pc:spChg chg="del">
          <ac:chgData name="JESNA J S" userId="1cf9dc77da0791c6" providerId="LiveId" clId="{2EFBCD92-7B9F-4F31-BE70-B9C09C8376DF}" dt="2024-03-18T08:38:41.105" v="678" actId="478"/>
          <ac:spMkLst>
            <pc:docMk/>
            <pc:sldMk cId="3306954626" sldId="288"/>
            <ac:spMk id="3" creationId="{0D44CD15-59CF-A06F-F48D-07ED61A3369B}"/>
          </ac:spMkLst>
        </pc:spChg>
        <pc:picChg chg="add del mod">
          <ac:chgData name="JESNA J S" userId="1cf9dc77da0791c6" providerId="LiveId" clId="{2EFBCD92-7B9F-4F31-BE70-B9C09C8376DF}" dt="2024-03-18T08:39:44.489" v="683" actId="478"/>
          <ac:picMkLst>
            <pc:docMk/>
            <pc:sldMk cId="3306954626" sldId="288"/>
            <ac:picMk id="6" creationId="{3041C190-1076-60AF-4336-D492D590018F}"/>
          </ac:picMkLst>
        </pc:picChg>
        <pc:picChg chg="add mod">
          <ac:chgData name="JESNA J S" userId="1cf9dc77da0791c6" providerId="LiveId" clId="{2EFBCD92-7B9F-4F31-BE70-B9C09C8376DF}" dt="2024-03-18T08:39:54.751" v="687" actId="1076"/>
          <ac:picMkLst>
            <pc:docMk/>
            <pc:sldMk cId="3306954626" sldId="288"/>
            <ac:picMk id="8" creationId="{DE16A2FE-D564-0705-C7DE-2381B80ECB95}"/>
          </ac:picMkLst>
        </pc:picChg>
      </pc:sldChg>
      <pc:sldChg chg="addSp delSp modSp new mod">
        <pc:chgData name="JESNA J S" userId="1cf9dc77da0791c6" providerId="LiveId" clId="{2EFBCD92-7B9F-4F31-BE70-B9C09C8376DF}" dt="2024-03-18T08:41:09.162" v="697" actId="14100"/>
        <pc:sldMkLst>
          <pc:docMk/>
          <pc:sldMk cId="3324565397" sldId="289"/>
        </pc:sldMkLst>
        <pc:spChg chg="del">
          <ac:chgData name="JESNA J S" userId="1cf9dc77da0791c6" providerId="LiveId" clId="{2EFBCD92-7B9F-4F31-BE70-B9C09C8376DF}" dt="2024-03-18T08:40:43.175" v="689" actId="478"/>
          <ac:spMkLst>
            <pc:docMk/>
            <pc:sldMk cId="3324565397" sldId="289"/>
            <ac:spMk id="2" creationId="{C2994DED-3F47-FD90-7DD4-022C46163884}"/>
          </ac:spMkLst>
        </pc:spChg>
        <pc:spChg chg="del">
          <ac:chgData name="JESNA J S" userId="1cf9dc77da0791c6" providerId="LiveId" clId="{2EFBCD92-7B9F-4F31-BE70-B9C09C8376DF}" dt="2024-03-18T08:40:52.163" v="690" actId="478"/>
          <ac:spMkLst>
            <pc:docMk/>
            <pc:sldMk cId="3324565397" sldId="289"/>
            <ac:spMk id="3" creationId="{C617DE67-155C-4A47-DEF1-073979723DF7}"/>
          </ac:spMkLst>
        </pc:spChg>
        <pc:picChg chg="add mod">
          <ac:chgData name="JESNA J S" userId="1cf9dc77da0791c6" providerId="LiveId" clId="{2EFBCD92-7B9F-4F31-BE70-B9C09C8376DF}" dt="2024-03-18T08:41:09.162" v="697" actId="14100"/>
          <ac:picMkLst>
            <pc:docMk/>
            <pc:sldMk cId="3324565397" sldId="289"/>
            <ac:picMk id="6" creationId="{F3455307-2A93-C227-B286-F3C1B68AB2CE}"/>
          </ac:picMkLst>
        </pc:picChg>
      </pc:sldChg>
      <pc:sldChg chg="addSp delSp modSp new mod">
        <pc:chgData name="JESNA J S" userId="1cf9dc77da0791c6" providerId="LiveId" clId="{2EFBCD92-7B9F-4F31-BE70-B9C09C8376DF}" dt="2024-03-18T08:43:19.638" v="712" actId="1076"/>
        <pc:sldMkLst>
          <pc:docMk/>
          <pc:sldMk cId="3811831650" sldId="290"/>
        </pc:sldMkLst>
        <pc:spChg chg="del">
          <ac:chgData name="JESNA J S" userId="1cf9dc77da0791c6" providerId="LiveId" clId="{2EFBCD92-7B9F-4F31-BE70-B9C09C8376DF}" dt="2024-03-18T08:42:51.797" v="703" actId="478"/>
          <ac:spMkLst>
            <pc:docMk/>
            <pc:sldMk cId="3811831650" sldId="290"/>
            <ac:spMk id="2" creationId="{376D4655-7659-6C64-C890-21F087D2A375}"/>
          </ac:spMkLst>
        </pc:spChg>
        <pc:spChg chg="del">
          <ac:chgData name="JESNA J S" userId="1cf9dc77da0791c6" providerId="LiveId" clId="{2EFBCD92-7B9F-4F31-BE70-B9C09C8376DF}" dt="2024-03-18T08:42:54.474" v="704" actId="478"/>
          <ac:spMkLst>
            <pc:docMk/>
            <pc:sldMk cId="3811831650" sldId="290"/>
            <ac:spMk id="3" creationId="{35BB0639-9148-BC4A-8A64-C943E72FCD9A}"/>
          </ac:spMkLst>
        </pc:spChg>
        <pc:picChg chg="add mod modCrop">
          <ac:chgData name="JESNA J S" userId="1cf9dc77da0791c6" providerId="LiveId" clId="{2EFBCD92-7B9F-4F31-BE70-B9C09C8376DF}" dt="2024-03-18T08:43:19.638" v="712" actId="1076"/>
          <ac:picMkLst>
            <pc:docMk/>
            <pc:sldMk cId="3811831650" sldId="290"/>
            <ac:picMk id="6" creationId="{97A58289-5799-81C7-27CB-02FDB68B0CEF}"/>
          </ac:picMkLst>
        </pc:picChg>
      </pc:sldChg>
    </pc:docChg>
  </pc:docChgLst>
  <pc:docChgLst>
    <pc:chgData name="JESNA J S" userId="1cf9dc77da0791c6" providerId="LiveId" clId="{C2C0F903-E863-4EE7-B0A7-3016F1E9BC32}"/>
    <pc:docChg chg="modSld">
      <pc:chgData name="JESNA J S" userId="1cf9dc77da0791c6" providerId="LiveId" clId="{C2C0F903-E863-4EE7-B0A7-3016F1E9BC32}" dt="2024-04-17T15:28:12.053" v="0" actId="1076"/>
      <pc:docMkLst>
        <pc:docMk/>
      </pc:docMkLst>
      <pc:sldChg chg="modSp mod">
        <pc:chgData name="JESNA J S" userId="1cf9dc77da0791c6" providerId="LiveId" clId="{C2C0F903-E863-4EE7-B0A7-3016F1E9BC32}" dt="2024-04-17T15:28:12.053" v="0" actId="1076"/>
        <pc:sldMkLst>
          <pc:docMk/>
          <pc:sldMk cId="2121697315" sldId="262"/>
        </pc:sldMkLst>
        <pc:inkChg chg="mod">
          <ac:chgData name="JESNA J S" userId="1cf9dc77da0791c6" providerId="LiveId" clId="{C2C0F903-E863-4EE7-B0A7-3016F1E9BC32}" dt="2024-04-17T15:28:12.053" v="0" actId="1076"/>
          <ac:inkMkLst>
            <pc:docMk/>
            <pc:sldMk cId="2121697315" sldId="262"/>
            <ac:inkMk id="8" creationId="{633C0D65-40C1-7DC6-31E6-646964D6160B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7T20:05:43.418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1 299,'179'9,"-68"-2,364 22,-385-21,121 13,-141-14,132-3,-138-4,-34-2,-1 0,1-2,-1-2,0 0,0-2,-1-1,0-2,-1 0,33-19,106-54,-48 13,44-24,-147 89,0 0,30-8,-4 2,-23 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7T20:05:45.611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31,'193'-1,"210"2,-356 1,-1 2,74 15,-76-6,-34-9,0-1,-1 0,2-1,-1 0,0-1,16 1,20-6,-1-3,1-1,71-24,-83 21,-20 6,1 1,-1 0,29-4,106 5,-120 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7T20:05:48.427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29,'15'0,"0"-1,20-3,3-1,199-14,376 20,-4 48,-1 28,-538-68,-20-2,193 21,-185-24,0-2,68-8,-53-5,-2-4,80-27,-84 22,1 2,111-14,295 24,-312 11,40 5,-160-3,0 2,73 21,-74-17,1-1,0-2,78 3,133-11,-119-2,178 1,-281-1,1-1,-1-2,0-1,51-18,-36 8,-23 7,43-10,30-1,-67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7T20:05:56.889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0 485,'138'-10,"-83"4,22-2,445-38,11 30,-456 14,139-23,37-3,131 27,-185 2,-169 1,0 0,31 8,-25-4,51 3,394-6,223 11,-658-12,219 9,-215-12,0-2,-1-2,65-15,-30 3,43-13,-89 20,0 1,1 2,68-5,118 14,285 59,-246-22,-167-21,-62-11,0-1,41 2,164-20,-158 7,0 3,1 3,-1 5,106 19,-35 7,198 67,-327-92,0 0,0-2,0-1,1-1,0-1,40-2,-20-1,-25 2,0-1,0-1,0-1,0 0,-1-2,30-9,64-31,98-34,-160 62,0 3,69-10,-37 15,1 4,97 8,166 29,-157-12,-87-6,-77-9,0-1,0-2,1-1,-1-1,1-1,32-4,185-54,-127 27,636-132,-368 132,0 34,-139 1,-233-3,-1 0,1 1,-1 1,0 0,0 1,0 0,20 10,-3-1,354 127,-285-111,204 32,-175-40,-78-11,1-2,90 1,317-43,-431 32,39-1,-45 3,0-1,-1-1,1 0,33-10,88-29,1 5,2 7,1 7,1 5,245 5,-10 14,-246-3,-109 0,-1-3,1 0,-1-1,40-14,-4 1,-38 11,-1-2,41-21,-37 17,34-13,-43 20,0-2,16-10,26-11,15 0,75-27,-122 48,0 1,1 1,48-3,-30 7,1 1,-1 3,68 11,-91-9,0 2,0 0,0 2,0 1,-1 0,-1 2,0 0,30 22,-37-24,0-1,1 0,25 9,-1 0,-20-9,0-2,24 6,-21-6,30 11,-33-8,1-2,1-1,-1 0,1-2,40 4,-31-6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7T20:06:04.884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0 342,'78'-3,"153"-26,-146 15,-28 5,417-56,8 37,-453 27,0-1,0-2,0-1,33-10,-46 11,69-14,29-7,-17 0,197-24,-165 35,277-17,-33 50,-283-12,-46-4,80 15,227 87,-297-85,0 3,-1 3,-2 1,76 55,-89-55,0-3,69 34,-88-49,1-2,0 0,1-1,-1-1,1-1,0 0,41 0,-49-4,104-1,221-29,-269 18,0 3,91 0,-93 8,1-3,131-23,-147 17,1 3,-1 1,1 4,64 4,203 35,-188-19,223 38,-251-34,138 49,-104-23,209 77,-336-121,1 0,0-1,0 0,0 0,0-1,0-1,0 0,1-1,-1-1,0 1,1-2,-1 0,0 0,0-1,0-1,-1 0,1 0,-1-1,0-1,15-9,181-137,-27 16,-144 113,1 1,0 1,50-18,-72 34,0 0,0 2,0 0,0 0,23 0,77 7,-41-1,17-1,108 15,129 52,79 10,-320-73,105-6,-94-2,-41-1,102-18,-93 10,208-32,340-48,-348 68,-197 20,128 13,-12 4,194-11,-152-4,163 17,402 69,-103-14,-634-71,-1-2,63-11,102-29,80-9,-119 39,217 13,-276 13,-77-7,77 1,43-17,197-37,-163 17,24-2,295-34,2 44,-342 33,-54-2,740 53,-715-48,71 5,1391-15,-742-13,-805 9,518 13,233 2,-398-47,-215 10,448-10,7 28,178 3,-799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7T20:06:08.618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1 255,'445'-124,"-386"109,15-3,0 3,1 3,1 3,147 3,163 10,-225-5,59-13,-57 2,45 10,13 0,-71-12,-91 6,0 4,64 2,-90 6,-1 1,0 2,46 16,26 5,-56-20,96 3,-88-9,74 10,-76-6,1-1,96-6,-106-4,-8 0,0 2,1 1,39 4,52 20,-87-13,1-2,51 2,-58-7,42 9,-42-5,44 1,68-8,61 2,-102 13,-65-7,46 1,-57-7,-1-2,0 0,42-9,-39 3,-3 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7T20:06:16.763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75 460,'11'0,"0"0,0-1,1 0,-1-1,16-5,4 0,370-107,-207 56,355-94,14 45,-504 101,70 1,-97 6,0 2,0 1,53 13,-50-6,1-2,1-1,0-2,67 3,198-26,-21 1,-267 16,-8-1,0 1,1 0,-1 0,1 1,6 1,-11-1,-1-1,0 0,1 1,-1-1,0 1,0 0,0-1,1 1,-1 0,0 0,0 0,0 0,0 0,0 0,0 0,-1 0,1 0,0 0,0 1,-1-1,1 0,-1 0,1 1,-1-1,0 0,1 1,-1-1,0 3,0 6,-1-1,0 1,0-1,-1 0,0 1,-1-1,0 0,-1 0,0 0,0-1,0 1,-7 7,-2 4,-1-1,-1 0,-30 28,33-36,0-1,0-1,-1 0,-1 0,0-2,0 1,0-2,-1 0,-16 4,-6-1,0-2,-59 4,70-7,1 1,-1 1,-44 17,46-14,0-2,-1 0,0-1,-30 3,-81-5,-1-5,-162-24,207 13,-89-8,-159 21,249 6,-157 32,134-13,-193 40,223-52,-142 4,59-19,157-1,10 0,20-6,39-10,86-14,-85 21,378-50,-347 56,0 4,169 19,-118 8,-2 6,190 68,-312-94,1-1,0-1,0-1,31 2,79-7,-57 0,859 2,-673 14,40 1,-277-13,0 1,-1 0,1 2,-1 1,37 15,-6-3,-26-11,0-1,0-1,1-1,0-1,42-1,130-19,-102 6,178-29,-229 33,15-2,83-17,215-48,-176 40,470-67,-445 83,251 11,-172 9,31 0,-296-1,1 1,-1 1,0 0,0 2,0 0,-1 2,35 15,-29-10,0-2,0-1,36 8,85 10,-115-22,687 66,-531-61,336 6,1369-16,-1858 1,0 2,49 10,-23-3,425 36,6-35,-129-5,-279-4,-1 5,-1 2,1 5,-2 3,100 34,-157-42,-1-2,1 0,0-2,0 0,0-2,43 1,657-9,-705 6,0-2,0-1,0 0,0-2,0 0,-1-1,0 0,0-2,22-11,-13 6,0 1,45-11,14-5,-69 21,0 1,0 1,0 0,1 2,18-2,90 5,-62 1,66-3,160 8,-263-2,-1 1,0 1,-1 1,37 18,3 0,-23-11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7T20:06:23.334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14,'153'11,"331"-23,-56 0,-340 17,1 5,108 25,-151-26,-7-2,1-3,0-1,71-4,120-25,-124 11,-2 4,1 4,1 5,132 15,109 7,6-20,-140-2,227 1,607 3,-643 11,-275-3,140 30,-165-22,138 8,98-19,-267-6,347 1,1000 27,-1300-23,443 12,-552-19,-1 0,1-1,12-3,28-5,116 2,-149 8,1186 18,-919-7,526 33,-519-2,-97-12,1236 72,-875-99,-8-48,-150 3,-370 38,-1 0,0-2,46-16,-12 3,367-80,-304 79,193-5,156 27,-142 2,-312-3,0 1,0 1,0 1,26 9,44 8,394 29,7-33,343-15,-545-3,148 20,0 24,74 6,222-19,11-30,-157-22,325-110,-878 124,0-2,53-24,-68 28,1-1,-1 2,1 1,25-3,39-8,-39 5,-1 1,74-3,92 9,-149 3,217-1,504 5,-420 23,-280-14,0 3,105 37,-2 15,-166-62,1-1,0-1,0-1,32 2,86-7,-73 1,-15 1,-11 0,40-5,-66 4,-1-1,1-1,-1 0,1-1,-1-1,0 0,13-7,43-30,-34 20,41-20,-43 28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7T20:06:29.258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1 289,'2'-2,"-1"1,1-1,0 1,-1 0,1 0,0 0,0 0,0 0,0 0,0 1,0-1,1 1,3-1,5-2,112-18,224-11,-269 29,1 2,-1 5,1 2,-1 4,-1 4,138 42,-52 0,-150-52,-1-1,1 0,0 0,0-1,20 0,69-5,-80 2,79-9,152-36,-146 24,120-11,-68 26,206 15,-262 1,185 38,-277-44,-1 0,1 0,0 1,-1 1,0-1,0 2,0-1,9 9,-15-11,0-1,0 1,0-1,1 1,-1-1,0-1,1 1,0-1,-1 1,1-1,6 0,5 0,1 0,19-3,-33 1,143-15,171-41,-206 34,601-114,8 23,-549 93,204 1,-344 21,1 2,0 1,37 10,90 33,-101-29,-19-6,69 22,219 39,-219-59,123-1,-179-13,1-2,-1-3,89-18,-63 1,-14 5,72-11,12 14,227 8,-209-4,-45 1,66 6,0 8,219 35,-255-14,234 74,-303-69,-58-21,0 0,1-2,-1-1,1-1,27 3,217-8,-46-3,256 43,161 4,-249-48,-369 2,1-2,0 0,-1-2,33-11,34-6,-59 17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7T20:06:38.347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7T20:06:42.767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0 116,'82'3,"112"18,-122-11,660 130,-699-132,0-2,1-1,0-1,59-1,-91-3,175-14,-116 5,46-8,112-3,486 19,-344 3,-331-2,1 1,-1 1,59 12,-53-7,0-3,1-1,0-1,44-5,-10 2,-56 0,-1-1,1 0,-1-1,0-1,0 0,-1-1,1 0,-1-1,14-9,-26 15,1-1,-1 1,0-1,1 0,-1 0,0 0,0 1,0-1,0 0,0-1,0 1,0 0,0 0,0 0,0 0,0-1,-1 1,1 0,-1-1,1 1,-1-1,1 1,-1-2,0 1,0 0,0 0,-1 0,1 0,-1 0,0 1,1-1,-1 0,0 0,0 0,0 1,0-1,-1 0,-1-2,-6-5,0 1,-1 0,0 1,-15-9,-10-4,-2 2,0 2,-1 1,-1 2,0 1,0 2,-1 2,-42-3,-54 2,-144 8,131 3,-809-3,914 4,0 1,-76 19,71-13,-88 8,-226-16,178-4,-144 2,304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7T20:06:45.547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60,'145'-12,"-48"2,62-8,-84 9,85-1,1192 11,-1309 2,0 1,74 17,6 2,7-1,-111-17,1 1,0 1,-1 1,23 13,-35-17,1-1,0 1,-1-2,1 1,0-1,11 1,2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7T20:07:32.509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0 172,'4'-4,"1"0,0 1,0 0,0 0,0 0,0 0,0 1,1 0,5-2,55-10,-40 10,21-6,-3 0,89-7,-92 13,47-9,-23 2,68-14,-83 14,2 2,76-3,13 16,-123-2,-1 1,1 1,-1 1,0 0,-1 1,18 8,32 23,-42-23,0 0,35 13,-33-18,90 30,-96-34,1-1,0 0,40 0,526-6,-560 1,0-2,29-6,-25 3,37-2,-31 9,1 1,48 9,-41-5,49 2,719-8,-362-1,-279-13,0 0,350 15,-475 1,48 8,17 2,-60-9,1 2,60 14,-58-7,58 5,-84-15,0-1,0-1,55-7,96-10,-105 12,6-8,-57 8,40-4,331 7,-198 4,403-2,-558 2,57 10,1 0,21 4,-77-9,73 3,219-12,-311 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7T20:07:44.108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1 199,'23'1,"0"1,29 7,10 1,331-1,-239-11,-109 2,-11 1,-1-1,1-2,47-9,26-17,121-49,-218 73,-7 2,0 1,0 0,0-1,0 1,1 1,-1-1,0 0,1 1,4-1,-7 1,-1 0,0 1,0-1,1 0,-1 0,0 0,0 0,0 0,1 0,-1 0,0 0,0 0,0 0,0 1,1-1,-1 0,0 0,0 0,0 0,0 1,0-1,1 0,-1 0,0 0,0 1,0-1,0 0,0 0,0 0,0 1,0-1,0 0,0 0,0 0,0 1,0-1,0 0,0 0,0 1,0-1,0 0,0 0,0 0,0 1,0-1,0 0,-1 0,1 0,0 1,0-1,0 0,0 0,0 0,-1 1,-10 11,-32 24,-2-2,-2-1,-55 28,83-52,-1 0,1-1,-1-1,0 0,-1-2,1 0,-37 2,-12-3,-70-6,55 0,-304 2,382-1,0 1,1 0,-1 1,1-1,-1 1,0 1,1-1,-1 1,1-1,0 1,0 1,0-1,0 1,0 0,0 0,1 1,-1-1,1 1,0 0,0 0,0 0,1 1,-1-1,1 1,0 0,1 0,-1 0,-3 10,5-12,0 1,-1 0,1-1,0 1,1 0,-1-1,1 1,0 0,0-1,0 1,0 0,0 0,1-1,0 1,0 0,0-1,0 1,0-1,1 1,-1-1,1 0,0 1,0-1,3 3,8 8,1-1,0 0,28 19,-34-28,0 1,0-1,1 0,0-1,0 0,0 0,0-1,1-1,14 2,-5-2,-1-1,0 0,26-5,-35 4,1-1,-1-1,0 0,-1 0,1-1,-1 0,1 0,12-9,137-114,-116 96,0 2,70-34,-77 46,50-16,-21 10,-6-1,148-53,10 23,-191 47,0 2,0 1,1 2,37-1,-16 5,72 13,-49-7,1-3,90-6,-68 0,-58-1,56-10,14-1,110 12,-114 2,-65 1,0 2,-1 1,39 12,44 6,-35-17,124-5,-91-3,300-16,-262 7,179 9,-164 4,2-16,-19 0,490 13,-308 3,-304-4,0 0,32-9,39-2,36-2,40-1,-168 16,55 0,67-10,19-3,223 8,-203 7,-33-3,154 3,-229 4,78 18,-29-4,-69-16,57-1,-60-3,73 10,-44-2,1-2,89-5,82 7,257 78,-438-74,52 15,-70-16,0-1,1-2,71 4,280-13,-137-1,-55-12,4-1,297 16,-323 13,-25 0,289-14,-388-6,1-2,78-23,-66 14,72-8,71-13,-144 23,0 2,93-4,450 16,-291 3,-260-4,96-14,-61 7,0 4,95 6,-56 1,246-2,-361 1,0 1,21 4,16 3,397 6,-279-16,176 24,-196 1,-64-9,172 7,-89-24,-164 2,0 1,-1 1,1-1,0 1,-1 1,0-1,1 1,-1 1,7 4,-4-3,0 0,0-1,20 6,106 10,-100-16,0 0,-1 3,66 20,-79-20,0 0,0-2,1 0,0-2,24 1,117-4,-71-3,187 3,-254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7T20:07:54.118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70,'520'-30,"38"1,-357 28,121 4,-150 13,-83-6,215 35,-77-8,91 14,-242-43,1-3,76-6,-65 0,92-1,215 3,-253 13,33 1,-161-15,272 11,685 6,-668-18,431-27,345-114,-971 126,-44 7,0 4,0 2,100 10,73 33,-17-2,50-4,-235-29,-1 2,0 1,0 1,0 2,-2 2,47 23,-42-19,1-1,1-3,66 15,56 15,7 1,-39-13,57 10,-142-33,0-3,59 0,-76-6,1 0,-1-2,0-2,0 0,0-1,-1-2,0-1,37-18,-32 13,-12 6,-1-1,0 0,31-23,-41 24,-1 0,0-1,0 0,-1 0,0-1,-1 1,0-1,4-12,2-2,1-4,-2 0,10-38,-8 21,-10 40,0 0,-1 1,2-1,-1 1,0 0,1 0,0-1,0 2,0-1,1 0,-1 1,1-1,5-2,-7 4,0 1,0 0,0 0,0 0,0 0,0 0,0 0,1 1,-1-1,0 1,1-1,-1 1,0 0,1 0,-1 0,0 0,1 0,-1 1,0-1,0 1,1-1,-1 1,0 0,0 0,0 0,0 0,0 1,4 2,11 12,-1 1,-1 0,-1 1,0 1,17 31,27 36,-34-57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8T07:36:10.207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79,'131'-30,"154"-14,-229 41,1 1,-1 3,1 3,-1 1,60 16,-43-2,89 38,-105-36,-15-7,82 13,-14-3,-88-17,36 16,-44-15,2-2,-1 0,0-1,1-1,24 5,44-5,91-6,-49-1,-71 2,101-15,-123 11,-5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8T07:36:16.361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0,'1'0,"0"0,0 1,0-1,-1 0,1 0,0 1,0-1,-1 1,1-1,0 1,-1-1,1 1,0-1,-1 1,1-1,-1 1,1 0,-1-1,1 1,-1 0,1 0,-1-1,0 1,1 0,-1 0,0 1,6 26,-5-23,2 22,-2 46,-1-51,0 1,2 0,5 29,-5-45,0 0,1 0,0-1,0 1,1-1,-1 0,1 0,1 0,-1 0,1-1,0 0,0 0,1 0,0 0,0-1,0 0,0 0,0-1,1 0,10 4,9 2,-1-1,2-2,-1 0,31 1,37 0,127-7,-86-3,-53 4,135-4,-171 0,-1-3,78-18,-77 11,99-24,28-9,3 6,-176 40,27-4,0 1,1 1,33 2,82 14,-127-12,81 8,0-5,1-5,170-20,-262 19,365-37,-345 35,0-1,0-2,42-13,-43 11,0 1,0 1,49-5,-20 9,88 9,-113-4,-1 2,0 1,-1 2,50 19,-30-7,63 18,-85-33,0-1,0-1,0-1,0-2,48-4,-43-1,-4-2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8T07:36:32.137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3,'57'-1,"-21"0,0 1,0 2,57 10,-57-6,36 2,-48-6,0 0,-1 2,1 0,37 14,-30-7,-13-5,-1 1,-1 1,30 16,8 15,-25-16,2-2,0-1,38 17,-55-32,0 0,0-1,1 0,0-1,0-1,17 0,96-4,-57 0,-43 1,0-1,41-7,-54 6,0-2,1 1,-1-2,-1 0,27-15,46-40,-30 21,-55 38,0 1,0-1,0 1,1 0,-1 0,0 0,1 0,-1 0,0 0,1 1,-1-1,1 1,4 0,-6 0,0 0,1 1,-1-1,0 1,0-1,1 1,-1 0,0-1,0 1,0 0,0 0,0 0,0 0,0 0,0 0,0 0,-1 0,1 0,0 0,-1 0,1 1,-1-1,1 0,-1 0,1 1,-1-1,0 2,1-1,-1 0,1 0,-1 0,0 0,0 0,0 1,0-1,0 0,0 0,0 0,-1 0,1 0,-1 0,0 0,1 0,-1 0,0 0,0-1,0 1,0 0,-1 0,1-1,0 1,-1-1,1 1,-1-1,-2 2,-4 2,1-1,0-1,-1 1,1-1,-1 0,-12 2,-23 4,-1-1,1-3,-1-1,-80-4,58-6,1-2,-102-26,50 2,-68-18,147 43,-1 1,-73-3,60 10,6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8T07:36:57.760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50 180,'22'0,"117"-4,-120 1,1 0,-1-1,0-1,0 0,19-10,-24 10,0 0,0 1,1 1,-1 0,30-1,78 5,-61 0,12 1,116-3,-157-3,34-8,-39 7,54-5,45 11,36-2,-138-2,30-7,18-3,252 8,-181 7,-108-1,48-3,-74 1,1-1,0 0,-1 0,1-1,-1 0,14-7,-10 4,0 0,1 1,-1 1,1 0,0 1,1 0,-1 1,27 0,1 3,70 13,-77-9,37 2,124-4,-123-4,-55 2,0 1,0 0,25 8,-22-5,41 5,-40-8,0 2,0 1,38 13,-31-8,33 6,1-8,-44-6,0 0,1 2,34 10,-32-6,1-1,1 0,-1-2,1-1,43 2,-43-4,1 1,35 10,-16-4,103 21,-145-29,0-1,-1 0,1 0,0 1,-1-1,1 1,0 0,-1-1,1 1,0 0,-1 0,3 2,-4-3,0 1,0-1,0 0,1 1,-1-1,0 0,0 1,0-1,0 1,0-1,0 0,0 1,0-1,0 0,0 1,0-1,-1 1,1-1,0 0,0 1,0-1,0 0,-1 1,1-1,0 0,0 0,0 1,-1-1,1 0,0 1,-1-1,1 0,0 0,0 0,-1 1,-6 3,0 0,-1 0,1-1,-13 5,-65 20,0-4,-1-4,-155 16,208-35,-1-1,0-2,0-2,0-1,1-1,-44-15,45 13,1 1,-1 2,-39-1,-98 5,97 2,-182 15,11 1,111-19,-186-26,-129-46,-30-3,103 25,335 46,0 2,-1 2,0 2,1 1,-1 2,1 2,0 1,0 2,-50 18,85-25,0 1,0 0,0-1,0 1,1 1,-1-1,1 0,0 1,-1 0,-2 3,5-5,0 0,1 0,-1 1,1-1,-1 0,1 0,-1 0,1 1,-1-1,1 0,0 0,0 1,0-1,0 0,0 1,0-1,0 0,0 0,0 1,0-1,1 0,-1 0,1 1,-1-1,1 0,-1 0,1 0,0 0,-1 0,1 0,0 0,0 0,0 0,0 0,2 1,5 6,1-1,1 0,-1-1,1 0,0 0,13 4,5 1,34 9,1-5,-32-8,40 14,-54-15,13 6,1-1,1-1,44 7,0-11,102-3,-152-5,0-1,-1-2,0 0,32-12,-26 8,-1 1,40-5,9 8,85 7,-53 0,-68 1,0 2,74 17,-22-3,-15-10,0-4,111-6,-72-1,-82 2,-1 1,64 10,-66-4,3-1,0 2,-1 2,49 20,-59-20,1 0,-1-2,1-1,0-1,1-1,0-2,0 0,47-3,352-3,-411 2,1 0,-1 0,0-2,1 0,-1-1,0 0,-1-2,26-11,-26 11,1 1,-1 1,1 0,-1 2,1-1,0 2,0 0,29 2,-23 0,-1-1,1-1,-1-1,27-6,51-23,-71 20,-1 2,1 1,1 2,-1 0,42-2,-13 9,-28-1,-1 0,1-1,39-8,-24 0,51-14,-76 18,1 0,0 1,0 1,22 0,84 3,-62 2,-41-1,-1 1,1 1,-1 1,37 12,-49-12,-1 0,1 1,11 8,-12-8,0 1,0-2,18 8,22 4,107 30,-108-39,0-2,1-3,96-6,-15-10,18-1,-129 13,-1-1,1-1,-1-1,0-1,0 0,22-12,-13 6,44-12,23-6,-69 21,1 0,0 2,1 1,45-5,51 12,-430-1,272-2,0-2,1-1,0-2,-46-15,44 12,6 4,1 2,-1 1,0 1,-54 3,27 1,32-2,1 2,-40 8,52-8,-1 1,1 1,0 0,1 1,-1 0,1 1,-11 8,-72 46,42-28,28-17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8T07:37:30.125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8T07:38:13.379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64,'43'-2,"63"-11,0 0,144 10,-15 2,-101-14,37-1,125 16,-131 1,-112 1,64 11,18 2,95-15,16 1,-123 14,12 0,321-13,-237-3,-184-1,66-12,-64 7,51-2,400 8,-235 3,-182-4,-35 0,1 2,-1 1,38 7,-49-2,0 2,41 18,-44-17,1 0,0-1,33 7,-33-12,1-1,-1-1,1-1,-1-1,0-1,1-1,39-10,-34 7,-1 2,1 1,35 2,-32 0,0-1,39-6,-2-2,1 3,-1 3,75 6,-37 0,-80-1,0 2,34 7,-29-4,33 2,210-6,-143-3,-100-1,62-11,9-1,10-2,-78 10,58-4,138 10,-99 1,-113 0,0 2,0 0,-1 1,1 1,-1 1,0 0,18 10,-13-6,1-1,1-1,26 5,-13-4,39 13,-40-10,42 7,-28-14,0-1,82-6,-36 0,-19 2,88-1,-146-1,0-1,0-1,35-11,57-29,-37 13,-33 15,-28 9,1 1,1 0,-1 1,1 1,0 1,25-3,193 6,-101 2,-94 0,0 2,0 2,60 17,-26-5,86 26,-70-20,-54-15,37 13,54 20,-107-37,0 0,0-2,0-1,36 1,-42-4,0-1,0-1,17-5,26-5,0 3,-31 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8T08:20:42.746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62,'90'2,"130"21,81 35,-224-40,-1 4,-1 3,91 43,-61-23,-92-40,0-2,0 0,1 0,-1-1,1-1,17 0,673-8,-546 7,-129-2,0-1,0-1,55-16,-50 10,1 2,40-3,-1 3,1-3,95-27,-67 14,1 5,114-7,-197 24,-1-2,0 0,0-1,0-1,-1-1,35-17,-35 17,0 0,0 0,1 2,0 0,0 2,32-3,130 7,-95 1,267-1,-327-3,0-1,39-8,-34 5,35-3,-41 7,37-10,-38 6,42-3,105 8,-103 1,-43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8T08:20:53.076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1 147,'365'0,"-345"-1,0-1,39-9,-36 6,42-4,316 6,-197 5,651-2,-785 2,61 11,-59-6,55 1,-45-7,-1-3,0-3,0-2,81-21,-82 13,0 2,0 3,110-4,20 0,-8 0,29 15,83-3,-202-10,-64 6,50-2,-72 9,1 0,0 0,0 0,0 1,-1 0,1 0,-1 0,0 1,1 0,-1 1,0-1,-1 1,1 0,5 5,-2 0,1 0,-2 0,1 1,-1 0,0 0,9 19,-13-22,1 1,-1-1,1-1,1 1,-1-1,1 1,0-2,1 1,-1-1,1 0,0 0,0-1,1 1,-1-2,1 1,0-1,0 0,0-1,12 2,25 3,1-3,0-1,76-6,-26 0,-48 3,5 1,-1-2,1-3,80-15,93-45,-153 46,-26 5,1 2,0 2,83-5,-11 14,-41 2,126-14,-178 8,69-13,-80 14,1 1,1 0,-1 1,0 1,0 0,22 4,103 24,-123-23,400 116,-382-109,140 31,-138-35,11 3,0-2,61 3,11-12,33 1,-56 13,4-1,283-10,-197-5,182 2,-303-3,115-21,-47 4,299 6,-319 15,-63 1,61 11,31 2,372-12,-255-5,-110 1,228 4,1 27,-350-24,1 2,-2 1,0 1,0 2,52 29,-79-40,26 11,1 0,0-3,1 0,33 4,15 4,-56-12,0 0,0-2,1-1,-1-1,1-1,-1-1,32-6,13-6,75-26,-86 22,0 2,85-10,-68 21,76 6,-79 1,104-9,447-20,-554 23,0-3,91-19,-43 5,131-14,396-3,-146 53,-158-2,-150-7,-123-3,-1 3,78 20,-102-19,1-2,48 1,85-7,-86-1,-68 0,0-1,35-9,18-1,-52 10,0 1,-1 2,1 0,0 1,-1 1,22 7,-8-4,1-2,0-1,69-3,-58 0,-22-2,1-1,-1-2,-1 0,33-11,-31 8,1 1,1 1,36-3,93 8,-125 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8T08:23:00.324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33,'7'0,"13"1,-1-2,1 0,0-1,30-7,-23 3,0 0,0 2,32 0,85 4,-69 1,0 3,124 23,-124-14,120 5,-20-3,3 0,-139-13,0 2,0 1,0 2,48 15,63 11,-124-26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8T08:23:07.773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93,'68'0,"91"1,-123 2,-1 1,52 12,-30-3,0-3,1-3,79 1,-35-9,107-16,162 3,-293 15,112 13,-39-2,217-8,-354-4,33 2,0 3,78 17,-16-2,-3-6,192 38,-126-18,-87-19,-9-5,0-4,121-4,-151-2,-17-3,1 0,-1-2,50-14,-45 9,0 2,41-4,255 9,-175 5,-53-1,120-3,-181-3,76-20,-83 16,1 1,0 2,44-2,494 8,-253 2,-234-3,-7 0,139 14,-187-9,1-1,-1-2,1-1,44-6,-16-3,75-24,-56 11,121-30,-158 44,1 1,78-1,-82 8,-10 1,0-2,-1 0,32-7,-4 0,85-3,8 0,-52-3,15-2,150-3,-178 22,135 25,54 3,-215-30,136 10,-157-5,114 15,156 2,-6-9,-95-3,205 18,-350-19,-1 4,0 2,75 31,-58-20,-26-10,1-2,0-2,2-2,-1-3,99 3,171-13,-297 0,-1 0,0-1,0-1,-1-2,1 0,-1-2,-1-1,1 0,31-19,-40 20,0 1,0 1,0 0,1 1,0 1,0 1,24-3,10 3,57 3,-60 2,-20-4,1 0,-1-2,0-1,0-1,0-1,-1-1,34-16,-34 12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8T08:24:16.425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61,'1488'0,"-1443"-2,53-9,14-2,31-4,27-1,293 18,-194 1,-103 6,260 42,-350-34,141 47,-195-56,-1-1,1-1,31 2,29 5,-37-4,0-2,85-1,-6-2,5 13,33 1,-4-4,27 1,161-27,-31 1,-284 15,1 1,-1 1,58 17,13 1,14-4,189 6,-252-24,12 2,0-3,93-14,-80 4,0 5,103 3,-101 3,773 1,-810 1,65 11,-3 0,-80-12,1-1,0-1,33-6,79-21,-71 13,79-18,-30 6,148-14,-247 40,-1 1,1 0,0 1,0 1,0 1,17 5,92 38,-105-38,11 4,0-2,0-2,1-1,50 5,134-3,-193-9,911 0,-384-2,-467-2,140-25,-120 13,-70 11,406-47,-362 48,-1 3,0 4,135 22,-32 18,-112-25,-5-5,70 5,-83-12,437 12,-374-19,741 0,-807-1,-1-3,67-14,-20 2,38 1,1 5,1 6,183 15,-14 30,-126-14,-99-17,0-3,0-3,118-12,-72-5,226-55,95-51,-431 117,0 1,0 0,0 1,1 0,-1 1,1 1,-1 0,17 4,7 4,56 21,-75-24,344 143,-326-134,29 13,-10-5,102 57,-138-67,1-2,0 0,1-2,0 0,1-2,44 11,62 0,-114-17,1 0,0-1,0-1,0 0,0-1,23-7,-33 7,0 0,0-1,0 0,-1 1,0-1,1-1,-1 1,0-1,0 0,-1 0,1 0,-1 0,0 0,3-7,17-19,-14 20,1 1,0 0,0 0,1 1,0 1,0 0,1 0,20-8,10 0,53-14,-73 23,117-29,172-21,-203 44,0 5,140 8,-137 12,-74-7,0-2,0-2,38-2,0-10,0-4,103-33,-100 24,1 4,86-10,-139 29,1 0,-1 2,1 0,-1 2,49 14,-12-3,396 74,-49-22,-372-61,57 3,191-5,-153-6,-94 0,0-2,61-15,1 1,23 6,167 3,-265 11,1 2,47 11,-30-5,8 3,-32-7,0-2,27 4,110 7,-110-9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8T08:24:28.861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8T08:26:28.907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8T08:26:41.462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1 334,'547'-12,"-152"-25,-282 27,190 7,-155 5,378-2,-486-2,76-14,-32 3,-51 7,-1-1,0-2,30-12,-6 2,98-28,315-55,-312 83,1 7,291 14,-24 69,-407-68,199 49,-78-17,-117-31,0 1,0 2,0 0,-1 1,23 13,-44-21,1 0,-1 0,1 1,-1-1,0 0,1 0,-1 0,1 1,-1-1,0 0,1 0,-1 1,0-1,1 0,-1 1,0-1,1 0,-1 1,0-1,0 0,1 1,-1-1,0 1,0-1,0 1,0-1,0 0,1 1,-1-1,0 1,0-1,0 1,0-1,0 1,0-1,0 1,-1-1,1 0,0 1,0-1,0 1,0-1,-1 1,1-1,0 0,0 1,-1-1,1 0,0 1,-1-1,1 0,0 1,-1-1,-26 14,27-14,-32 10,1-1,-1-2,-47 6,-101-1,-117-25,66-1,173 13,0 3,-100 15,-151 27,181-25,126-19,0 0,1 1,-1-1,1 0,-1 1,1-1,-1 1,1 0,-1-1,1 1,-2 1,3-1,-1-1,1 0,0 1,0-1,-1 0,1 1,0-1,0 0,0 1,0-1,0 0,-1 1,1-1,0 1,0-1,0 0,0 1,0-1,0 1,0-1,0 0,0 1,1-1,-1 1,0-1,0 0,0 1,1 0,1 2,1 0,-1 0,1 0,0-1,0 1,0 0,0-1,5 2,27 16,1-1,1-2,48 15,-29-11,10 5,1-4,115 25,-157-43,-1-1,0-1,1-1,-1-1,1-1,-1-1,1-2,-1 0,0-1,-1-2,32-12,12-6,2 3,0 3,139-20,-96 28,219 7,-173 7,-88-3,-1-2,132 16,-140-6,0-2,0-4,0-2,67-8,-80 4,76-11,-106 11,0 0,1-1,-1-1,29-14,75-48,89-41,-177 94,187-73,-185 76,1 2,1 2,0 1,48-3,-47 9,43 2,-78 0,0-1,0 1,0 0,-1 0,1 0,0 0,6 3,-9-3,-1-1,1 1,0 0,0-1,-1 1,1 0,0-1,-1 1,1 0,-1 0,1 0,-1 0,1-1,-1 1,1 0,-1 0,0 0,0 0,1 0,-1 0,0 0,0 0,0 0,0 0,0 0,0 0,-1 0,1 0,0 0,0 0,-1 0,1 0,0 0,-2 1,-1 4,0-1,0 1,-1-1,0 0,0 0,0-1,-1 1,-5 4,-47 34,56-43,-44 31,-2-3,-1-1,-1-3,-1-1,-1-3,-1-2,-1-2,0-3,-78 9,116-20,4-1,0 0,0 1,-20 6,31-8,-1-1,1 1,-1 0,1 1,0-1,-1 0,1 0,0 0,-1 0,1 0,0 0,-1 0,1 0,0 1,-1-1,1 0,0 0,-1 0,1 1,0-1,0 0,-1 1,1-1,0 0,0 0,0 1,-1-1,1 0,0 1,0-1,0 0,0 1,0-1,0 0,0 1,0-1,0 1,0-1,15 7,31-1,1-1,0-2,68-5,-44 1,-31 0,229-11,264-36,-447 42,106-20,39-3,44 0,64-3,-57 17,31 0,-96-3,-196 16,-1 0,1 2,-1 1,0 1,1 0,-1 1,0 2,0 0,38 15,1 8,101 61,-16-7,-121-71,0-2,1-1,0-1,0 0,1-2,36 3,153-4,-143-5,-5-1,0-2,126-25,4-19,168-33,77 29,386 24,147 29,-741 6,423 69,-518-47,37 5,-148-32,0-1,0-1,0-2,0 0,0-2,39-11,-28 7,138-29,319-63,6 29,19 69,-474 4,282 19,-209-12,327 47,-183-19,-198-29,357 56,-306-41,-55-12,89 27,-122-29,0-2,0 0,47 3,88-5,-129-5,357-1,424 11,-685 2,-56-5,104-2,213-32,-60 2,-53 5,81-4,136 21,-272 5,-75-3,164 3,-235 4,94 19,-104-12,1-4,72 1,191-12,-319 1,1 0,-1-1,0 0,0-1,0 0,23-10,65-39,42-36,-136 83,1 0,-1 1,1 0,0 0,0 0,0 1,0 0,1 1,-1 0,1 0,0 0,14 0,4 1,1 2,-1 1,47 10,77 26,-119-29,13 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8T08:26:45.591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1 185,'8'-8,"1"1,0 0,0 1,0 0,1 0,0 1,1 0,16-5,1 2,0 1,32-5,-19 8,0 2,45 3,-45 1,1-2,41-6,228-21,-81-3,-85 7,-42 15,149 8,-113 2,-90-2,87 12,-101-6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8T08:27:20.272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1 307,'347'-2,"526"7,-6 55,-808-52,-1 2,0 2,0 3,55 23,-90-29,-1-1,-1 1,1 1,24 16,-30-16,1-1,1-1,-1-1,1 0,0-2,1 1,-1-2,1-1,0 0,0-2,29 0,-24-3,0-1,-1-1,1-1,28-10,-32 9,396-116,784-208,-739 245,-456 85,14-3,-1 1,1 1,-1 0,27 3,-44-2,-1 0,0 0,0 0,0 0,1 0,-1 0,0 0,0 0,0 0,1 0,-1 0,0 0,0 0,0 0,1 1,-1-1,0 0,0 0,0 0,0 0,1 0,-1 0,0 0,0 1,0-1,0 0,0 0,1 0,-1 0,0 1,0-1,0 0,0 0,0 0,0 0,0 1,0-1,0 0,0 0,0 0,0 1,0-1,0 0,0 0,0 0,0 1,0-1,0 0,0 0,0 0,0 1,0-1,0 0,0 0,0 0,-1 1,1-1,0 0,0 0,0 0,0 0,0 0,-1 1,1-1,-13 10,12-10,-35 20,-78 31,16-9,-137 72,219-106,1 0,0 2,0-1,-21 20,34-27,0 0,0 0,0 0,0 0,1 0,-1 1,1-1,-1 1,1-1,0 1,0-1,0 1,0 0,1-1,-1 1,1 0,0 0,-1-1,1 1,0 0,1 0,-1 0,1-1,-1 1,1 0,0-1,0 1,0 0,0-1,0 1,0-1,1 1,-1-1,4 3,6 8,0 0,1-1,0 0,23 15,-28-21,60 47,83 50,-124-89,-1 0,1-1,1-2,0 0,1-2,0-1,38 5,-34-10,0-1,0-1,0-2,43-7,-10-4,66-22,-44 11,2 3,0 5,0 3,1 4,108 5,-150 2,0-1,69-13,89-31,-126 24,68-15,-53 19,279-48,79 35,1 30,-310 2,1023-19,-594 5,-273-7,-116 4,932-10,-1028 31,116 22,40 3,111-27,-207-5,-74-1,91-15,-49 3,1043-112,-821 94,358 13,-629 21,1 2,113 22,-171-23,0 1,0 0,0 0,-1 1,19 10,-27-13,1 0,-1 0,1 1,-1-1,0 0,1 0,-1 1,0-1,0 1,0-1,0 1,0 0,0-1,-1 1,1 0,0-1,0 3,-1-2,0 0,-1 0,1 0,0 0,-1 0,1 0,-1 0,0 0,1 0,-1 0,0 0,0 0,0-1,-1 1,1 0,0-1,-1 1,1-1,-2 2,-20 17,0-1,0 0,-51 28,-88 35,-260 82,319-128,45-18,0-2,-73 10,102-22,29-4,-1 0,1 0,0 0,0 0,0 0,0 0,-1 0,1 0,0 0,0 0,0 0,0 0,0 0,-1 0,1 0,0 0,0 0,0 0,0 0,-1 0,1 0,0-1,0 1,0 0,0 0,0 0,-1 0,1 0,0 0,0 0,0 0,0-1,0 1,0 0,0 0,0 0,0 0,-1 0,1-1,0 1,0 0,0 0,0 0,0 0,0-1,0 1,0 0,0 0,0 0,0 0,0-1,0 1,0 0,0 0,1 0,-1 0,0 0,0-1,0 1,0 0,0 0,0 0,0 0,0 0,0 0,1-1,3-2,0 0,1 0,-1 1,1-1,-1 1,1 0,0 0,0 1,0-1,9 0,3-2,46-11,1 3,0 2,111-1,-144 12,0 2,0 0,55 15,84 37,22 5,-89-37,0-5,1-4,148 2,-229-15,36 6,-44-4,1-1,0 0,0-1,25-2,-37 0,1 0,0 0,-1-1,1 1,-1-1,0 0,1 0,-1 0,0-1,0 1,0-1,-1 0,5-4,1-3,0-1,-1 0,8-13,17-22,-22 34,0 1,1 0,1 0,-1 1,1 1,1 0,0 1,0 0,1 1,0 1,0 0,0 1,1 1,-1 1,1 0,19-1,44-5,201-12,-235 18,0-2,0-1,84-26,-114 28,41-10,-23 7,0-2,59-24,-50 12,1 2,1 2,0 2,51-11,-62 18,0-1,33-14,-31 9,43-9,-63 20,-1 0,1 2,0-1,1 2,-1 0,20 3,3 3,0 2,0 2,-1 2,-1 1,51 25,-37-11,-2 2,0 1,52 46,-80-60,1-1,0-1,2-1,-1-1,2-1,-1-1,1 0,1-2,0-1,0-2,27 4,18-2,1-2,123-10,-134-2,0-3,82-24,-39 7,688-126,-664 142,188 9,-154 5,-75-5,-14 1,90 9,-109 1,77 25,-69-17,-41-11,1 1,-1 0,-1 1,1 2,-1 0,-1 0,29 23,-42-29,33 26,47 29,-71-51,0-1,1 0,-1-1,1 0,0-1,1-1,25 4,11-3,1-2,103-9,-129 1,0-1,0-2,0 0,45-22,-17 7,-50 21,-1 0,0 0,0 0,-1-1,1 1,0-1,-1 0,0 0,1 0,-1-1,0 1,-1-1,1 0,-1 1,1-1,-1 0,-1-1,1 1,0 0,-1 0,0-1,0 1,0-1,-1 1,1-1,-1 1,0-1,0 1,-1-1,1 1,-1-1,0 1,0-1,-1 1,1 0,-1 0,0 0,0 0,0 0,-1 0,0 0,1 1,-1-1,0 1,-7-6,-4-1,-1 1,0 0,0 1,-1 1,0 0,0 1,0 1,-1 0,0 1,0 1,-31-1,3 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18T08:27:35.569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8T08:27:44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1821 0 24575,'-1'3'0,"0"0"0,-1 0 0,0 0 0,1 0 0,-1 0 0,0-1 0,-1 1 0,1-1 0,0 1 0,-1-1 0,1 0 0,-1 0 0,-5 4 0,-1 1 0,-118 87 0,55-43 0,-108 73 0,134-94 0,23-13 0,0 2 0,1 1 0,0 0 0,2 2 0,1 0 0,-33 50 0,17-12 0,3 2 0,-27 71 0,23-49 0,-128 287 0,152-350 0,12-21 0,0 0 0,0 0 0,0 0 0,0 0 0,-1 0 0,1 0 0,0 0 0,0 0 0,0 0 0,0 0 0,0 0 0,-1 0 0,1 1 0,0-1 0,0 0 0,0 0 0,0 0 0,-1 0 0,1 0 0,0 0 0,0-1 0,0 1 0,0 0 0,0 0 0,-1 0 0,1 0 0,0 0 0,0 0 0,0 0 0,0 0 0,0 0 0,0 0 0,-1 0 0,1 0 0,0-1 0,0 1 0,0 0 0,0 0 0,0 0 0,0 0 0,0 0 0,-5-16 0,-1-47 0,3-1 0,5-67 0,0 47 0,-1 43 0,0 10 0,-1 0 0,-5-42 0,3 62 0,-1-1 0,0 1 0,0 0 0,-1 1 0,0-1 0,-1 1 0,0-1 0,0 2 0,-2-1 0,-8-11 0,-16-16 0,-2 2 0,-1 1 0,-2 1 0,-2 3 0,0 1 0,-2 1 0,-1 3 0,-77-36 0,72 43 0,28 12 0,1-1 0,-30-16 0,38 13 0,9 10 0,0 0 0,0 0 0,0-1 0,0 1 0,0 0 0,0 0 0,0-1 0,0 1 0,0 0 0,0-1 0,0 1 0,0 0 0,0 0 0,0-1 0,0 1 0,1 0 0,-1 0 0,0-1 0,0 1 0,0 0 0,0 0 0,0-1 0,1 1 0,-1 0 0,0 0 0,0 0 0,0 0 0,1-1 0,-1 1 0,1 0 0,3-2 0,0 0 0,0 0 0,0 0 0,1 1 0,-1 0 0,1 0 0,-1 0 0,10-1 0,47 1 0,-40 1 0,609 46 0,-500-26-96,142 39 0,117 56-226,-129-37 223,-232-70 99,121 39 0,-146-46 0,1 0 0,-1 0 0,0 1 0,0-1 0,0 1 0,0-1 0,-1 1 0,1 0 0,0 0 0,-1 0 0,1 1 0,-1-1 0,0 1 0,2 2 0,-3-4 0,-1 0 0,0-1 0,1 1 0,-1 0 0,0 0 0,0 0 0,0 0 0,0 0 0,0 0 0,0 0 0,0 0 0,0 0 0,0-1 0,0 1 0,0 0 0,-1 0 0,1 0 0,-1 1 0,0 0 0,-1 1 0,1-1 0,-1 0 0,0 0 0,1 1 0,-1-1 0,0-1 0,-3 3 0,-8 6 55,0-1 0,0-1 0,-1 0 1,-28 12-1,-64 16 274,90-31-321,-54 12-8,-142 17 0,96-18 0,78-11 0,-135 22 0,-186 4 0,-36-49 0,339 15 0,1 3 0,-67 8 0,10 0 0,-194-3 0,421-29 0,-47 9 0,-39 9 0,-1-2 0,0 0 0,0-2 0,-1-1 0,0-1 0,46-28 0,-16 2 0,26-16 0,98-83 0,-156 117 0,0 1 0,34-18 0,15-10 0,29-18 0,-4 5 0,-10 0 0,51-38 0,-127 89 43,1 0 0,0 0-1,0 2 1,1-1 0,0 2-1,0 0 1,20-4 0,-10 4-470,0 2 0,0 0 1,48 0-1,-47 5-6399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6C43-6866-4963-ABCF-9CE77F9CFEBF}" type="datetimeFigureOut">
              <a:rPr lang="en-IN" smtClean="0"/>
              <a:t>17-04-2024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DABB7-4B33-4914-BC38-FAE0EFDF8C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71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4E0B-5023-8168-6862-9E46F1383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342B68-DC78-7E48-8BF0-FF4BF89731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01F21-55BC-5AF9-1158-D2AF785D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226EA-35CE-42CE-B5C8-BA626BEF665B}" type="datetime1">
              <a:rPr lang="en-IN" smtClean="0"/>
              <a:t>17-04-2024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E5585-06B9-F7CF-316E-B0FDA09A2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8F819-C732-7BB0-E711-3707AC6F7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853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DF6A9-E304-AC55-981E-6E9BDFDA2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0661C-3977-4E09-0DAF-78257A539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C7377-499E-FB23-B386-2729AD5B9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E1A54-B094-4206-9150-9E17C3E44CFC}" type="datetime1">
              <a:rPr lang="en-IN" smtClean="0"/>
              <a:t>17-04-2024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B8362-24A6-9741-C3E7-F2391916B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A775F-6325-A5F9-16EC-845327BFC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916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F13BC-9DB1-B17C-5FBD-B6CFB8B3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0FA943-816A-6F45-651E-A07A4C6FD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1E2C9-197A-B7F0-BCD6-DF58C0605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D4D7A-9968-4560-8D5B-DBD0D8CD850F}" type="datetime1">
              <a:rPr lang="en-IN" smtClean="0"/>
              <a:t>17-04-2024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05468-397D-F34A-370E-BF0D3D832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AB6A9-FF99-7FAB-DEC3-B9D4F730D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399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5F632-5E13-DD72-4071-C2DC1FD22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ACF26-0AE0-D65E-B740-EDDEC1E6AF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5F849B-6D30-2B64-3856-091E01030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7439DD-B315-5D77-CA30-B15596ED4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D9003-FB8A-4F4B-8652-7C519FC0F14C}" type="datetime1">
              <a:rPr lang="en-IN" smtClean="0"/>
              <a:t>17-04-2024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023D59-561F-2DAC-48E0-E71A308E0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D23C6-C195-BC3B-D638-AF113F63C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176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A51D-BBAC-E9EA-4DD1-AA42DC008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00D21-5214-3320-689A-C2A072895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25B614-E61F-B037-FF12-A03A7C5F4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CC93C8-C91F-F373-ABB8-2C3259D0B2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8CD83A-659B-9A01-BA98-79A581F090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4FE8F9-2F5E-7F73-2E90-C81ACD80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ECE3-5900-4EEE-8FE1-939FE65A9568}" type="datetime1">
              <a:rPr lang="en-IN" smtClean="0"/>
              <a:t>17-04-2024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3B0025-5DD9-A078-9979-BCAD82490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D1D2C2-104F-99AA-1F8F-FAB3BC05B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30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6412A-4410-4B35-2FA1-766F87DFD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4194EA-9386-060F-DC13-146038B76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B5B59-6075-4CFD-B3B3-AF9E436A522B}" type="datetime1">
              <a:rPr lang="en-IN" smtClean="0"/>
              <a:t>17-04-2024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239D55-32B5-E772-DE84-307015965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A938E-5CB2-8619-A622-39706D63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715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A263F7-944C-6A80-E443-78FB96453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6A1F-7B66-47F8-8909-D6F60F9650C0}" type="datetime1">
              <a:rPr lang="en-IN" smtClean="0"/>
              <a:t>17-04-2024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96FB76-C4F6-4613-513C-628983295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1B0F6-5497-0FF5-058B-0CDBCAA59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599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BA753-2BFA-A852-5AF9-65FCCAF32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18569-D078-6C43-1452-98892C908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B49201-9B0C-2BC6-7237-34FA104B5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2D04D1-EAA8-AC2B-6CF1-85673B76B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DBD6B-4C9D-420F-8850-E7CDB910E22F}" type="datetime1">
              <a:rPr lang="en-IN" smtClean="0"/>
              <a:t>17-04-2024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D5174D-E223-C6D1-C72A-835A82424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BF2E4-4B96-8E03-A752-45F32B04F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351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2080C-A5D0-2754-4D8D-6FEBD3CCE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A36B1E-6DFA-6034-4BD9-0CC228E502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DC429B-948F-2575-0908-B6A2D9F88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24E0FF-6991-BA14-FEDB-95796400C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6675C-E26F-4C53-930D-6ACC3F2C7BEF}" type="datetime1">
              <a:rPr lang="en-IN" smtClean="0"/>
              <a:t>17-04-2024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F13A01-25A3-FE96-25AC-9CEB2859A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8151FB-ED57-E6A6-4FF1-F456C46D4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004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00583-542A-153D-D01C-4A45374E1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B1EF15-AFFF-00FA-BA57-F887E8C922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4931C-0897-B246-A225-A3DC2026F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03E1B-DF53-4545-96A7-62966F158653}" type="datetime1">
              <a:rPr lang="en-IN" smtClean="0"/>
              <a:t>17-04-2024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1629B-C0FF-9C9C-EB53-FD4C8DEC8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FCEE8-82EA-C05D-FFBA-CEF5D7317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225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653F75-0980-2353-F054-300530850C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AE1E8-B776-8F7B-C35D-9F449B0762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D5CBF-016E-01B3-5599-E06E8C54E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25345-0F9F-458D-92E0-9FFDA64EE31E}" type="datetime1">
              <a:rPr lang="en-IN" smtClean="0"/>
              <a:t>17-04-2024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B31FD-2D3F-380A-CFD4-3B9C56086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34814-3BD0-4DE3-A198-687D853C8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454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F5B575-AA3B-1944-973F-80694FB8F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BF3D0-97DD-44C0-FCEA-9E407C4DD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9D0C2-324C-64D8-CA63-0670FFE9FA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BA77BE-38CD-44BA-BBCD-F7C653D6F0FF}" type="datetime1">
              <a:rPr lang="en-IN" smtClean="0"/>
              <a:t>17-04-2024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ECF40-08EF-1095-EDE7-3D75C0DE36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A3785-8C82-732F-798D-7846ABB999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D72C48-8E3A-42C1-8338-5C70573044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013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customXml" Target="../ink/ink12.xml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customXml" Target="../ink/ink11.xml"/><Relationship Id="rId5" Type="http://schemas.openxmlformats.org/officeDocument/2006/relationships/customXml" Target="../ink/ink8.xml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customXml" Target="../ink/ink10.xml"/><Relationship Id="rId1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customXml" Target="../ink/ink13.xml"/><Relationship Id="rId7" Type="http://schemas.openxmlformats.org/officeDocument/2006/relationships/customXml" Target="../ink/ink15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customXml" Target="../ink/ink14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customXml" Target="../ink/ink21.xml"/><Relationship Id="rId3" Type="http://schemas.openxmlformats.org/officeDocument/2006/relationships/customXml" Target="../ink/ink16.xml"/><Relationship Id="rId7" Type="http://schemas.openxmlformats.org/officeDocument/2006/relationships/customXml" Target="../ink/ink18.xml"/><Relationship Id="rId12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customXml" Target="../ink/ink20.xml"/><Relationship Id="rId5" Type="http://schemas.openxmlformats.org/officeDocument/2006/relationships/customXml" Target="../ink/ink17.xml"/><Relationship Id="rId10" Type="http://schemas.openxmlformats.org/officeDocument/2006/relationships/image" Target="../media/image25.png"/><Relationship Id="rId4" Type="http://schemas.openxmlformats.org/officeDocument/2006/relationships/image" Target="../media/image22.png"/><Relationship Id="rId9" Type="http://schemas.openxmlformats.org/officeDocument/2006/relationships/customXml" Target="../ink/ink19.xml"/><Relationship Id="rId1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customXml" Target="../ink/ink27.xml"/><Relationship Id="rId3" Type="http://schemas.openxmlformats.org/officeDocument/2006/relationships/customXml" Target="../ink/ink22.xml"/><Relationship Id="rId7" Type="http://schemas.openxmlformats.org/officeDocument/2006/relationships/customXml" Target="../ink/ink24.xml"/><Relationship Id="rId12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customXml" Target="../ink/ink26.xml"/><Relationship Id="rId5" Type="http://schemas.openxmlformats.org/officeDocument/2006/relationships/customXml" Target="../ink/ink23.xml"/><Relationship Id="rId10" Type="http://schemas.openxmlformats.org/officeDocument/2006/relationships/image" Target="../media/image34.png"/><Relationship Id="rId4" Type="http://schemas.openxmlformats.org/officeDocument/2006/relationships/image" Target="../media/image31.png"/><Relationship Id="rId9" Type="http://schemas.openxmlformats.org/officeDocument/2006/relationships/customXml" Target="../ink/ink25.xml"/><Relationship Id="rId1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0.png"/><Relationship Id="rId3" Type="http://schemas.openxmlformats.org/officeDocument/2006/relationships/customXml" Target="../ink/ink28.xml"/><Relationship Id="rId7" Type="http://schemas.openxmlformats.org/officeDocument/2006/relationships/customXml" Target="../ink/ink30.xml"/><Relationship Id="rId12" Type="http://schemas.openxmlformats.org/officeDocument/2006/relationships/customXml" Target="../ink/ink33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customXml" Target="../ink/ink32.xml"/><Relationship Id="rId5" Type="http://schemas.openxmlformats.org/officeDocument/2006/relationships/customXml" Target="../ink/ink29.xml"/><Relationship Id="rId10" Type="http://schemas.openxmlformats.org/officeDocument/2006/relationships/image" Target="../media/image39.png"/><Relationship Id="rId4" Type="http://schemas.openxmlformats.org/officeDocument/2006/relationships/image" Target="../media/image26.png"/><Relationship Id="rId9" Type="http://schemas.openxmlformats.org/officeDocument/2006/relationships/customXml" Target="../ink/ink3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80224-7FEB-6F7A-160E-65D934B13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325"/>
            <a:ext cx="9144000" cy="23876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Part_04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4EB7B9-B7A0-16BE-BF46-07172899B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</a:t>
            </a:r>
          </a:p>
          <a:p>
            <a:pPr algn="r"/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Jesna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 S</a:t>
            </a:r>
          </a:p>
          <a:p>
            <a:pPr algn="r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CSE, TKMCE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A5FE8-6D6C-9288-DC09-FD321FB24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607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A9F83-97EC-FF60-FF9C-395B79C8A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995"/>
          </a:xfrm>
        </p:spPr>
        <p:txBody>
          <a:bodyPr>
            <a:noAutofit/>
          </a:bodyPr>
          <a:lstStyle/>
          <a:p>
            <a:pPr algn="just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termination of a process in a distributed computing is to be detected?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E7337-337E-A163-36AC-745440D9A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745" y="1534160"/>
            <a:ext cx="10346510" cy="5323840"/>
          </a:xfrm>
        </p:spPr>
        <p:txBody>
          <a:bodyPr>
            <a:normAutofit/>
          </a:bodyPr>
          <a:lstStyle/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distributed processing systems, a problem is typically solved in a distributed manner with the cooperation of a number of processes.</a:t>
            </a:r>
          </a:p>
          <a:p>
            <a:pPr algn="just"/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in some applications,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to be solved is divided into many subproblems, and the execution of a subproblem cannot begin until the execution of the previous subproblem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complete.</a:t>
            </a:r>
          </a:p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it is necessary to determine when the execution of a particular subproblem has ended so that the execution of the next subproblem may begin. </a:t>
            </a:r>
          </a:p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fundamental problem in distributed systems is to determine if a distributed computation has terminated.</a:t>
            </a:r>
          </a:p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detection of the termination of a distributed computation is non-trivial </a:t>
            </a:r>
            <a:r>
              <a:rPr lang="en-US" sz="2400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since no process has complete knowledge of the global state, and global </a:t>
            </a:r>
            <a:r>
              <a:rPr lang="en-IN" sz="2400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time does not exist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02B5EF-5552-E0AC-7F7B-23B5A13F1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716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F2680-58F2-B174-5B5C-F6972C3C8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4029"/>
            <a:ext cx="10450286" cy="5512934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Termination detection algorithms are used to detect the terminated process in a distributed system.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distributed computations taking place in the distributed system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Underlying computation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Messages used in the underlying computation are called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basic messages.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Termination detection algorithm.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Messages used for the purpose of termination detection (by a termination detection algorithm) are called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control messages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94EF23-F0EF-42BF-7F63-AAD4205F0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303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E2010-6449-04C0-417C-31B150F02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343"/>
            <a:ext cx="10472057" cy="5447620"/>
          </a:xfrm>
        </p:spPr>
        <p:txBody>
          <a:bodyPr>
            <a:normAutofit/>
          </a:bodyPr>
          <a:lstStyle/>
          <a:p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termination detection (TD) algorithm must ensure the following: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of a TD algorithm cannot indefinitely delay the underlying computation; that is, </a:t>
            </a:r>
            <a:r>
              <a:rPr 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execution of the termination detection algorithm must not freeze the underlying computation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termination detection algorithm must not require addition of new communication channels between processes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FAAC47-5978-0320-BF9D-64700E856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822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9594B-3252-2C33-F819-4242EBF4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114" y="735240"/>
            <a:ext cx="10515600" cy="777875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System model of a distributed computation</a:t>
            </a:r>
            <a:endParaRPr lang="en-I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EF433-5B51-49C0-A307-F4C3D137B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55371"/>
            <a:ext cx="10515600" cy="2913743"/>
          </a:xfrm>
        </p:spPr>
        <p:txBody>
          <a:bodyPr/>
          <a:lstStyle/>
          <a:p>
            <a:pPr marL="0" indent="0" algn="just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distributed computation consists of a fixed set of processes that communicate solely by </a:t>
            </a:r>
            <a:r>
              <a:rPr lang="en-US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message passing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All messages are received correctly after an arbitrary but finite delay. </a:t>
            </a:r>
            <a:r>
              <a:rPr lang="en-US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is asynchronous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i.e., a process never waits for the receiver to be ready before sending a message. Messages sent over the same communication channel </a:t>
            </a:r>
            <a:r>
              <a:rPr lang="en-US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may not obey the FIFO ordering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622F0-D15B-3F14-5602-54299D6B7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797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6F06F-B594-3240-2E7C-777721DBF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336" y="113459"/>
            <a:ext cx="9661143" cy="1247981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 distributed computation </a:t>
            </a:r>
            <a:endParaRPr lang="en-I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F150F6-91CD-8685-A9C0-7F343ED5D8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2171"/>
          <a:stretch/>
        </p:blipFill>
        <p:spPr>
          <a:xfrm>
            <a:off x="733285" y="1417955"/>
            <a:ext cx="10435425" cy="482092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13A680-2A45-B813-3D9B-EAD3F34BF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6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9A3BE50-17AB-2C53-C21D-503E5347A0D3}"/>
                  </a:ext>
                </a:extLst>
              </p14:cNvPr>
              <p14:cNvContentPartPr/>
              <p14:nvPr/>
            </p14:nvContentPartPr>
            <p14:xfrm>
              <a:off x="7457280" y="2005880"/>
              <a:ext cx="829080" cy="138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9A3BE50-17AB-2C53-C21D-503E5347A0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85640" y="1861880"/>
                <a:ext cx="972720" cy="4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94454B0-2B08-B5CF-9B70-C74E964A8BBB}"/>
                  </a:ext>
                </a:extLst>
              </p14:cNvPr>
              <p14:cNvContentPartPr/>
              <p14:nvPr/>
            </p14:nvContentPartPr>
            <p14:xfrm>
              <a:off x="4216200" y="2447960"/>
              <a:ext cx="537120" cy="31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94454B0-2B08-B5CF-9B70-C74E964A8BB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44200" y="2303960"/>
                <a:ext cx="68076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9A5D0F4-24A6-D63A-930E-909A907669A7}"/>
                  </a:ext>
                </a:extLst>
              </p14:cNvPr>
              <p14:cNvContentPartPr/>
              <p14:nvPr/>
            </p14:nvContentPartPr>
            <p14:xfrm>
              <a:off x="3149160" y="3566120"/>
              <a:ext cx="2100240" cy="63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9A5D0F4-24A6-D63A-930E-909A907669A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77520" y="3422120"/>
                <a:ext cx="224388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830C60B-D233-807F-9966-B33C01BE6A01}"/>
                  </a:ext>
                </a:extLst>
              </p14:cNvPr>
              <p14:cNvContentPartPr/>
              <p14:nvPr/>
            </p14:nvContentPartPr>
            <p14:xfrm>
              <a:off x="1259520" y="3899480"/>
              <a:ext cx="6185160" cy="2170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830C60B-D233-807F-9966-B33C01BE6A0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87520" y="3755480"/>
                <a:ext cx="6328800" cy="50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64A114E-4983-82CD-7B3D-C53150908836}"/>
                  </a:ext>
                </a:extLst>
              </p14:cNvPr>
              <p14:cNvContentPartPr/>
              <p14:nvPr/>
            </p14:nvContentPartPr>
            <p14:xfrm>
              <a:off x="1341240" y="5089280"/>
              <a:ext cx="9453600" cy="2764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64A114E-4983-82CD-7B3D-C5315090883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69240" y="4945640"/>
                <a:ext cx="9597240" cy="56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916489A-8D02-1766-3A9C-B08C1C81AEE3}"/>
                  </a:ext>
                </a:extLst>
              </p14:cNvPr>
              <p14:cNvContentPartPr/>
              <p14:nvPr/>
            </p14:nvContentPartPr>
            <p14:xfrm>
              <a:off x="1310640" y="5556920"/>
              <a:ext cx="1903320" cy="921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916489A-8D02-1766-3A9C-B08C1C81AEE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39000" y="5413280"/>
                <a:ext cx="2046960" cy="37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70634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AEF69-576E-8291-709B-20A4C7B2B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7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028EDD-D5E7-EAEB-5947-AE8EAAE1A0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6949"/>
          <a:stretch/>
        </p:blipFill>
        <p:spPr>
          <a:xfrm>
            <a:off x="675167" y="599439"/>
            <a:ext cx="10841666" cy="372872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0E318D3-D803-2F95-0EA1-99592CD23C2F}"/>
                  </a:ext>
                </a:extLst>
              </p14:cNvPr>
              <p14:cNvContentPartPr/>
              <p14:nvPr/>
            </p14:nvContentPartPr>
            <p14:xfrm>
              <a:off x="1253400" y="596480"/>
              <a:ext cx="5625720" cy="319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0E318D3-D803-2F95-0EA1-99592CD23C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81760" y="452480"/>
                <a:ext cx="5769360" cy="60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DFFEA63-A6BF-ED18-B72A-B738E39CBFA1}"/>
                  </a:ext>
                </a:extLst>
              </p14:cNvPr>
              <p14:cNvContentPartPr/>
              <p14:nvPr/>
            </p14:nvContentPartPr>
            <p14:xfrm>
              <a:off x="1280040" y="2402600"/>
              <a:ext cx="9840240" cy="157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DFFEA63-A6BF-ED18-B72A-B738E39CBFA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08400" y="2258960"/>
                <a:ext cx="998388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83F760F-0A4C-F34C-537E-8E73884625B6}"/>
                  </a:ext>
                </a:extLst>
              </p14:cNvPr>
              <p14:cNvContentPartPr/>
              <p14:nvPr/>
            </p14:nvContentPartPr>
            <p14:xfrm>
              <a:off x="1289760" y="2761160"/>
              <a:ext cx="4459320" cy="155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83F760F-0A4C-F34C-537E-8E73884625B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18120" y="2617520"/>
                <a:ext cx="4602960" cy="44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9C8819E-43BB-93A5-DC05-CDF90D0E5831}"/>
                  </a:ext>
                </a:extLst>
              </p14:cNvPr>
              <p14:cNvContentPartPr/>
              <p14:nvPr/>
            </p14:nvContentPartPr>
            <p14:xfrm>
              <a:off x="9570840" y="2814080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9C8819E-43BB-93A5-DC05-CDF90D0E583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498840" y="2670440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AE799EA-AC4C-203D-63FD-2CC62EB0AF5D}"/>
                  </a:ext>
                </a:extLst>
              </p14:cNvPr>
              <p14:cNvContentPartPr/>
              <p14:nvPr/>
            </p14:nvContentPartPr>
            <p14:xfrm>
              <a:off x="9915720" y="3646400"/>
              <a:ext cx="1293480" cy="1137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AE799EA-AC4C-203D-63FD-2CC62EB0AF5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843720" y="3502760"/>
                <a:ext cx="1437120" cy="40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0AC4817-9F2D-A983-6E9E-9BEEF7360DFD}"/>
                  </a:ext>
                </a:extLst>
              </p14:cNvPr>
              <p14:cNvContentPartPr/>
              <p14:nvPr/>
            </p14:nvContentPartPr>
            <p14:xfrm>
              <a:off x="1199040" y="4062920"/>
              <a:ext cx="954000" cy="52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0AC4817-9F2D-A983-6E9E-9BEEF7360DF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27040" y="3919280"/>
                <a:ext cx="1097640" cy="34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3165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1002D-13A8-6A77-C204-EB472DD16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termination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2E600-3B1C-8C63-FBC4-AC5F83B81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1720" y="2390776"/>
            <a:ext cx="10515600" cy="2678112"/>
          </a:xfrm>
        </p:spPr>
        <p:txBody>
          <a:bodyPr>
            <a:normAutofit/>
          </a:bodyPr>
          <a:lstStyle/>
          <a:p>
            <a:pPr algn="just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p</a:t>
            </a:r>
            <a:r>
              <a:rPr lang="en-US" b="0" i="0" u="none" strike="no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 denote the state (active or idle) of process pi at instant t and </a:t>
            </a:r>
            <a:r>
              <a:rPr lang="en-US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0" i="0" u="none" strike="noStrike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 denote the number of messages in transit in the channel at instant t from process pi to process </a:t>
            </a:r>
            <a:r>
              <a:rPr lang="en-US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pj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 </a:t>
            </a:r>
          </a:p>
          <a:p>
            <a:pPr algn="just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distributed computation is said to be terminated at time instant t</a:t>
            </a:r>
            <a:r>
              <a:rPr lang="en-US" b="0" i="0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iff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5BE4E6-781C-C80D-C433-E69E0D3F56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51" t="9834" r="16288" b="56823"/>
          <a:stretch/>
        </p:blipFill>
        <p:spPr>
          <a:xfrm>
            <a:off x="3901440" y="4673600"/>
            <a:ext cx="5252720" cy="7213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68300-AA85-D100-2243-B8C0BC00C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8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259D3F0-24DC-8E16-A83F-A9E3B64B3F41}"/>
                  </a:ext>
                </a:extLst>
              </p14:cNvPr>
              <p14:cNvContentPartPr/>
              <p14:nvPr/>
            </p14:nvContentPartPr>
            <p14:xfrm>
              <a:off x="2001480" y="2590160"/>
              <a:ext cx="2945880" cy="92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259D3F0-24DC-8E16-A83F-A9E3B64B3F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29480" y="2446520"/>
                <a:ext cx="3089520" cy="3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33C0D65-40C1-7DC6-31E6-646964D6160B}"/>
                  </a:ext>
                </a:extLst>
              </p14:cNvPr>
              <p14:cNvContentPartPr/>
              <p14:nvPr/>
            </p14:nvContentPartPr>
            <p14:xfrm>
              <a:off x="1452400" y="2970792"/>
              <a:ext cx="6491880" cy="2260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33C0D65-40C1-7DC6-31E6-646964D6160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80400" y="2826792"/>
                <a:ext cx="6635520" cy="51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D6C90F8-ECB9-2847-E180-0FEB4BE47DF8}"/>
                  </a:ext>
                </a:extLst>
              </p14:cNvPr>
              <p14:cNvContentPartPr/>
              <p14:nvPr/>
            </p14:nvContentPartPr>
            <p14:xfrm>
              <a:off x="6990000" y="3896960"/>
              <a:ext cx="3870000" cy="1778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D6C90F8-ECB9-2847-E180-0FEB4BE47DF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18360" y="3753320"/>
                <a:ext cx="4013640" cy="46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1697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7804A-BB7D-5E30-7D0B-A953E77E1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Termination detection using distributed snapshots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056BE-644D-2649-2A3A-E34401048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assumes that there is a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logical bidirectional communication channel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every pair of processes.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channels are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reliable but non-FIFO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Message delay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arbitrary but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finite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A90A4-5E42-A38B-2EF4-D37036E01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1817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9C892-405A-02B3-33A1-BADFB6AD6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2715"/>
            <a:ext cx="10515600" cy="1077595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Informal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5B396-1FA8-8F0C-4011-3C269E376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" y="944880"/>
            <a:ext cx="11084560" cy="580136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idea behind the algorithm is as follows: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computation terminates, there must exist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unique process which became idle last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process goes from active to idle,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it issues a request to all other processes to take a local snapshot, and also requests itself to take a local snapshot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process receives the request, </a:t>
            </a:r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if it agrees that the requester became idle before itself, it grants the request by taking a local snapshot for the request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request is said to be successful if all processes have taken a local snapshot for it. </a:t>
            </a:r>
          </a:p>
          <a:p>
            <a:pPr algn="just"/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requester or any external agent may collect all the local snapshots of a request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request is successful, </a:t>
            </a:r>
            <a:r>
              <a:rPr lang="en-US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global snapshot of the request can thus be obtained and the recorded state will indicate termination of the computation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viz., in the recorded snapshot, all the processes are idle and there is no message in transit to any of the processes.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5902F-C0BB-AB7F-B217-9EEB7AB03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749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A40F3-9410-74CE-413F-3BA4C0649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100965"/>
            <a:ext cx="10515600" cy="904875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35421-6B74-396A-1728-7FAA849EB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7920"/>
            <a:ext cx="10601960" cy="5039043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needs logical time to order the requests.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process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an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logical clock denoted by 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initialized to zero at the start of the computation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increments its x by one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time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becomes idle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basic message sent by a process at its logical time x is of the form </a:t>
            </a:r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B(x)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control message that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 processes to take local snapshot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issued by process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its logical time x is of the form </a:t>
            </a:r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R(x, </a:t>
            </a:r>
            <a:r>
              <a:rPr lang="en-US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Besides logical clock x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a process maintains a variable 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that when the process is idle,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the maximum of the values (x, k) on all messages R(x, k) ever received or sent by the process.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DA733-8398-0325-A6DD-FA844CC89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6903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892BD-DD93-9F7D-8B01-3BEDD5575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9120"/>
            <a:ext cx="10297160" cy="5597843"/>
          </a:xfrm>
        </p:spPr>
        <p:txBody>
          <a:bodyPr>
            <a:normAutofit/>
          </a:bodyPr>
          <a:lstStyle/>
          <a:p>
            <a:pPr algn="l"/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time is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as follows: (x, k) &gt; (x, k’) </a:t>
            </a:r>
            <a:r>
              <a:rPr lang="en-US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iff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(x &gt; x’) or  ((x = x’) and (k &gt; k’)), i.e., a tie between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x’ is broken by the process identification numbers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I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k’.</a:t>
            </a:r>
          </a:p>
          <a:p>
            <a:pPr algn="l"/>
            <a:endParaRPr lang="en-IN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5AE01-4EE9-5766-4932-0B72BC67F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709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3D267-2EF7-30FB-94C9-7629CBE9B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1262643"/>
            <a:ext cx="2362200" cy="433271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is defined by the following four rules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4B0D44-AD86-DC42-F9B4-698BFC90A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792" y="103737"/>
            <a:ext cx="7146408" cy="665052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DF66C-A91F-F87E-FD33-F90C3AF55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575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F4B1D-424B-721A-FFDC-5EF6D677B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Termination detection by weight throwing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F7ADB-B4F4-EF0F-7E91-4B50F83BA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called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controlling agent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the computation in this algorithm.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communication channel exists between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each of the processes and the controlling agent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also between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every pair of processes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B775B-0F7E-1D9A-8ACB-20948946C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009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4D605-CB56-0EF5-C292-0A18993B3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" y="0"/>
            <a:ext cx="10515600" cy="701675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534E6-8322-7D16-E341-A084B69B5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280"/>
            <a:ext cx="10378440" cy="57912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Initially, all processes are in the idle state.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weight at each process is zero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weight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at the controlling agent is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computation starts when the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controlling agent sends a basic message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one of the processes.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becomes active and the computation starts.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non-zero weight W (0 &lt;W ≤ 1) is assigned to each process in the active state and to each message in transit in the following manner:</a:t>
            </a:r>
          </a:p>
          <a:p>
            <a:pPr lvl="1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process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a message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</a:t>
            </a:r>
            <a:r>
              <a:rPr lang="en-US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sends a part of its weight in the message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process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a message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it add the weight received in the message to its weight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sum of weights on all the processes and on all the messages in transit is always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9DED9-A4A7-5C66-74C4-36FEE77CE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066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23BE4-BFF5-BCC5-9E47-DFE3C5737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2001"/>
            <a:ext cx="10358120" cy="2667000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process becomes passive,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it sends its weight to the controlling agent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control message, which the controlling agent adds to its weight.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controlling agent concludes termination if its weight becomes 1.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20F53-E8D7-6B1B-2352-8D21E66DC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376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47F52A-3750-484E-B9DE-D5E2C24E1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44" y="1249680"/>
            <a:ext cx="11835856" cy="379984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CEF77-16EA-D7EF-7935-518BD4F0D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114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DC9FFA-5EBD-F8AB-542A-0870286574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48"/>
          <a:stretch/>
        </p:blipFill>
        <p:spPr>
          <a:xfrm>
            <a:off x="304800" y="187959"/>
            <a:ext cx="11643360" cy="683612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2261B-9E52-52B2-688B-7AD63C484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91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DB179-28B7-EF87-D8BA-0048313C2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0"/>
            <a:ext cx="11353800" cy="1158875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Spanning Tree based termination detection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01EB2-8B15-D54B-C6FE-E53327F53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5008"/>
            <a:ext cx="10276114" cy="5568496"/>
          </a:xfrm>
        </p:spPr>
        <p:txBody>
          <a:bodyPr>
            <a:normAutofit/>
          </a:bodyPr>
          <a:lstStyle/>
          <a:p>
            <a:pPr algn="just"/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assumes there are </a:t>
            </a:r>
            <a:r>
              <a:rPr lang="en-US" sz="26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 processes 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Pi, 0 ≤ </a:t>
            </a:r>
            <a:r>
              <a:rPr lang="en-US" sz="26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 N, which are modeled as the nodes </a:t>
            </a:r>
            <a:r>
              <a:rPr lang="en-US" sz="26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0 ≤ </a:t>
            </a:r>
            <a:r>
              <a:rPr lang="en-US" sz="26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 N, of a </a:t>
            </a:r>
            <a:r>
              <a:rPr lang="en-US" sz="2600" b="1" i="1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fixed connected undirected graph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6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edges of the graph represent the communication channels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through which a process sends messages to neighboring processes in the graph.</a:t>
            </a:r>
          </a:p>
          <a:p>
            <a:pPr algn="just"/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uses a fixed spanning tree of the graph with </a:t>
            </a:r>
            <a:r>
              <a:rPr lang="en-US" sz="26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process P0 at its root 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responsible for termination detection. </a:t>
            </a:r>
          </a:p>
          <a:p>
            <a:pPr algn="just"/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lang="en-US" sz="26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P0 communicates with other processes to determine their states 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lang="en-US" sz="2600" b="1" i="1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messages </a:t>
            </a:r>
            <a:r>
              <a:rPr lang="en-US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this purpose are </a:t>
            </a:r>
            <a:r>
              <a:rPr lang="en-IN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 </a:t>
            </a:r>
            <a:r>
              <a:rPr lang="en-IN" sz="2600" b="1" i="1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signals</a:t>
            </a:r>
            <a:r>
              <a:rPr lang="en-IN" sz="2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All leaf nodes report to their parents, if they have terminated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parent node will similarly report to its parent when it has completed processing and all of its immediate children have terminated, and so on. 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root concludes that termination has occurred, if it has terminated and all of its immediate children have also terminated.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2E5C8-E56A-A4D1-68A2-F24BB0257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058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A5908-2578-A5C2-D1FA-32AD9C963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8714"/>
            <a:ext cx="10515600" cy="5578249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termination detection algorithm generates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two waves of signals moving inward and outward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the spanning tree.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contracting wave of signals, called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moves inward from leaves to the root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If this token wave reaches the root without discovering that termination has occurred, the root initiates a second outward wave of repeat signals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this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wave reaches leaves, the token wave gradually forms and starts moving inward again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sequence of events is repeated until the termination is detected.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F8961-402D-8F57-959A-83D82DD6B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7203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D7327-A9EE-0BEF-5642-FB2DC815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" y="-252413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61F33-93A8-F009-CF94-065EE5661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21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E189E1-B422-B799-6C58-73EFD2FEE4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261"/>
          <a:stretch/>
        </p:blipFill>
        <p:spPr>
          <a:xfrm>
            <a:off x="1038545" y="765092"/>
            <a:ext cx="9879826" cy="508734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C25E8B5-3342-72F8-89D2-72C742715A1E}"/>
                  </a:ext>
                </a:extLst>
              </p14:cNvPr>
              <p14:cNvContentPartPr/>
              <p14:nvPr/>
            </p14:nvContentPartPr>
            <p14:xfrm>
              <a:off x="1676177" y="1005566"/>
              <a:ext cx="804600" cy="957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C25E8B5-3342-72F8-89D2-72C742715A1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04177" y="861566"/>
                <a:ext cx="94824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9BB19C4-D244-7401-08ED-A1FB55A62A47}"/>
                  </a:ext>
                </a:extLst>
              </p14:cNvPr>
              <p14:cNvContentPartPr/>
              <p14:nvPr/>
            </p14:nvContentPartPr>
            <p14:xfrm>
              <a:off x="1665737" y="1730606"/>
              <a:ext cx="1490040" cy="153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9BB19C4-D244-7401-08ED-A1FB55A62A4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93737" y="1586606"/>
                <a:ext cx="1633680" cy="44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EFE1F32-FAAA-2955-3451-BA44B2056B7C}"/>
                  </a:ext>
                </a:extLst>
              </p14:cNvPr>
              <p14:cNvContentPartPr/>
              <p14:nvPr/>
            </p14:nvContentPartPr>
            <p14:xfrm>
              <a:off x="9600857" y="2938046"/>
              <a:ext cx="587520" cy="1011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EFE1F32-FAAA-2955-3451-BA44B2056B7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529217" y="2794406"/>
                <a:ext cx="731160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0A83F07-94BF-B0BE-9C6C-349A0884E0B9}"/>
                  </a:ext>
                </a:extLst>
              </p14:cNvPr>
              <p14:cNvContentPartPr/>
              <p14:nvPr/>
            </p14:nvContentPartPr>
            <p14:xfrm>
              <a:off x="4478057" y="2939486"/>
              <a:ext cx="2315520" cy="196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0A83F07-94BF-B0BE-9C6C-349A0884E0B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06417" y="2795846"/>
                <a:ext cx="2459160" cy="48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C22F877-7039-65EC-DFA5-837FB6623F7E}"/>
                  </a:ext>
                </a:extLst>
              </p14:cNvPr>
              <p14:cNvContentPartPr/>
              <p14:nvPr/>
            </p14:nvContentPartPr>
            <p14:xfrm>
              <a:off x="4277897" y="3276446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C22F877-7039-65EC-DFA5-837FB6623F7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206257" y="3132446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08AFAC7-B235-56AA-94ED-C94459EE5B7C}"/>
                  </a:ext>
                </a:extLst>
              </p14:cNvPr>
              <p14:cNvContentPartPr/>
              <p14:nvPr/>
            </p14:nvContentPartPr>
            <p14:xfrm>
              <a:off x="2819177" y="4560206"/>
              <a:ext cx="3667320" cy="882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08AFAC7-B235-56AA-94ED-C94459EE5B7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747177" y="4416566"/>
                <a:ext cx="3810960" cy="37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45506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ACEC1-EB1B-8120-EBDA-50BAFEAEF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AD57C-51B2-B924-4811-CC8BDE69F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Initially, each leaf process is given a token.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leaf process, after it has terminated, sends its token to its parent.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parent process terminates and after it has received a token from each of its children, it sends a token to its parent.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way, each process indicates to its parent process that the subtree below it has become idle.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similar manner, the tokens get propagated to the root.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root of the tree concludes that termination has occurred, after it has become idle and has received a token from each of its children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DC603-A338-0CF0-8DC9-7C4AE9799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388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0E050-7BBB-5B80-BC3A-5003B8366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3446"/>
          </a:xfrm>
        </p:spPr>
        <p:txBody>
          <a:bodyPr/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problem with the algorithm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DCC6D-85E0-3523-EF65-50A8ABE8B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84513"/>
            <a:ext cx="10624457" cy="543696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simple algorithm fails under some circumstances. </a:t>
            </a:r>
          </a:p>
          <a:p>
            <a:pPr algn="just"/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After a process has sent its token to its parent, it should remain idle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this is not the case.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arises </a:t>
            </a:r>
            <a:r>
              <a:rPr lang="en-US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when a process after it has sent a token to its parent, receives a message from some other process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Note that this message could </a:t>
            </a:r>
            <a:r>
              <a:rPr lang="en-US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cause the process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(that has already sent a token to its parent) to again </a:t>
            </a:r>
            <a:r>
              <a:rPr lang="en-US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become active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 the simple algorithm fails since the process that indicated to its parent that it has become idle, is now active because of the message received from an active process.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root node just because it received a token from a child, can’t conclude that all processes in the child’s subtree have terminated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has to be reworked to accommodate such message-passing scenarios.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D2733-B2A6-9B5D-5179-FC3CD97DC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1602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8F13BF0-BC9D-7CE8-B113-2B46D95F7B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31" r="2830"/>
          <a:stretch/>
        </p:blipFill>
        <p:spPr>
          <a:xfrm>
            <a:off x="1066800" y="136525"/>
            <a:ext cx="10233025" cy="36735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4092C8-CF49-D7CA-2C6C-175828726D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2579"/>
          <a:stretch/>
        </p:blipFill>
        <p:spPr>
          <a:xfrm>
            <a:off x="6906049" y="3502381"/>
            <a:ext cx="4219151" cy="323835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84314-9E60-8BA1-E416-8159A5B82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24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BA6DDF-F61D-38EA-6514-3EFA15E91D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608" t="38201" r="2907" b="44916"/>
          <a:stretch/>
        </p:blipFill>
        <p:spPr>
          <a:xfrm>
            <a:off x="5056414" y="5110579"/>
            <a:ext cx="2079172" cy="57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1652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0AEA0-1D00-869B-9441-04EAB6769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228" y="151152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correct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9953C-7880-5C90-0221-DBE37CF98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057"/>
            <a:ext cx="9492344" cy="4848906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correct algorithm was developed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idea is to color the processes and tokens and change the color when such messages are involved.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order to enable the root node to know that a node in its children’s subtree, that was assumed to be terminated, has become active due to a message,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coloring scheme for tokens and nodes is used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root can determine that an idle process has been activated by a message, based on the color of the token it receives from its children.</a:t>
            </a:r>
            <a:endParaRPr lang="en-IN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1F3E6-40D3-FCCD-ADD1-C4A6DA13C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2255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278CE-3778-18EF-7DFB-9C77FFF59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8086"/>
            <a:ext cx="10515600" cy="5708877"/>
          </a:xfrm>
        </p:spPr>
        <p:txBody>
          <a:bodyPr/>
          <a:lstStyle/>
          <a:p>
            <a:pPr algn="just"/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All tokens are initialized to white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process had sent a message to some other process, it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sends a black token to its parent on termination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otherwise, </a:t>
            </a:r>
            <a:r>
              <a:rPr lang="en-US" b="1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it sends a white token on termination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the parent process on getting the black token knows that its child had sent a message to some other process.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parent, when sending its token (on terminating) to its parent, sends a black token only if it received a black token from one of its children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way, the parent’s parent knows that one of the processes in its child’s subtree had sent a message to some other process.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DB82A-7096-1525-6981-E52BC25FA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1631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5D2C3-2D3D-A041-B70A-5184144CA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8343"/>
            <a:ext cx="10515600" cy="5828620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gets propagated and finally the root node knows that message-passing was involved when it receives a black token from one of its children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case, the root asks all nodes in the system to restart the termination detection.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this,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root sends a repeat signal to all other process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receiving the repeat signal,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all leaves will restart the termination detection algorithm.</a:t>
            </a:r>
            <a:endParaRPr lang="en-I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D8143-8E8A-F5BE-52B4-290B746FF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9254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EE874-17DD-65E9-294B-90F0F4C93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14" y="136525"/>
            <a:ext cx="10515600" cy="679904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description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DD661-4149-9488-58E7-3A4EA39E7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28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AD38BF-FA06-A3BD-AE90-4CC5189DDD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49" r="8274"/>
          <a:stretch/>
        </p:blipFill>
        <p:spPr>
          <a:xfrm>
            <a:off x="1556657" y="775723"/>
            <a:ext cx="9394371" cy="594575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B0E0DD2-946B-9354-1888-5510B3F703D6}"/>
                  </a:ext>
                </a:extLst>
              </p14:cNvPr>
              <p14:cNvContentPartPr/>
              <p14:nvPr/>
            </p14:nvContentPartPr>
            <p14:xfrm>
              <a:off x="8937017" y="1088160"/>
              <a:ext cx="1719360" cy="1227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B0E0DD2-946B-9354-1888-5510B3F703D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65017" y="944520"/>
                <a:ext cx="1863000" cy="4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D9D41A7-73A6-A1D6-7348-E220B40D4225}"/>
                  </a:ext>
                </a:extLst>
              </p14:cNvPr>
              <p14:cNvContentPartPr/>
              <p14:nvPr/>
            </p14:nvContentPartPr>
            <p14:xfrm>
              <a:off x="2100617" y="1438080"/>
              <a:ext cx="6534720" cy="182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D9D41A7-73A6-A1D6-7348-E220B40D422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28977" y="1294080"/>
                <a:ext cx="6678360" cy="470160"/>
              </a:xfrm>
              <a:prstGeom prst="rect">
                <a:avLst/>
              </a:prstGeom>
            </p:spPr>
          </p:pic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53B113-5552-6ABF-175E-1D0EE60B0B89}"/>
              </a:ext>
            </a:extLst>
          </p:cNvPr>
          <p:cNvCxnSpPr/>
          <p:nvPr/>
        </p:nvCxnSpPr>
        <p:spPr>
          <a:xfrm>
            <a:off x="9796697" y="1709057"/>
            <a:ext cx="98016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A5B394C-6983-E52E-A583-3F0323E18F1A}"/>
              </a:ext>
            </a:extLst>
          </p:cNvPr>
          <p:cNvCxnSpPr>
            <a:cxnSpLocks/>
          </p:cNvCxnSpPr>
          <p:nvPr/>
        </p:nvCxnSpPr>
        <p:spPr>
          <a:xfrm>
            <a:off x="2100617" y="2090057"/>
            <a:ext cx="361438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BE54180-B254-06A5-D36C-33B654BF6614}"/>
                  </a:ext>
                </a:extLst>
              </p14:cNvPr>
              <p14:cNvContentPartPr/>
              <p14:nvPr/>
            </p14:nvContentPartPr>
            <p14:xfrm>
              <a:off x="6531137" y="2230800"/>
              <a:ext cx="652320" cy="626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BE54180-B254-06A5-D36C-33B654BF661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59497" y="2087160"/>
                <a:ext cx="79596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FD660C6-8FB6-BE47-E6F6-1E68F33B3985}"/>
                  </a:ext>
                </a:extLst>
              </p14:cNvPr>
              <p14:cNvContentPartPr/>
              <p14:nvPr/>
            </p14:nvContentPartPr>
            <p14:xfrm>
              <a:off x="2133377" y="2285160"/>
              <a:ext cx="4484160" cy="132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FD660C6-8FB6-BE47-E6F6-1E68F33B398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061737" y="2141520"/>
                <a:ext cx="4627800" cy="420480"/>
              </a:xfrm>
              <a:prstGeom prst="rect">
                <a:avLst/>
              </a:prstGeom>
            </p:spPr>
          </p:pic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F3D26F8-20F4-E244-1A40-B5EE0C436372}"/>
              </a:ext>
            </a:extLst>
          </p:cNvPr>
          <p:cNvCxnSpPr>
            <a:cxnSpLocks/>
          </p:cNvCxnSpPr>
          <p:nvPr/>
        </p:nvCxnSpPr>
        <p:spPr>
          <a:xfrm>
            <a:off x="2013531" y="3581400"/>
            <a:ext cx="87633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5D5D5A2-585F-791D-D6C8-2FABBE1137A8}"/>
              </a:ext>
            </a:extLst>
          </p:cNvPr>
          <p:cNvCxnSpPr>
            <a:cxnSpLocks/>
          </p:cNvCxnSpPr>
          <p:nvPr/>
        </p:nvCxnSpPr>
        <p:spPr>
          <a:xfrm>
            <a:off x="2013531" y="3984171"/>
            <a:ext cx="9147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387CC6A-7ABA-2A04-B4BE-67C7BB5049BF}"/>
                  </a:ext>
                </a:extLst>
              </p14:cNvPr>
              <p14:cNvContentPartPr/>
              <p14:nvPr/>
            </p14:nvContentPartPr>
            <p14:xfrm>
              <a:off x="2089457" y="5268120"/>
              <a:ext cx="8570880" cy="1976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387CC6A-7ABA-2A04-B4BE-67C7BB5049B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017817" y="5124120"/>
                <a:ext cx="8714520" cy="4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C35AA11-EC9F-44AA-943C-8CB1FB2AB2C3}"/>
                  </a:ext>
                </a:extLst>
              </p14:cNvPr>
              <p14:cNvContentPartPr/>
              <p14:nvPr/>
            </p14:nvContentPartPr>
            <p14:xfrm>
              <a:off x="2166137" y="6019440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C35AA11-EC9F-44AA-943C-8CB1FB2AB2C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094497" y="5875800"/>
                <a:ext cx="144000" cy="288000"/>
              </a:xfrm>
              <a:prstGeom prst="rect">
                <a:avLst/>
              </a:prstGeom>
            </p:spPr>
          </p:pic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0C3F8F7-316D-7B37-2475-E432A29A9618}"/>
              </a:ext>
            </a:extLst>
          </p:cNvPr>
          <p:cNvCxnSpPr>
            <a:cxnSpLocks/>
          </p:cNvCxnSpPr>
          <p:nvPr/>
        </p:nvCxnSpPr>
        <p:spPr>
          <a:xfrm>
            <a:off x="2089457" y="6270171"/>
            <a:ext cx="87633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08E2F5D-78D6-5FDF-3154-0272A4677936}"/>
              </a:ext>
            </a:extLst>
          </p:cNvPr>
          <p:cNvCxnSpPr>
            <a:cxnSpLocks/>
          </p:cNvCxnSpPr>
          <p:nvPr/>
        </p:nvCxnSpPr>
        <p:spPr>
          <a:xfrm>
            <a:off x="2089457" y="6623504"/>
            <a:ext cx="66462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124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80768-000A-32F9-C3BC-BC3253BB4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29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AC417E-2547-7045-FA81-D3FDA208A7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93" t="2868" r="4761" b="3467"/>
          <a:stretch/>
        </p:blipFill>
        <p:spPr>
          <a:xfrm>
            <a:off x="979801" y="234562"/>
            <a:ext cx="9644742" cy="63888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A089A72-EB57-F40C-3443-EBCF5CD99E01}"/>
                  </a:ext>
                </a:extLst>
              </p14:cNvPr>
              <p14:cNvContentPartPr/>
              <p14:nvPr/>
            </p14:nvContentPartPr>
            <p14:xfrm>
              <a:off x="2764817" y="391920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A089A72-EB57-F40C-3443-EBCF5CD99E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92817" y="247920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011B2FE-2EA7-6624-6465-E67FAD01E30C}"/>
                  </a:ext>
                </a:extLst>
              </p14:cNvPr>
              <p14:cNvContentPartPr/>
              <p14:nvPr/>
            </p14:nvContentPartPr>
            <p14:xfrm>
              <a:off x="1567457" y="304440"/>
              <a:ext cx="9010800" cy="221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011B2FE-2EA7-6624-6465-E67FAD01E30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95817" y="160800"/>
                <a:ext cx="9154440" cy="50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FB84B91-EDA5-07BF-506F-709809C8AF3B}"/>
                  </a:ext>
                </a:extLst>
              </p14:cNvPr>
              <p14:cNvContentPartPr/>
              <p14:nvPr/>
            </p14:nvContentPartPr>
            <p14:xfrm>
              <a:off x="1600217" y="848040"/>
              <a:ext cx="703080" cy="66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FB84B91-EDA5-07BF-506F-709809C8AF3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28577" y="704400"/>
                <a:ext cx="846720" cy="35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DF15346-001E-E7C8-EA27-405490DF3672}"/>
                  </a:ext>
                </a:extLst>
              </p14:cNvPr>
              <p14:cNvContentPartPr/>
              <p14:nvPr/>
            </p14:nvContentPartPr>
            <p14:xfrm>
              <a:off x="1621817" y="4559640"/>
              <a:ext cx="8165520" cy="302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DF15346-001E-E7C8-EA27-405490DF367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550177" y="4415640"/>
                <a:ext cx="8309160" cy="58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A49B6FD-6F02-4AB2-B2D5-85861B233E72}"/>
                  </a:ext>
                </a:extLst>
              </p14:cNvPr>
              <p14:cNvContentPartPr/>
              <p14:nvPr/>
            </p14:nvContentPartPr>
            <p14:xfrm>
              <a:off x="946817" y="513744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A49B6FD-6F02-4AB2-B2D5-85861B233E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4817" y="4993800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8E5187F-2E64-827E-BA34-02D0B9EB68DF}"/>
                  </a:ext>
                </a:extLst>
              </p14:cNvPr>
              <p14:cNvContentPartPr/>
              <p14:nvPr/>
            </p14:nvContentPartPr>
            <p14:xfrm>
              <a:off x="487457" y="5040240"/>
              <a:ext cx="810720" cy="4572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8E5187F-2E64-827E-BA34-02D0B9EB68D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8457" y="5031240"/>
                <a:ext cx="828360" cy="474840"/>
              </a:xfrm>
              <a:prstGeom prst="rect">
                <a:avLst/>
              </a:prstGeom>
            </p:spPr>
          </p:pic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BB810EF-AFBF-068D-7AF1-26537629A476}"/>
              </a:ext>
            </a:extLst>
          </p:cNvPr>
          <p:cNvCxnSpPr>
            <a:cxnSpLocks/>
          </p:cNvCxnSpPr>
          <p:nvPr/>
        </p:nvCxnSpPr>
        <p:spPr>
          <a:xfrm flipV="1">
            <a:off x="2068286" y="5704458"/>
            <a:ext cx="1262743" cy="1054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B3CE403-6C5A-65DF-4C02-424A3CBF06B6}"/>
              </a:ext>
            </a:extLst>
          </p:cNvPr>
          <p:cNvCxnSpPr>
            <a:cxnSpLocks/>
          </p:cNvCxnSpPr>
          <p:nvPr/>
        </p:nvCxnSpPr>
        <p:spPr>
          <a:xfrm>
            <a:off x="1951757" y="6163947"/>
            <a:ext cx="165141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E3AA6D8-7F89-6D52-A37D-390269BA198E}"/>
              </a:ext>
            </a:extLst>
          </p:cNvPr>
          <p:cNvCxnSpPr>
            <a:cxnSpLocks/>
          </p:cNvCxnSpPr>
          <p:nvPr/>
        </p:nvCxnSpPr>
        <p:spPr>
          <a:xfrm>
            <a:off x="1951757" y="6538912"/>
            <a:ext cx="358907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28333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2A3B6-4AD5-FDE2-F47C-D38B14885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8" y="3046654"/>
            <a:ext cx="2133600" cy="592818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FC8E4-0E62-FDD7-4F4B-9F31F5911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30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6B3CBE-44BF-AC63-A092-1B97A2CA9E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982"/>
          <a:stretch/>
        </p:blipFill>
        <p:spPr>
          <a:xfrm>
            <a:off x="1855492" y="8155"/>
            <a:ext cx="9084650" cy="684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5108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18AFE-DE81-3FA2-59A6-37A75063E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31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3C6120-06B5-F511-20B0-EE87709D67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343"/>
          <a:stretch/>
        </p:blipFill>
        <p:spPr>
          <a:xfrm>
            <a:off x="1064751" y="0"/>
            <a:ext cx="7967490" cy="694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49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12C37-1830-E5A4-BF05-3C46AF753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32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16A2FE-D564-0705-C7DE-2381B80E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319" y="0"/>
            <a:ext cx="7980841" cy="693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9546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700EB-5684-94D8-2C9C-38F35C14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33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455307-2A93-C227-B286-F3C1B68AB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033" y="0"/>
            <a:ext cx="10803467" cy="648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5653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2D77E-BB69-7BB2-8D73-B93E2C241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34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F6460A-91CF-96AE-594C-5B7425287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33" y="357405"/>
            <a:ext cx="10943888" cy="5998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4308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C971C-91E5-0E32-21B1-4893DA713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72C48-8E3A-42C1-8338-5C705730445B}" type="slidenum">
              <a:rPr lang="en-IN" smtClean="0"/>
              <a:t>35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A58289-5799-81C7-27CB-02FDB68B0C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61" r="4315" b="6156"/>
          <a:stretch/>
        </p:blipFill>
        <p:spPr>
          <a:xfrm>
            <a:off x="91440" y="365047"/>
            <a:ext cx="11633200" cy="510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831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5290</TotalTime>
  <Words>1932</Words>
  <Application>Microsoft Office PowerPoint</Application>
  <PresentationFormat>Widescreen</PresentationFormat>
  <Paragraphs>140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Times New Roman</vt:lpstr>
      <vt:lpstr>Office Theme</vt:lpstr>
      <vt:lpstr>Module 2 Part_04</vt:lpstr>
      <vt:lpstr>Why termination of a process in a distributed computing is to be detected?</vt:lpstr>
      <vt:lpstr>PowerPoint Presentation</vt:lpstr>
      <vt:lpstr>PowerPoint Presentation</vt:lpstr>
      <vt:lpstr>System model of a distributed computation</vt:lpstr>
      <vt:lpstr>Characteristics of  distributed computation </vt:lpstr>
      <vt:lpstr>PowerPoint Presentation</vt:lpstr>
      <vt:lpstr>Definition of termination detection</vt:lpstr>
      <vt:lpstr>Termination detection using distributed snapshots</vt:lpstr>
      <vt:lpstr>Informal description</vt:lpstr>
      <vt:lpstr>Formal description</vt:lpstr>
      <vt:lpstr>PowerPoint Presentation</vt:lpstr>
      <vt:lpstr>The algorithm is defined by the following four rules</vt:lpstr>
      <vt:lpstr>Termination detection by weight throwing</vt:lpstr>
      <vt:lpstr>Algorithm</vt:lpstr>
      <vt:lpstr>PowerPoint Presentation</vt:lpstr>
      <vt:lpstr>PowerPoint Presentation</vt:lpstr>
      <vt:lpstr>PowerPoint Presentation</vt:lpstr>
      <vt:lpstr>Spanning Tree based termination detection algorithm</vt:lpstr>
      <vt:lpstr>PowerPoint Presentation</vt:lpstr>
      <vt:lpstr>Definitions</vt:lpstr>
      <vt:lpstr>A simple algorithm</vt:lpstr>
      <vt:lpstr>A problem with the algorithm</vt:lpstr>
      <vt:lpstr>PowerPoint Presentation</vt:lpstr>
      <vt:lpstr>The correct algorithm</vt:lpstr>
      <vt:lpstr>PowerPoint Presentation</vt:lpstr>
      <vt:lpstr>PowerPoint Presentation</vt:lpstr>
      <vt:lpstr>The algorithm description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 Part_04</dc:title>
  <dc:creator>JESNA J S</dc:creator>
  <cp:lastModifiedBy>JESNA J S</cp:lastModifiedBy>
  <cp:revision>6</cp:revision>
  <dcterms:created xsi:type="dcterms:W3CDTF">2024-03-11T08:22:43Z</dcterms:created>
  <dcterms:modified xsi:type="dcterms:W3CDTF">2024-04-17T15:28:20Z</dcterms:modified>
</cp:coreProperties>
</file>